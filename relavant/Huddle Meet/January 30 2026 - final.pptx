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75" r:id="rId2"/>
    <p:sldId id="276" r:id="rId3"/>
    <p:sldId id="256" r:id="rId4"/>
    <p:sldId id="257" r:id="rId5"/>
    <p:sldId id="277" r:id="rId6"/>
    <p:sldId id="258" r:id="rId7"/>
    <p:sldId id="259" r:id="rId8"/>
    <p:sldId id="278" r:id="rId9"/>
    <p:sldId id="260" r:id="rId10"/>
    <p:sldId id="261" r:id="rId11"/>
    <p:sldId id="262" r:id="rId12"/>
    <p:sldId id="279" r:id="rId13"/>
    <p:sldId id="263" r:id="rId14"/>
    <p:sldId id="264" r:id="rId15"/>
    <p:sldId id="280" r:id="rId16"/>
    <p:sldId id="265" r:id="rId17"/>
    <p:sldId id="266" r:id="rId18"/>
    <p:sldId id="267" r:id="rId19"/>
    <p:sldId id="269" r:id="rId20"/>
    <p:sldId id="270" r:id="rId21"/>
    <p:sldId id="281" r:id="rId22"/>
    <p:sldId id="271" r:id="rId23"/>
    <p:sldId id="272" r:id="rId24"/>
    <p:sldId id="273" r:id="rId25"/>
    <p:sldId id="27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BFBE81-E755-469F-AA7F-C4932F29685B}" v="43" dt="2026-01-30T05:27:01.806"/>
    <p1510:client id="{FE6044FC-4DF9-4050-95E0-10A3848B7062}" v="7" dt="2026-01-30T05:14:13.4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92" autoAdjust="0"/>
    <p:restoredTop sz="49673" autoAdjust="0"/>
  </p:normalViewPr>
  <p:slideViewPr>
    <p:cSldViewPr snapToGrid="0">
      <p:cViewPr varScale="1">
        <p:scale>
          <a:sx n="41" d="100"/>
          <a:sy n="41" d="100"/>
        </p:scale>
        <p:origin x="739"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shwar C Nigam" userId="b0b382f3-1a41-4da3-92e1-f09e111328a1" providerId="ADAL" clId="{514826BC-939F-4519-98D7-97C2112AAE3E}"/>
    <pc:docChg chg="undo custSel addSld delSld modSld sldOrd">
      <pc:chgData name="Aishwar C Nigam" userId="b0b382f3-1a41-4da3-92e1-f09e111328a1" providerId="ADAL" clId="{514826BC-939F-4519-98D7-97C2112AAE3E}" dt="2026-01-30T05:26:16.079" v="15"/>
      <pc:docMkLst>
        <pc:docMk/>
      </pc:docMkLst>
      <pc:sldChg chg="ord">
        <pc:chgData name="Aishwar C Nigam" userId="b0b382f3-1a41-4da3-92e1-f09e111328a1" providerId="ADAL" clId="{514826BC-939F-4519-98D7-97C2112AAE3E}" dt="2026-01-30T05:23:26.753" v="12"/>
        <pc:sldMkLst>
          <pc:docMk/>
          <pc:sldMk cId="3608503813" sldId="256"/>
        </pc:sldMkLst>
      </pc:sldChg>
      <pc:sldChg chg="add del ord">
        <pc:chgData name="Aishwar C Nigam" userId="b0b382f3-1a41-4da3-92e1-f09e111328a1" providerId="ADAL" clId="{514826BC-939F-4519-98D7-97C2112AAE3E}" dt="2026-01-30T05:21:51.247" v="7"/>
        <pc:sldMkLst>
          <pc:docMk/>
          <pc:sldMk cId="2682840561" sldId="276"/>
        </pc:sldMkLst>
      </pc:sldChg>
      <pc:sldChg chg="addSp modSp mod setBg addAnim">
        <pc:chgData name="Aishwar C Nigam" userId="b0b382f3-1a41-4da3-92e1-f09e111328a1" providerId="ADAL" clId="{514826BC-939F-4519-98D7-97C2112AAE3E}" dt="2026-01-30T05:26:16.079" v="15"/>
        <pc:sldMkLst>
          <pc:docMk/>
          <pc:sldMk cId="660026599" sldId="281"/>
        </pc:sldMkLst>
        <pc:spChg chg="mod">
          <ac:chgData name="Aishwar C Nigam" userId="b0b382f3-1a41-4da3-92e1-f09e111328a1" providerId="ADAL" clId="{514826BC-939F-4519-98D7-97C2112AAE3E}" dt="2026-01-30T05:26:16.075" v="13" actId="26606"/>
          <ac:spMkLst>
            <pc:docMk/>
            <pc:sldMk cId="660026599" sldId="281"/>
            <ac:spMk id="2" creationId="{23BD43EC-29D4-7FF4-4BA5-3160D18CAB48}"/>
          </ac:spMkLst>
        </pc:spChg>
        <pc:spChg chg="mod">
          <ac:chgData name="Aishwar C Nigam" userId="b0b382f3-1a41-4da3-92e1-f09e111328a1" providerId="ADAL" clId="{514826BC-939F-4519-98D7-97C2112AAE3E}" dt="2026-01-30T05:26:16.075" v="13" actId="26606"/>
          <ac:spMkLst>
            <pc:docMk/>
            <pc:sldMk cId="660026599" sldId="281"/>
            <ac:spMk id="3" creationId="{2198A0FE-1DD1-DBF0-2C72-41AB25D18FA7}"/>
          </ac:spMkLst>
        </pc:spChg>
        <pc:spChg chg="add">
          <ac:chgData name="Aishwar C Nigam" userId="b0b382f3-1a41-4da3-92e1-f09e111328a1" providerId="ADAL" clId="{514826BC-939F-4519-98D7-97C2112AAE3E}" dt="2026-01-30T05:26:16.075" v="13" actId="26606"/>
          <ac:spMkLst>
            <pc:docMk/>
            <pc:sldMk cId="660026599" sldId="281"/>
            <ac:spMk id="8" creationId="{1A3C89F8-0D2F-47FF-B903-151248265F47}"/>
          </ac:spMkLst>
        </pc:spChg>
        <pc:spChg chg="add">
          <ac:chgData name="Aishwar C Nigam" userId="b0b382f3-1a41-4da3-92e1-f09e111328a1" providerId="ADAL" clId="{514826BC-939F-4519-98D7-97C2112AAE3E}" dt="2026-01-30T05:26:16.075" v="13" actId="26606"/>
          <ac:spMkLst>
            <pc:docMk/>
            <pc:sldMk cId="660026599" sldId="281"/>
            <ac:spMk id="10" creationId="{C5CB530E-515E-412C-9DF1-5F8FFBD6F383}"/>
          </ac:spMkLst>
        </pc:spChg>
        <pc:spChg chg="add">
          <ac:chgData name="Aishwar C Nigam" userId="b0b382f3-1a41-4da3-92e1-f09e111328a1" providerId="ADAL" clId="{514826BC-939F-4519-98D7-97C2112AAE3E}" dt="2026-01-30T05:26:16.075" v="13" actId="26606"/>
          <ac:spMkLst>
            <pc:docMk/>
            <pc:sldMk cId="660026599" sldId="281"/>
            <ac:spMk id="12" creationId="{712D4376-A578-4FF1-94FC-245E7A6A489F}"/>
          </ac:spMkLst>
        </pc:spChg>
        <pc:spChg chg="add">
          <ac:chgData name="Aishwar C Nigam" userId="b0b382f3-1a41-4da3-92e1-f09e111328a1" providerId="ADAL" clId="{514826BC-939F-4519-98D7-97C2112AAE3E}" dt="2026-01-30T05:26:16.075" v="13" actId="26606"/>
          <ac:spMkLst>
            <pc:docMk/>
            <pc:sldMk cId="660026599" sldId="281"/>
            <ac:spMk id="14" creationId="{AEA7509D-F04F-40CB-A0B3-EEF16499CC9F}"/>
          </ac:spMkLst>
        </pc:spChg>
        <pc:spChg chg="add">
          <ac:chgData name="Aishwar C Nigam" userId="b0b382f3-1a41-4da3-92e1-f09e111328a1" providerId="ADAL" clId="{514826BC-939F-4519-98D7-97C2112AAE3E}" dt="2026-01-30T05:26:16.075" v="13" actId="26606"/>
          <ac:spMkLst>
            <pc:docMk/>
            <pc:sldMk cId="660026599" sldId="281"/>
            <ac:spMk id="18" creationId="{508BEF50-7B1E-49A4-BC19-5F4F1D755E64}"/>
          </ac:spMkLst>
        </pc:spChg>
        <pc:spChg chg="add">
          <ac:chgData name="Aishwar C Nigam" userId="b0b382f3-1a41-4da3-92e1-f09e111328a1" providerId="ADAL" clId="{514826BC-939F-4519-98D7-97C2112AAE3E}" dt="2026-01-30T05:26:16.075" v="13" actId="26606"/>
          <ac:spMkLst>
            <pc:docMk/>
            <pc:sldMk cId="660026599" sldId="281"/>
            <ac:spMk id="20" creationId="{3FBAD350-5664-4811-A208-657FB882D350}"/>
          </ac:spMkLst>
        </pc:spChg>
        <pc:spChg chg="add">
          <ac:chgData name="Aishwar C Nigam" userId="b0b382f3-1a41-4da3-92e1-f09e111328a1" providerId="ADAL" clId="{514826BC-939F-4519-98D7-97C2112AAE3E}" dt="2026-01-30T05:26:16.075" v="13" actId="26606"/>
          <ac:spMkLst>
            <pc:docMk/>
            <pc:sldMk cId="660026599" sldId="281"/>
            <ac:spMk id="22" creationId="{C39ADB8F-D187-49D7-BDCF-C1B6DC727068}"/>
          </ac:spMkLst>
        </pc:spChg>
        <pc:cxnChg chg="add">
          <ac:chgData name="Aishwar C Nigam" userId="b0b382f3-1a41-4da3-92e1-f09e111328a1" providerId="ADAL" clId="{514826BC-939F-4519-98D7-97C2112AAE3E}" dt="2026-01-30T05:26:16.075" v="13" actId="26606"/>
          <ac:cxnSpMkLst>
            <pc:docMk/>
            <pc:sldMk cId="660026599" sldId="281"/>
            <ac:cxnSpMk id="16" creationId="{56020367-4FD5-4596-8E10-C5F095CD8DBF}"/>
          </ac:cxnSpMkLst>
        </pc:cxnChg>
      </pc:sldChg>
      <pc:sldChg chg="addSp delSp add del setBg delDesignElem">
        <pc:chgData name="Aishwar C Nigam" userId="b0b382f3-1a41-4da3-92e1-f09e111328a1" providerId="ADAL" clId="{514826BC-939F-4519-98D7-97C2112AAE3E}" dt="2026-01-30T05:21:55.312" v="10"/>
        <pc:sldMkLst>
          <pc:docMk/>
          <pc:sldMk cId="2028095554" sldId="282"/>
        </pc:sldMkLst>
        <pc:spChg chg="add del">
          <ac:chgData name="Aishwar C Nigam" userId="b0b382f3-1a41-4da3-92e1-f09e111328a1" providerId="ADAL" clId="{514826BC-939F-4519-98D7-97C2112AAE3E}" dt="2026-01-30T05:21:55.312" v="10"/>
          <ac:spMkLst>
            <pc:docMk/>
            <pc:sldMk cId="2028095554" sldId="282"/>
            <ac:spMk id="27" creationId="{679F586A-0946-7D24-8510-A9FF26CD22F0}"/>
          </ac:spMkLst>
        </pc:spChg>
        <pc:spChg chg="add del">
          <ac:chgData name="Aishwar C Nigam" userId="b0b382f3-1a41-4da3-92e1-f09e111328a1" providerId="ADAL" clId="{514826BC-939F-4519-98D7-97C2112AAE3E}" dt="2026-01-30T05:21:55.312" v="10"/>
          <ac:spMkLst>
            <pc:docMk/>
            <pc:sldMk cId="2028095554" sldId="282"/>
            <ac:spMk id="28" creationId="{3C08D159-B94B-BE09-264E-CEA7EDB429E4}"/>
          </ac:spMkLst>
        </pc:spChg>
        <pc:spChg chg="add del">
          <ac:chgData name="Aishwar C Nigam" userId="b0b382f3-1a41-4da3-92e1-f09e111328a1" providerId="ADAL" clId="{514826BC-939F-4519-98D7-97C2112AAE3E}" dt="2026-01-30T05:21:55.312" v="10"/>
          <ac:spMkLst>
            <pc:docMk/>
            <pc:sldMk cId="2028095554" sldId="282"/>
            <ac:spMk id="29" creationId="{EB021674-8BED-1713-257E-BF6DB3320F05}"/>
          </ac:spMkLst>
        </pc:spChg>
        <pc:spChg chg="add del">
          <ac:chgData name="Aishwar C Nigam" userId="b0b382f3-1a41-4da3-92e1-f09e111328a1" providerId="ADAL" clId="{514826BC-939F-4519-98D7-97C2112AAE3E}" dt="2026-01-30T05:21:55.312" v="10"/>
          <ac:spMkLst>
            <pc:docMk/>
            <pc:sldMk cId="2028095554" sldId="282"/>
            <ac:spMk id="30" creationId="{62ACB92F-163C-6168-2C37-91B985EEFB90}"/>
          </ac:spMkLst>
        </pc:spChg>
        <pc:spChg chg="add del">
          <ac:chgData name="Aishwar C Nigam" userId="b0b382f3-1a41-4da3-92e1-f09e111328a1" providerId="ADAL" clId="{514826BC-939F-4519-98D7-97C2112AAE3E}" dt="2026-01-30T05:21:55.312" v="10"/>
          <ac:spMkLst>
            <pc:docMk/>
            <pc:sldMk cId="2028095554" sldId="282"/>
            <ac:spMk id="32" creationId="{BA212601-3D89-6F4E-9ED7-85F2D4580771}"/>
          </ac:spMkLst>
        </pc:spChg>
        <pc:spChg chg="add del">
          <ac:chgData name="Aishwar C Nigam" userId="b0b382f3-1a41-4da3-92e1-f09e111328a1" providerId="ADAL" clId="{514826BC-939F-4519-98D7-97C2112AAE3E}" dt="2026-01-30T05:21:55.312" v="10"/>
          <ac:spMkLst>
            <pc:docMk/>
            <pc:sldMk cId="2028095554" sldId="282"/>
            <ac:spMk id="33" creationId="{D127556B-BCE4-EFA5-45E9-11819C0824B5}"/>
          </ac:spMkLst>
        </pc:spChg>
        <pc:spChg chg="add del">
          <ac:chgData name="Aishwar C Nigam" userId="b0b382f3-1a41-4da3-92e1-f09e111328a1" providerId="ADAL" clId="{514826BC-939F-4519-98D7-97C2112AAE3E}" dt="2026-01-30T05:21:55.312" v="10"/>
          <ac:spMkLst>
            <pc:docMk/>
            <pc:sldMk cId="2028095554" sldId="282"/>
            <ac:spMk id="34" creationId="{580CF085-2901-84BD-D406-6572157F1A1A}"/>
          </ac:spMkLst>
        </pc:spChg>
        <pc:cxnChg chg="add del">
          <ac:chgData name="Aishwar C Nigam" userId="b0b382f3-1a41-4da3-92e1-f09e111328a1" providerId="ADAL" clId="{514826BC-939F-4519-98D7-97C2112AAE3E}" dt="2026-01-30T05:21:55.312" v="10"/>
          <ac:cxnSpMkLst>
            <pc:docMk/>
            <pc:sldMk cId="2028095554" sldId="282"/>
            <ac:cxnSpMk id="31" creationId="{38BCCB8E-2483-DEC2-BA3A-8F2992066CCA}"/>
          </ac:cxnSpMkLst>
        </pc:cxn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ata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ata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ata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diagrams/_rels/data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svg"/><Relationship Id="rId1" Type="http://schemas.openxmlformats.org/officeDocument/2006/relationships/image" Target="../media/image51.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diagrams/_rels/data1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svg"/><Relationship Id="rId1" Type="http://schemas.openxmlformats.org/officeDocument/2006/relationships/image" Target="../media/image51.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colored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dk2">
        <a:alpha val="0"/>
      </a:schemeClr>
    </dgm:fillClrLst>
    <dgm:linClrLst meth="repeat">
      <a:schemeClr val="dk2">
        <a:alpha val="0"/>
      </a:schemeClr>
    </dgm:linClrLst>
    <dgm:effectClrLst/>
    <dgm:txLinClrLst/>
    <dgm:txFillClrLst meth="repeat">
      <a:schemeClr val="dk2"/>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D719A0FB-ED68-46A3-B93A-3A5B3DE04E14}"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0DBF769E-B72B-4E1F-848D-6DF2396C5C1A}">
      <dgm:prSet/>
      <dgm:spPr/>
      <dgm:t>
        <a:bodyPr/>
        <a:lstStyle/>
        <a:p>
          <a:r>
            <a:rPr lang="en-US"/>
            <a:t>This review is designed to validate delivery readiness for enterprise clients.</a:t>
          </a:r>
        </a:p>
      </dgm:t>
    </dgm:pt>
    <dgm:pt modelId="{7A057245-7456-4294-B2C6-4D74D90283B5}" type="parTrans" cxnId="{7BBBD76E-8D3D-4932-A466-AAAFC22D1549}">
      <dgm:prSet/>
      <dgm:spPr/>
      <dgm:t>
        <a:bodyPr/>
        <a:lstStyle/>
        <a:p>
          <a:endParaRPr lang="en-US"/>
        </a:p>
      </dgm:t>
    </dgm:pt>
    <dgm:pt modelId="{1F1EE3EB-2207-4E27-867E-ED7823F27FE6}" type="sibTrans" cxnId="{7BBBD76E-8D3D-4932-A466-AAAFC22D1549}">
      <dgm:prSet/>
      <dgm:spPr/>
      <dgm:t>
        <a:bodyPr/>
        <a:lstStyle/>
        <a:p>
          <a:endParaRPr lang="en-US"/>
        </a:p>
      </dgm:t>
    </dgm:pt>
    <dgm:pt modelId="{F9EE1868-D8CF-4610-9D88-9B2808DAD11A}">
      <dgm:prSet/>
      <dgm:spPr/>
      <dgm:t>
        <a:bodyPr/>
        <a:lstStyle/>
        <a:p>
          <a:r>
            <a:rPr lang="en-US"/>
            <a:t>It is not an escalation or disciplinary discussion.</a:t>
          </a:r>
        </a:p>
      </dgm:t>
    </dgm:pt>
    <dgm:pt modelId="{75F34E89-B12D-4CE1-8D44-33911296BD97}" type="parTrans" cxnId="{883B5EF9-6D57-4C9E-B324-376C9735885C}">
      <dgm:prSet/>
      <dgm:spPr/>
      <dgm:t>
        <a:bodyPr/>
        <a:lstStyle/>
        <a:p>
          <a:endParaRPr lang="en-US"/>
        </a:p>
      </dgm:t>
    </dgm:pt>
    <dgm:pt modelId="{8EE6C2D3-A264-4EC1-817E-8D1AD6619BED}" type="sibTrans" cxnId="{883B5EF9-6D57-4C9E-B324-376C9735885C}">
      <dgm:prSet/>
      <dgm:spPr/>
      <dgm:t>
        <a:bodyPr/>
        <a:lstStyle/>
        <a:p>
          <a:endParaRPr lang="en-US"/>
        </a:p>
      </dgm:t>
    </dgm:pt>
    <dgm:pt modelId="{0891058A-7651-4ECF-A9FF-277DAB1B4AC1}">
      <dgm:prSet/>
      <dgm:spPr/>
      <dgm:t>
        <a:bodyPr/>
        <a:lstStyle/>
        <a:p>
          <a:r>
            <a:rPr lang="en-US"/>
            <a:t>The intent is to align expectations, identify gaps, and define measurable improvement actions.</a:t>
          </a:r>
        </a:p>
      </dgm:t>
    </dgm:pt>
    <dgm:pt modelId="{1FDB1D7F-B1EB-4E31-948F-AC310B6C93C0}" type="parTrans" cxnId="{A6A9B72B-A4A5-4834-AD51-2FA3B930FE03}">
      <dgm:prSet/>
      <dgm:spPr/>
      <dgm:t>
        <a:bodyPr/>
        <a:lstStyle/>
        <a:p>
          <a:endParaRPr lang="en-US"/>
        </a:p>
      </dgm:t>
    </dgm:pt>
    <dgm:pt modelId="{CFB9F110-9B27-45D3-8A09-417B356CB83A}" type="sibTrans" cxnId="{A6A9B72B-A4A5-4834-AD51-2FA3B930FE03}">
      <dgm:prSet/>
      <dgm:spPr/>
      <dgm:t>
        <a:bodyPr/>
        <a:lstStyle/>
        <a:p>
          <a:endParaRPr lang="en-US"/>
        </a:p>
      </dgm:t>
    </dgm:pt>
    <dgm:pt modelId="{3FB10AC2-C6C9-464F-AC33-736A38294B3F}" type="pres">
      <dgm:prSet presAssocID="{D719A0FB-ED68-46A3-B93A-3A5B3DE04E14}" presName="linear" presStyleCnt="0">
        <dgm:presLayoutVars>
          <dgm:animLvl val="lvl"/>
          <dgm:resizeHandles val="exact"/>
        </dgm:presLayoutVars>
      </dgm:prSet>
      <dgm:spPr/>
    </dgm:pt>
    <dgm:pt modelId="{F029CFC8-FC49-4896-9722-F00437EAA6CD}" type="pres">
      <dgm:prSet presAssocID="{0DBF769E-B72B-4E1F-848D-6DF2396C5C1A}" presName="parentText" presStyleLbl="node1" presStyleIdx="0" presStyleCnt="3">
        <dgm:presLayoutVars>
          <dgm:chMax val="0"/>
          <dgm:bulletEnabled val="1"/>
        </dgm:presLayoutVars>
      </dgm:prSet>
      <dgm:spPr/>
    </dgm:pt>
    <dgm:pt modelId="{F0BAE9A3-C332-4A48-81EE-D8A8EB29C21E}" type="pres">
      <dgm:prSet presAssocID="{1F1EE3EB-2207-4E27-867E-ED7823F27FE6}" presName="spacer" presStyleCnt="0"/>
      <dgm:spPr/>
    </dgm:pt>
    <dgm:pt modelId="{391A7F89-2CB1-4077-BD0E-A3586478294C}" type="pres">
      <dgm:prSet presAssocID="{F9EE1868-D8CF-4610-9D88-9B2808DAD11A}" presName="parentText" presStyleLbl="node1" presStyleIdx="1" presStyleCnt="3">
        <dgm:presLayoutVars>
          <dgm:chMax val="0"/>
          <dgm:bulletEnabled val="1"/>
        </dgm:presLayoutVars>
      </dgm:prSet>
      <dgm:spPr/>
    </dgm:pt>
    <dgm:pt modelId="{46C06D81-7628-48CB-8A97-E1892E497720}" type="pres">
      <dgm:prSet presAssocID="{8EE6C2D3-A264-4EC1-817E-8D1AD6619BED}" presName="spacer" presStyleCnt="0"/>
      <dgm:spPr/>
    </dgm:pt>
    <dgm:pt modelId="{9236C3AB-134B-41AE-BE3E-F0A4CB17F633}" type="pres">
      <dgm:prSet presAssocID="{0891058A-7651-4ECF-A9FF-277DAB1B4AC1}" presName="parentText" presStyleLbl="node1" presStyleIdx="2" presStyleCnt="3">
        <dgm:presLayoutVars>
          <dgm:chMax val="0"/>
          <dgm:bulletEnabled val="1"/>
        </dgm:presLayoutVars>
      </dgm:prSet>
      <dgm:spPr/>
    </dgm:pt>
  </dgm:ptLst>
  <dgm:cxnLst>
    <dgm:cxn modelId="{A6A9B72B-A4A5-4834-AD51-2FA3B930FE03}" srcId="{D719A0FB-ED68-46A3-B93A-3A5B3DE04E14}" destId="{0891058A-7651-4ECF-A9FF-277DAB1B4AC1}" srcOrd="2" destOrd="0" parTransId="{1FDB1D7F-B1EB-4E31-948F-AC310B6C93C0}" sibTransId="{CFB9F110-9B27-45D3-8A09-417B356CB83A}"/>
    <dgm:cxn modelId="{3574062D-BEDB-4CBA-BF45-682EEF8CC8AC}" type="presOf" srcId="{F9EE1868-D8CF-4610-9D88-9B2808DAD11A}" destId="{391A7F89-2CB1-4077-BD0E-A3586478294C}" srcOrd="0" destOrd="0" presId="urn:microsoft.com/office/officeart/2005/8/layout/vList2"/>
    <dgm:cxn modelId="{D3A1545C-AEE4-47A6-AF36-F4E93B74DCB1}" type="presOf" srcId="{0891058A-7651-4ECF-A9FF-277DAB1B4AC1}" destId="{9236C3AB-134B-41AE-BE3E-F0A4CB17F633}" srcOrd="0" destOrd="0" presId="urn:microsoft.com/office/officeart/2005/8/layout/vList2"/>
    <dgm:cxn modelId="{7ACB7769-E645-4C4E-8827-A9927DB63186}" type="presOf" srcId="{0DBF769E-B72B-4E1F-848D-6DF2396C5C1A}" destId="{F029CFC8-FC49-4896-9722-F00437EAA6CD}" srcOrd="0" destOrd="0" presId="urn:microsoft.com/office/officeart/2005/8/layout/vList2"/>
    <dgm:cxn modelId="{7BBBD76E-8D3D-4932-A466-AAAFC22D1549}" srcId="{D719A0FB-ED68-46A3-B93A-3A5B3DE04E14}" destId="{0DBF769E-B72B-4E1F-848D-6DF2396C5C1A}" srcOrd="0" destOrd="0" parTransId="{7A057245-7456-4294-B2C6-4D74D90283B5}" sibTransId="{1F1EE3EB-2207-4E27-867E-ED7823F27FE6}"/>
    <dgm:cxn modelId="{4608E5D4-70B1-4C04-B63C-3A8E0CF6C73D}" type="presOf" srcId="{D719A0FB-ED68-46A3-B93A-3A5B3DE04E14}" destId="{3FB10AC2-C6C9-464F-AC33-736A38294B3F}" srcOrd="0" destOrd="0" presId="urn:microsoft.com/office/officeart/2005/8/layout/vList2"/>
    <dgm:cxn modelId="{883B5EF9-6D57-4C9E-B324-376C9735885C}" srcId="{D719A0FB-ED68-46A3-B93A-3A5B3DE04E14}" destId="{F9EE1868-D8CF-4610-9D88-9B2808DAD11A}" srcOrd="1" destOrd="0" parTransId="{75F34E89-B12D-4CE1-8D44-33911296BD97}" sibTransId="{8EE6C2D3-A264-4EC1-817E-8D1AD6619BED}"/>
    <dgm:cxn modelId="{4ACBADDF-334D-4002-AFD0-BF4F5233A94E}" type="presParOf" srcId="{3FB10AC2-C6C9-464F-AC33-736A38294B3F}" destId="{F029CFC8-FC49-4896-9722-F00437EAA6CD}" srcOrd="0" destOrd="0" presId="urn:microsoft.com/office/officeart/2005/8/layout/vList2"/>
    <dgm:cxn modelId="{A4079F66-DC6F-498A-87D3-8F2C1362A66B}" type="presParOf" srcId="{3FB10AC2-C6C9-464F-AC33-736A38294B3F}" destId="{F0BAE9A3-C332-4A48-81EE-D8A8EB29C21E}" srcOrd="1" destOrd="0" presId="urn:microsoft.com/office/officeart/2005/8/layout/vList2"/>
    <dgm:cxn modelId="{6FBCCBA2-F5C9-46D2-BC9C-DC6A6DCF9511}" type="presParOf" srcId="{3FB10AC2-C6C9-464F-AC33-736A38294B3F}" destId="{391A7F89-2CB1-4077-BD0E-A3586478294C}" srcOrd="2" destOrd="0" presId="urn:microsoft.com/office/officeart/2005/8/layout/vList2"/>
    <dgm:cxn modelId="{C0F9952B-195D-4222-8893-998D78DE0A26}" type="presParOf" srcId="{3FB10AC2-C6C9-464F-AC33-736A38294B3F}" destId="{46C06D81-7628-48CB-8A97-E1892E497720}" srcOrd="3" destOrd="0" presId="urn:microsoft.com/office/officeart/2005/8/layout/vList2"/>
    <dgm:cxn modelId="{D701F7EF-B492-4BDA-8CE8-1E1384BBD788}" type="presParOf" srcId="{3FB10AC2-C6C9-464F-AC33-736A38294B3F}" destId="{9236C3AB-134B-41AE-BE3E-F0A4CB17F633}"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64D770-E6FF-4791-AC2F-797B17B108A8}"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31E3E1D-AE9B-4390-B56F-3C65882BBAEC}">
      <dgm:prSet/>
      <dgm:spPr/>
      <dgm:t>
        <a:bodyPr/>
        <a:lstStyle/>
        <a:p>
          <a:r>
            <a:rPr lang="en-US"/>
            <a:t>All readiness decisions must be based on authoritative and verifiable inputs.</a:t>
          </a:r>
        </a:p>
      </dgm:t>
    </dgm:pt>
    <dgm:pt modelId="{EDAE5383-0E49-4020-A2E1-1B602B0D26FD}" type="parTrans" cxnId="{48BF38EA-0403-45AE-8E64-0588EFCB50C8}">
      <dgm:prSet/>
      <dgm:spPr/>
      <dgm:t>
        <a:bodyPr/>
        <a:lstStyle/>
        <a:p>
          <a:endParaRPr lang="en-US"/>
        </a:p>
      </dgm:t>
    </dgm:pt>
    <dgm:pt modelId="{FB3C1C59-CF90-45B0-BC7A-A8AFF92D5F80}" type="sibTrans" cxnId="{48BF38EA-0403-45AE-8E64-0588EFCB50C8}">
      <dgm:prSet/>
      <dgm:spPr/>
      <dgm:t>
        <a:bodyPr/>
        <a:lstStyle/>
        <a:p>
          <a:endParaRPr lang="en-US"/>
        </a:p>
      </dgm:t>
    </dgm:pt>
    <dgm:pt modelId="{166CC321-0B61-4CD2-9766-EC193B3305AC}">
      <dgm:prSet/>
      <dgm:spPr/>
      <dgm:t>
        <a:bodyPr/>
        <a:lstStyle/>
        <a:p>
          <a:r>
            <a:rPr lang="en-US"/>
            <a:t>Personal opinions or informal comparisons are not valid.</a:t>
          </a:r>
        </a:p>
      </dgm:t>
    </dgm:pt>
    <dgm:pt modelId="{1F55E500-61C3-4510-9F85-88DFD7F7DFB3}" type="parTrans" cxnId="{2D1212D1-8D0F-488D-A769-5C0324FA3A90}">
      <dgm:prSet/>
      <dgm:spPr/>
      <dgm:t>
        <a:bodyPr/>
        <a:lstStyle/>
        <a:p>
          <a:endParaRPr lang="en-US"/>
        </a:p>
      </dgm:t>
    </dgm:pt>
    <dgm:pt modelId="{8EB5D853-CF4B-495E-8A25-D3928A06D304}" type="sibTrans" cxnId="{2D1212D1-8D0F-488D-A769-5C0324FA3A90}">
      <dgm:prSet/>
      <dgm:spPr/>
      <dgm:t>
        <a:bodyPr/>
        <a:lstStyle/>
        <a:p>
          <a:endParaRPr lang="en-US"/>
        </a:p>
      </dgm:t>
    </dgm:pt>
    <dgm:pt modelId="{9DF80282-9BAC-4172-824B-1B243CCA7363}">
      <dgm:prSet/>
      <dgm:spPr/>
      <dgm:t>
        <a:bodyPr/>
        <a:lstStyle/>
        <a:p>
          <a:r>
            <a:rPr lang="en-US"/>
            <a:t>If feedback is given, it must be traceable to evidence.</a:t>
          </a:r>
        </a:p>
      </dgm:t>
    </dgm:pt>
    <dgm:pt modelId="{7A71D6DC-BEFF-4724-9050-B2BFB12ADE1A}" type="parTrans" cxnId="{888ACFC9-584A-4D18-99B4-852A71E95DD0}">
      <dgm:prSet/>
      <dgm:spPr/>
      <dgm:t>
        <a:bodyPr/>
        <a:lstStyle/>
        <a:p>
          <a:endParaRPr lang="en-US"/>
        </a:p>
      </dgm:t>
    </dgm:pt>
    <dgm:pt modelId="{32EC4BD1-A4B3-4B8E-8BF6-A356C6C74064}" type="sibTrans" cxnId="{888ACFC9-584A-4D18-99B4-852A71E95DD0}">
      <dgm:prSet/>
      <dgm:spPr/>
      <dgm:t>
        <a:bodyPr/>
        <a:lstStyle/>
        <a:p>
          <a:endParaRPr lang="en-US"/>
        </a:p>
      </dgm:t>
    </dgm:pt>
    <dgm:pt modelId="{50D2F5C8-5164-4FDC-B699-EB9046914117}" type="pres">
      <dgm:prSet presAssocID="{0264D770-E6FF-4791-AC2F-797B17B108A8}" presName="root" presStyleCnt="0">
        <dgm:presLayoutVars>
          <dgm:dir/>
          <dgm:resizeHandles val="exact"/>
        </dgm:presLayoutVars>
      </dgm:prSet>
      <dgm:spPr/>
    </dgm:pt>
    <dgm:pt modelId="{A121DFF7-672D-49EC-BA23-43422B4BB69B}" type="pres">
      <dgm:prSet presAssocID="{F31E3E1D-AE9B-4390-B56F-3C65882BBAEC}" presName="compNode" presStyleCnt="0"/>
      <dgm:spPr/>
    </dgm:pt>
    <dgm:pt modelId="{BEC890B1-5DA5-46A6-BA8B-F5229FE9A15D}" type="pres">
      <dgm:prSet presAssocID="{F31E3E1D-AE9B-4390-B56F-3C65882BBAE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0EEA4305-906A-4D71-8E1F-13A1E7695B0B}" type="pres">
      <dgm:prSet presAssocID="{F31E3E1D-AE9B-4390-B56F-3C65882BBAEC}" presName="spaceRect" presStyleCnt="0"/>
      <dgm:spPr/>
    </dgm:pt>
    <dgm:pt modelId="{9D56E8DE-BC39-4B30-9D93-17C6371507B9}" type="pres">
      <dgm:prSet presAssocID="{F31E3E1D-AE9B-4390-B56F-3C65882BBAEC}" presName="textRect" presStyleLbl="revTx" presStyleIdx="0" presStyleCnt="3">
        <dgm:presLayoutVars>
          <dgm:chMax val="1"/>
          <dgm:chPref val="1"/>
        </dgm:presLayoutVars>
      </dgm:prSet>
      <dgm:spPr/>
    </dgm:pt>
    <dgm:pt modelId="{A171E78D-FB7D-42FB-92F9-FD98AB90CB0A}" type="pres">
      <dgm:prSet presAssocID="{FB3C1C59-CF90-45B0-BC7A-A8AFF92D5F80}" presName="sibTrans" presStyleCnt="0"/>
      <dgm:spPr/>
    </dgm:pt>
    <dgm:pt modelId="{84DD6356-AE11-4EBC-945F-F0D6A72A9855}" type="pres">
      <dgm:prSet presAssocID="{166CC321-0B61-4CD2-9766-EC193B3305AC}" presName="compNode" presStyleCnt="0"/>
      <dgm:spPr/>
    </dgm:pt>
    <dgm:pt modelId="{7252423D-DD6B-448E-A2B3-E6679D00E8D9}" type="pres">
      <dgm:prSet presAssocID="{166CC321-0B61-4CD2-9766-EC193B3305A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af"/>
        </a:ext>
      </dgm:extLst>
    </dgm:pt>
    <dgm:pt modelId="{B1C05D44-5C8C-4B84-9F1B-90DD3B660E7A}" type="pres">
      <dgm:prSet presAssocID="{166CC321-0B61-4CD2-9766-EC193B3305AC}" presName="spaceRect" presStyleCnt="0"/>
      <dgm:spPr/>
    </dgm:pt>
    <dgm:pt modelId="{5FC3C3B5-E5DA-4E6A-9DB8-4E6F4AA23D64}" type="pres">
      <dgm:prSet presAssocID="{166CC321-0B61-4CD2-9766-EC193B3305AC}" presName="textRect" presStyleLbl="revTx" presStyleIdx="1" presStyleCnt="3">
        <dgm:presLayoutVars>
          <dgm:chMax val="1"/>
          <dgm:chPref val="1"/>
        </dgm:presLayoutVars>
      </dgm:prSet>
      <dgm:spPr/>
    </dgm:pt>
    <dgm:pt modelId="{BC9F5A26-9F6A-4DC5-9AC3-497CD28F2854}" type="pres">
      <dgm:prSet presAssocID="{8EB5D853-CF4B-495E-8A25-D3928A06D304}" presName="sibTrans" presStyleCnt="0"/>
      <dgm:spPr/>
    </dgm:pt>
    <dgm:pt modelId="{8EBE830A-3B51-4B15-A9F1-6795E289EADD}" type="pres">
      <dgm:prSet presAssocID="{9DF80282-9BAC-4172-824B-1B243CCA7363}" presName="compNode" presStyleCnt="0"/>
      <dgm:spPr/>
    </dgm:pt>
    <dgm:pt modelId="{1B1B104B-CA60-4E72-AA84-BE65D11FE7E4}" type="pres">
      <dgm:prSet presAssocID="{9DF80282-9BAC-4172-824B-1B243CCA736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F9CF4D40-B5C5-462B-8D1A-C499F84A698B}" type="pres">
      <dgm:prSet presAssocID="{9DF80282-9BAC-4172-824B-1B243CCA7363}" presName="spaceRect" presStyleCnt="0"/>
      <dgm:spPr/>
    </dgm:pt>
    <dgm:pt modelId="{7C74B269-D1B7-405D-8C28-97C8F109A064}" type="pres">
      <dgm:prSet presAssocID="{9DF80282-9BAC-4172-824B-1B243CCA7363}" presName="textRect" presStyleLbl="revTx" presStyleIdx="2" presStyleCnt="3">
        <dgm:presLayoutVars>
          <dgm:chMax val="1"/>
          <dgm:chPref val="1"/>
        </dgm:presLayoutVars>
      </dgm:prSet>
      <dgm:spPr/>
    </dgm:pt>
  </dgm:ptLst>
  <dgm:cxnLst>
    <dgm:cxn modelId="{F0679122-8B86-4662-B36A-02A8AD4A0A2C}" type="presOf" srcId="{9DF80282-9BAC-4172-824B-1B243CCA7363}" destId="{7C74B269-D1B7-405D-8C28-97C8F109A064}" srcOrd="0" destOrd="0" presId="urn:microsoft.com/office/officeart/2018/2/layout/IconLabelList"/>
    <dgm:cxn modelId="{158DDB45-98B1-4B68-B1FA-9696BDAA1D3E}" type="presOf" srcId="{0264D770-E6FF-4791-AC2F-797B17B108A8}" destId="{50D2F5C8-5164-4FDC-B699-EB9046914117}" srcOrd="0" destOrd="0" presId="urn:microsoft.com/office/officeart/2018/2/layout/IconLabelList"/>
    <dgm:cxn modelId="{61A2D5B1-73FC-4AD4-8E7E-4839DEB47A18}" type="presOf" srcId="{F31E3E1D-AE9B-4390-B56F-3C65882BBAEC}" destId="{9D56E8DE-BC39-4B30-9D93-17C6371507B9}" srcOrd="0" destOrd="0" presId="urn:microsoft.com/office/officeart/2018/2/layout/IconLabelList"/>
    <dgm:cxn modelId="{888ACFC9-584A-4D18-99B4-852A71E95DD0}" srcId="{0264D770-E6FF-4791-AC2F-797B17B108A8}" destId="{9DF80282-9BAC-4172-824B-1B243CCA7363}" srcOrd="2" destOrd="0" parTransId="{7A71D6DC-BEFF-4724-9050-B2BFB12ADE1A}" sibTransId="{32EC4BD1-A4B3-4B8E-8BF6-A356C6C74064}"/>
    <dgm:cxn modelId="{2D1212D1-8D0F-488D-A769-5C0324FA3A90}" srcId="{0264D770-E6FF-4791-AC2F-797B17B108A8}" destId="{166CC321-0B61-4CD2-9766-EC193B3305AC}" srcOrd="1" destOrd="0" parTransId="{1F55E500-61C3-4510-9F85-88DFD7F7DFB3}" sibTransId="{8EB5D853-CF4B-495E-8A25-D3928A06D304}"/>
    <dgm:cxn modelId="{48BF38EA-0403-45AE-8E64-0588EFCB50C8}" srcId="{0264D770-E6FF-4791-AC2F-797B17B108A8}" destId="{F31E3E1D-AE9B-4390-B56F-3C65882BBAEC}" srcOrd="0" destOrd="0" parTransId="{EDAE5383-0E49-4020-A2E1-1B602B0D26FD}" sibTransId="{FB3C1C59-CF90-45B0-BC7A-A8AFF92D5F80}"/>
    <dgm:cxn modelId="{2A69B3F5-81CF-4E06-AB84-F374E86B7261}" type="presOf" srcId="{166CC321-0B61-4CD2-9766-EC193B3305AC}" destId="{5FC3C3B5-E5DA-4E6A-9DB8-4E6F4AA23D64}" srcOrd="0" destOrd="0" presId="urn:microsoft.com/office/officeart/2018/2/layout/IconLabelList"/>
    <dgm:cxn modelId="{536BE194-186D-4BD2-BCCB-D40C3CB6E694}" type="presParOf" srcId="{50D2F5C8-5164-4FDC-B699-EB9046914117}" destId="{A121DFF7-672D-49EC-BA23-43422B4BB69B}" srcOrd="0" destOrd="0" presId="urn:microsoft.com/office/officeart/2018/2/layout/IconLabelList"/>
    <dgm:cxn modelId="{BE094CAB-0043-4DEB-BE56-333E780D90A8}" type="presParOf" srcId="{A121DFF7-672D-49EC-BA23-43422B4BB69B}" destId="{BEC890B1-5DA5-46A6-BA8B-F5229FE9A15D}" srcOrd="0" destOrd="0" presId="urn:microsoft.com/office/officeart/2018/2/layout/IconLabelList"/>
    <dgm:cxn modelId="{BEC5F753-B0C0-49BD-8C03-008B7A123215}" type="presParOf" srcId="{A121DFF7-672D-49EC-BA23-43422B4BB69B}" destId="{0EEA4305-906A-4D71-8E1F-13A1E7695B0B}" srcOrd="1" destOrd="0" presId="urn:microsoft.com/office/officeart/2018/2/layout/IconLabelList"/>
    <dgm:cxn modelId="{4B1DD7B4-BC88-4E40-BEE6-2ADBF0073B1F}" type="presParOf" srcId="{A121DFF7-672D-49EC-BA23-43422B4BB69B}" destId="{9D56E8DE-BC39-4B30-9D93-17C6371507B9}" srcOrd="2" destOrd="0" presId="urn:microsoft.com/office/officeart/2018/2/layout/IconLabelList"/>
    <dgm:cxn modelId="{95F172A8-24A5-45FE-AAEC-FB832C832155}" type="presParOf" srcId="{50D2F5C8-5164-4FDC-B699-EB9046914117}" destId="{A171E78D-FB7D-42FB-92F9-FD98AB90CB0A}" srcOrd="1" destOrd="0" presId="urn:microsoft.com/office/officeart/2018/2/layout/IconLabelList"/>
    <dgm:cxn modelId="{19BF10B8-F2C9-4902-A548-90AB10D60F39}" type="presParOf" srcId="{50D2F5C8-5164-4FDC-B699-EB9046914117}" destId="{84DD6356-AE11-4EBC-945F-F0D6A72A9855}" srcOrd="2" destOrd="0" presId="urn:microsoft.com/office/officeart/2018/2/layout/IconLabelList"/>
    <dgm:cxn modelId="{BD7196EB-7E5B-4FC7-BB42-399F8A8449E1}" type="presParOf" srcId="{84DD6356-AE11-4EBC-945F-F0D6A72A9855}" destId="{7252423D-DD6B-448E-A2B3-E6679D00E8D9}" srcOrd="0" destOrd="0" presId="urn:microsoft.com/office/officeart/2018/2/layout/IconLabelList"/>
    <dgm:cxn modelId="{84D55D02-2681-45FC-8601-42F50EF4E61C}" type="presParOf" srcId="{84DD6356-AE11-4EBC-945F-F0D6A72A9855}" destId="{B1C05D44-5C8C-4B84-9F1B-90DD3B660E7A}" srcOrd="1" destOrd="0" presId="urn:microsoft.com/office/officeart/2018/2/layout/IconLabelList"/>
    <dgm:cxn modelId="{9AF1F6E5-1589-45DA-9928-D93CF5235D62}" type="presParOf" srcId="{84DD6356-AE11-4EBC-945F-F0D6A72A9855}" destId="{5FC3C3B5-E5DA-4E6A-9DB8-4E6F4AA23D64}" srcOrd="2" destOrd="0" presId="urn:microsoft.com/office/officeart/2018/2/layout/IconLabelList"/>
    <dgm:cxn modelId="{30E03407-F363-4BAB-BC03-E6A25F0B9F3A}" type="presParOf" srcId="{50D2F5C8-5164-4FDC-B699-EB9046914117}" destId="{BC9F5A26-9F6A-4DC5-9AC3-497CD28F2854}" srcOrd="3" destOrd="0" presId="urn:microsoft.com/office/officeart/2018/2/layout/IconLabelList"/>
    <dgm:cxn modelId="{EA7B425A-5334-4939-A289-A00ACD6E207D}" type="presParOf" srcId="{50D2F5C8-5164-4FDC-B699-EB9046914117}" destId="{8EBE830A-3B51-4B15-A9F1-6795E289EADD}" srcOrd="4" destOrd="0" presId="urn:microsoft.com/office/officeart/2018/2/layout/IconLabelList"/>
    <dgm:cxn modelId="{91EFB29C-E9A3-4ADC-BDA5-48C44231565D}" type="presParOf" srcId="{8EBE830A-3B51-4B15-A9F1-6795E289EADD}" destId="{1B1B104B-CA60-4E72-AA84-BE65D11FE7E4}" srcOrd="0" destOrd="0" presId="urn:microsoft.com/office/officeart/2018/2/layout/IconLabelList"/>
    <dgm:cxn modelId="{47DEA7FC-31E2-48F1-874D-90AEDD3F6C99}" type="presParOf" srcId="{8EBE830A-3B51-4B15-A9F1-6795E289EADD}" destId="{F9CF4D40-B5C5-462B-8D1A-C499F84A698B}" srcOrd="1" destOrd="0" presId="urn:microsoft.com/office/officeart/2018/2/layout/IconLabelList"/>
    <dgm:cxn modelId="{427FD078-2AA3-48BC-BE01-B9AB742F13ED}" type="presParOf" srcId="{8EBE830A-3B51-4B15-A9F1-6795E289EADD}" destId="{7C74B269-D1B7-405D-8C28-97C8F109A064}"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8E000E-189E-4972-8363-B886DDBA1F44}"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en-US"/>
        </a:p>
      </dgm:t>
    </dgm:pt>
    <dgm:pt modelId="{C0DB64CF-C1CF-4321-9B95-A62FDCE92F9D}">
      <dgm:prSet/>
      <dgm:spPr/>
      <dgm:t>
        <a:bodyPr/>
        <a:lstStyle/>
        <a:p>
          <a:r>
            <a:rPr lang="en-US"/>
            <a:t>Official Microsoft certification-aligned course structure.</a:t>
          </a:r>
        </a:p>
      </dgm:t>
    </dgm:pt>
    <dgm:pt modelId="{36AAB3C7-1349-4077-980E-5DD73F09ECE5}" type="parTrans" cxnId="{7A3B3417-36CA-4511-8F8A-73077B2D8E7A}">
      <dgm:prSet/>
      <dgm:spPr/>
      <dgm:t>
        <a:bodyPr/>
        <a:lstStyle/>
        <a:p>
          <a:endParaRPr lang="en-US"/>
        </a:p>
      </dgm:t>
    </dgm:pt>
    <dgm:pt modelId="{DB6E8C11-A150-46AE-8F2A-45DDDC553AE3}" type="sibTrans" cxnId="{7A3B3417-36CA-4511-8F8A-73077B2D8E7A}">
      <dgm:prSet/>
      <dgm:spPr/>
      <dgm:t>
        <a:bodyPr/>
        <a:lstStyle/>
        <a:p>
          <a:endParaRPr lang="en-US"/>
        </a:p>
      </dgm:t>
    </dgm:pt>
    <dgm:pt modelId="{D887BE79-58A4-42AC-806A-32B5CECF7148}">
      <dgm:prSet/>
      <dgm:spPr/>
      <dgm:t>
        <a:bodyPr/>
        <a:lstStyle/>
        <a:p>
          <a:r>
            <a:rPr lang="en-US"/>
            <a:t>Microsoft Learn learning paths and skill expectations.</a:t>
          </a:r>
        </a:p>
      </dgm:t>
    </dgm:pt>
    <dgm:pt modelId="{CACE03A3-87B7-4D7E-AF1A-B784DE3CECB1}" type="parTrans" cxnId="{9521162D-D93D-4F76-87F9-113630ABD3B6}">
      <dgm:prSet/>
      <dgm:spPr/>
      <dgm:t>
        <a:bodyPr/>
        <a:lstStyle/>
        <a:p>
          <a:endParaRPr lang="en-US"/>
        </a:p>
      </dgm:t>
    </dgm:pt>
    <dgm:pt modelId="{3F01C14C-3CCE-4F63-BB8B-72CBE11692FF}" type="sibTrans" cxnId="{9521162D-D93D-4F76-87F9-113630ABD3B6}">
      <dgm:prSet/>
      <dgm:spPr/>
      <dgm:t>
        <a:bodyPr/>
        <a:lstStyle/>
        <a:p>
          <a:endParaRPr lang="en-US"/>
        </a:p>
      </dgm:t>
    </dgm:pt>
    <dgm:pt modelId="{DE1C7FA5-004F-4C2D-B2E5-9804C121D3CD}">
      <dgm:prSet/>
      <dgm:spPr/>
      <dgm:t>
        <a:bodyPr/>
        <a:lstStyle/>
        <a:p>
          <a:r>
            <a:rPr lang="en-US"/>
            <a:t>Qubits scores compared against defined minimum thresholds.</a:t>
          </a:r>
        </a:p>
      </dgm:t>
    </dgm:pt>
    <dgm:pt modelId="{9B69BAD0-5FB7-40A6-86D4-0B9DC8C1B647}" type="parTrans" cxnId="{66A99226-BC80-46FD-9727-A0AD8DDEFB4A}">
      <dgm:prSet/>
      <dgm:spPr/>
      <dgm:t>
        <a:bodyPr/>
        <a:lstStyle/>
        <a:p>
          <a:endParaRPr lang="en-US"/>
        </a:p>
      </dgm:t>
    </dgm:pt>
    <dgm:pt modelId="{F5473367-B25B-4B82-93A3-7C3644C0E8F3}" type="sibTrans" cxnId="{66A99226-BC80-46FD-9727-A0AD8DDEFB4A}">
      <dgm:prSet/>
      <dgm:spPr/>
      <dgm:t>
        <a:bodyPr/>
        <a:lstStyle/>
        <a:p>
          <a:endParaRPr lang="en-US"/>
        </a:p>
      </dgm:t>
    </dgm:pt>
    <dgm:pt modelId="{48C05A4D-9A51-48AE-A202-9E88B0CA3E5D}">
      <dgm:prSet/>
      <dgm:spPr/>
      <dgm:t>
        <a:bodyPr/>
        <a:lstStyle/>
        <a:p>
          <a:r>
            <a:rPr lang="en-US"/>
            <a:t>Mock session observations and client feedback where available.</a:t>
          </a:r>
        </a:p>
      </dgm:t>
    </dgm:pt>
    <dgm:pt modelId="{353B8931-F818-4326-9632-B109AD33E3DE}" type="parTrans" cxnId="{4B754BDB-E5A0-4777-9340-14D0D42B45C9}">
      <dgm:prSet/>
      <dgm:spPr/>
      <dgm:t>
        <a:bodyPr/>
        <a:lstStyle/>
        <a:p>
          <a:endParaRPr lang="en-US"/>
        </a:p>
      </dgm:t>
    </dgm:pt>
    <dgm:pt modelId="{417FFCC3-7553-4C9E-839E-61667C0005C9}" type="sibTrans" cxnId="{4B754BDB-E5A0-4777-9340-14D0D42B45C9}">
      <dgm:prSet/>
      <dgm:spPr/>
      <dgm:t>
        <a:bodyPr/>
        <a:lstStyle/>
        <a:p>
          <a:endParaRPr lang="en-US"/>
        </a:p>
      </dgm:t>
    </dgm:pt>
    <dgm:pt modelId="{8BAB19B8-5312-40D7-89B8-AEE99242E8B3}" type="pres">
      <dgm:prSet presAssocID="{658E000E-189E-4972-8363-B886DDBA1F44}" presName="matrix" presStyleCnt="0">
        <dgm:presLayoutVars>
          <dgm:chMax val="1"/>
          <dgm:dir/>
          <dgm:resizeHandles val="exact"/>
        </dgm:presLayoutVars>
      </dgm:prSet>
      <dgm:spPr/>
    </dgm:pt>
    <dgm:pt modelId="{5F944926-9F09-465F-B834-4EFF0B3A0B32}" type="pres">
      <dgm:prSet presAssocID="{658E000E-189E-4972-8363-B886DDBA1F44}" presName="diamond" presStyleLbl="bgShp" presStyleIdx="0" presStyleCnt="1"/>
      <dgm:spPr/>
    </dgm:pt>
    <dgm:pt modelId="{C29A2142-9EDD-4F1F-9C50-EFE8DE93383B}" type="pres">
      <dgm:prSet presAssocID="{658E000E-189E-4972-8363-B886DDBA1F44}" presName="quad1" presStyleLbl="node1" presStyleIdx="0" presStyleCnt="4">
        <dgm:presLayoutVars>
          <dgm:chMax val="0"/>
          <dgm:chPref val="0"/>
          <dgm:bulletEnabled val="1"/>
        </dgm:presLayoutVars>
      </dgm:prSet>
      <dgm:spPr/>
    </dgm:pt>
    <dgm:pt modelId="{E8424972-3397-4897-BC4F-78FB64BBB4DC}" type="pres">
      <dgm:prSet presAssocID="{658E000E-189E-4972-8363-B886DDBA1F44}" presName="quad2" presStyleLbl="node1" presStyleIdx="1" presStyleCnt="4">
        <dgm:presLayoutVars>
          <dgm:chMax val="0"/>
          <dgm:chPref val="0"/>
          <dgm:bulletEnabled val="1"/>
        </dgm:presLayoutVars>
      </dgm:prSet>
      <dgm:spPr/>
    </dgm:pt>
    <dgm:pt modelId="{C7E289C2-58CD-44DA-B2B6-A0F3DA64C8D1}" type="pres">
      <dgm:prSet presAssocID="{658E000E-189E-4972-8363-B886DDBA1F44}" presName="quad3" presStyleLbl="node1" presStyleIdx="2" presStyleCnt="4">
        <dgm:presLayoutVars>
          <dgm:chMax val="0"/>
          <dgm:chPref val="0"/>
          <dgm:bulletEnabled val="1"/>
        </dgm:presLayoutVars>
      </dgm:prSet>
      <dgm:spPr/>
    </dgm:pt>
    <dgm:pt modelId="{E44DE0EB-0CC5-4AAC-AF3D-9A934FA27794}" type="pres">
      <dgm:prSet presAssocID="{658E000E-189E-4972-8363-B886DDBA1F44}" presName="quad4" presStyleLbl="node1" presStyleIdx="3" presStyleCnt="4">
        <dgm:presLayoutVars>
          <dgm:chMax val="0"/>
          <dgm:chPref val="0"/>
          <dgm:bulletEnabled val="1"/>
        </dgm:presLayoutVars>
      </dgm:prSet>
      <dgm:spPr/>
    </dgm:pt>
  </dgm:ptLst>
  <dgm:cxnLst>
    <dgm:cxn modelId="{46BE1E01-0A38-42C1-88A0-980044203929}" type="presOf" srcId="{D887BE79-58A4-42AC-806A-32B5CECF7148}" destId="{E8424972-3397-4897-BC4F-78FB64BBB4DC}" srcOrd="0" destOrd="0" presId="urn:microsoft.com/office/officeart/2005/8/layout/matrix3"/>
    <dgm:cxn modelId="{7A3B3417-36CA-4511-8F8A-73077B2D8E7A}" srcId="{658E000E-189E-4972-8363-B886DDBA1F44}" destId="{C0DB64CF-C1CF-4321-9B95-A62FDCE92F9D}" srcOrd="0" destOrd="0" parTransId="{36AAB3C7-1349-4077-980E-5DD73F09ECE5}" sibTransId="{DB6E8C11-A150-46AE-8F2A-45DDDC553AE3}"/>
    <dgm:cxn modelId="{66A99226-BC80-46FD-9727-A0AD8DDEFB4A}" srcId="{658E000E-189E-4972-8363-B886DDBA1F44}" destId="{DE1C7FA5-004F-4C2D-B2E5-9804C121D3CD}" srcOrd="2" destOrd="0" parTransId="{9B69BAD0-5FB7-40A6-86D4-0B9DC8C1B647}" sibTransId="{F5473367-B25B-4B82-93A3-7C3644C0E8F3}"/>
    <dgm:cxn modelId="{C345D929-3234-4632-81A8-49E0E10D9F9D}" type="presOf" srcId="{C0DB64CF-C1CF-4321-9B95-A62FDCE92F9D}" destId="{C29A2142-9EDD-4F1F-9C50-EFE8DE93383B}" srcOrd="0" destOrd="0" presId="urn:microsoft.com/office/officeart/2005/8/layout/matrix3"/>
    <dgm:cxn modelId="{9521162D-D93D-4F76-87F9-113630ABD3B6}" srcId="{658E000E-189E-4972-8363-B886DDBA1F44}" destId="{D887BE79-58A4-42AC-806A-32B5CECF7148}" srcOrd="1" destOrd="0" parTransId="{CACE03A3-87B7-4D7E-AF1A-B784DE3CECB1}" sibTransId="{3F01C14C-3CCE-4F63-BB8B-72CBE11692FF}"/>
    <dgm:cxn modelId="{2EFD8284-E9C3-4496-8801-651A2C2F0E04}" type="presOf" srcId="{DE1C7FA5-004F-4C2D-B2E5-9804C121D3CD}" destId="{C7E289C2-58CD-44DA-B2B6-A0F3DA64C8D1}" srcOrd="0" destOrd="0" presId="urn:microsoft.com/office/officeart/2005/8/layout/matrix3"/>
    <dgm:cxn modelId="{5CF43899-80E7-46ED-861F-BFDA71988EAF}" type="presOf" srcId="{658E000E-189E-4972-8363-B886DDBA1F44}" destId="{8BAB19B8-5312-40D7-89B8-AEE99242E8B3}" srcOrd="0" destOrd="0" presId="urn:microsoft.com/office/officeart/2005/8/layout/matrix3"/>
    <dgm:cxn modelId="{C29893B0-EFEB-4751-BE8F-8B07CA5F04AB}" type="presOf" srcId="{48C05A4D-9A51-48AE-A202-9E88B0CA3E5D}" destId="{E44DE0EB-0CC5-4AAC-AF3D-9A934FA27794}" srcOrd="0" destOrd="0" presId="urn:microsoft.com/office/officeart/2005/8/layout/matrix3"/>
    <dgm:cxn modelId="{4B754BDB-E5A0-4777-9340-14D0D42B45C9}" srcId="{658E000E-189E-4972-8363-B886DDBA1F44}" destId="{48C05A4D-9A51-48AE-A202-9E88B0CA3E5D}" srcOrd="3" destOrd="0" parTransId="{353B8931-F818-4326-9632-B109AD33E3DE}" sibTransId="{417FFCC3-7553-4C9E-839E-61667C0005C9}"/>
    <dgm:cxn modelId="{7A3339BD-104D-46A5-B680-9C19FDDA6C40}" type="presParOf" srcId="{8BAB19B8-5312-40D7-89B8-AEE99242E8B3}" destId="{5F944926-9F09-465F-B834-4EFF0B3A0B32}" srcOrd="0" destOrd="0" presId="urn:microsoft.com/office/officeart/2005/8/layout/matrix3"/>
    <dgm:cxn modelId="{49CF59FB-87AD-4B29-82F1-C7FB467F8D15}" type="presParOf" srcId="{8BAB19B8-5312-40D7-89B8-AEE99242E8B3}" destId="{C29A2142-9EDD-4F1F-9C50-EFE8DE93383B}" srcOrd="1" destOrd="0" presId="urn:microsoft.com/office/officeart/2005/8/layout/matrix3"/>
    <dgm:cxn modelId="{78BF6830-7405-406B-8E2B-99AF4E545272}" type="presParOf" srcId="{8BAB19B8-5312-40D7-89B8-AEE99242E8B3}" destId="{E8424972-3397-4897-BC4F-78FB64BBB4DC}" srcOrd="2" destOrd="0" presId="urn:microsoft.com/office/officeart/2005/8/layout/matrix3"/>
    <dgm:cxn modelId="{F059B88F-B9AF-4EF2-B6C9-2C958AC533DF}" type="presParOf" srcId="{8BAB19B8-5312-40D7-89B8-AEE99242E8B3}" destId="{C7E289C2-58CD-44DA-B2B6-A0F3DA64C8D1}" srcOrd="3" destOrd="0" presId="urn:microsoft.com/office/officeart/2005/8/layout/matrix3"/>
    <dgm:cxn modelId="{A191C107-A177-4650-B4A4-FDF1CE1C4048}" type="presParOf" srcId="{8BAB19B8-5312-40D7-89B8-AEE99242E8B3}" destId="{E44DE0EB-0CC5-4AAC-AF3D-9A934FA27794}"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615DF0E-2D17-4D52-A423-381524C70B0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F9AAFED-4D25-4631-9F8E-5ECEA1AD070A}">
      <dgm:prSet/>
      <dgm:spPr/>
      <dgm:t>
        <a:bodyPr/>
        <a:lstStyle/>
        <a:p>
          <a:r>
            <a:rPr lang="en-US"/>
            <a:t>Readiness is evaluated across two delivery paths.</a:t>
          </a:r>
        </a:p>
      </dgm:t>
    </dgm:pt>
    <dgm:pt modelId="{795B0522-3D25-48C7-AB2D-F48C62E4A94E}" type="parTrans" cxnId="{A06E224C-DCA2-4516-8C12-ADD6DACA070C}">
      <dgm:prSet/>
      <dgm:spPr/>
      <dgm:t>
        <a:bodyPr/>
        <a:lstStyle/>
        <a:p>
          <a:endParaRPr lang="en-US"/>
        </a:p>
      </dgm:t>
    </dgm:pt>
    <dgm:pt modelId="{3372FAF0-C031-46EA-95AA-68C9354A5778}" type="sibTrans" cxnId="{A06E224C-DCA2-4516-8C12-ADD6DACA070C}">
      <dgm:prSet/>
      <dgm:spPr/>
      <dgm:t>
        <a:bodyPr/>
        <a:lstStyle/>
        <a:p>
          <a:endParaRPr lang="en-US"/>
        </a:p>
      </dgm:t>
    </dgm:pt>
    <dgm:pt modelId="{4243C7FE-D3FB-42CE-9B08-349A1C64A2E5}">
      <dgm:prSet/>
      <dgm:spPr/>
      <dgm:t>
        <a:bodyPr/>
        <a:lstStyle/>
        <a:p>
          <a:r>
            <a:rPr lang="en-US"/>
            <a:t>First, certification-aligned instructor-led delivery.</a:t>
          </a:r>
        </a:p>
      </dgm:t>
    </dgm:pt>
    <dgm:pt modelId="{AB988633-0443-4AB7-9065-F453417DC9DC}" type="parTrans" cxnId="{ECF2ABA9-C556-4712-A2FE-7643F34E1D5C}">
      <dgm:prSet/>
      <dgm:spPr/>
      <dgm:t>
        <a:bodyPr/>
        <a:lstStyle/>
        <a:p>
          <a:endParaRPr lang="en-US"/>
        </a:p>
      </dgm:t>
    </dgm:pt>
    <dgm:pt modelId="{CFCAFD10-CCB3-4A39-929D-7F85D27DC223}" type="sibTrans" cxnId="{ECF2ABA9-C556-4712-A2FE-7643F34E1D5C}">
      <dgm:prSet/>
      <dgm:spPr/>
      <dgm:t>
        <a:bodyPr/>
        <a:lstStyle/>
        <a:p>
          <a:endParaRPr lang="en-US"/>
        </a:p>
      </dgm:t>
    </dgm:pt>
    <dgm:pt modelId="{7D9D0511-2380-42FD-A924-A4E4BA5BB9D8}">
      <dgm:prSet/>
      <dgm:spPr/>
      <dgm:t>
        <a:bodyPr/>
        <a:lstStyle/>
        <a:p>
          <a:r>
            <a:rPr lang="en-US"/>
            <a:t>Second, mock-based capability validation.</a:t>
          </a:r>
        </a:p>
      </dgm:t>
    </dgm:pt>
    <dgm:pt modelId="{15A0FFF9-AD30-48A1-A99C-89557D0EBEED}" type="parTrans" cxnId="{9A5069AF-D2CD-4361-8321-B4DBFF99EAEA}">
      <dgm:prSet/>
      <dgm:spPr/>
      <dgm:t>
        <a:bodyPr/>
        <a:lstStyle/>
        <a:p>
          <a:endParaRPr lang="en-US"/>
        </a:p>
      </dgm:t>
    </dgm:pt>
    <dgm:pt modelId="{915681A7-2D98-497F-BEDF-3A1718E3845D}" type="sibTrans" cxnId="{9A5069AF-D2CD-4361-8321-B4DBFF99EAEA}">
      <dgm:prSet/>
      <dgm:spPr/>
      <dgm:t>
        <a:bodyPr/>
        <a:lstStyle/>
        <a:p>
          <a:endParaRPr lang="en-US"/>
        </a:p>
      </dgm:t>
    </dgm:pt>
    <dgm:pt modelId="{A6466CBA-DCC1-4E24-9CAF-B03D604915FA}">
      <dgm:prSet/>
      <dgm:spPr/>
      <dgm:t>
        <a:bodyPr/>
        <a:lstStyle/>
        <a:p>
          <a:r>
            <a:rPr lang="en-US"/>
            <a:t>Both are assessed independently before a final decision.</a:t>
          </a:r>
        </a:p>
      </dgm:t>
    </dgm:pt>
    <dgm:pt modelId="{03AFB69B-7638-4931-AE1A-0F73A83EAE0F}" type="parTrans" cxnId="{E7B6006F-2829-488D-AEB4-7AB13979A309}">
      <dgm:prSet/>
      <dgm:spPr/>
      <dgm:t>
        <a:bodyPr/>
        <a:lstStyle/>
        <a:p>
          <a:endParaRPr lang="en-US"/>
        </a:p>
      </dgm:t>
    </dgm:pt>
    <dgm:pt modelId="{649FA710-1103-48FC-994F-3DDC7D5588ED}" type="sibTrans" cxnId="{E7B6006F-2829-488D-AEB4-7AB13979A309}">
      <dgm:prSet/>
      <dgm:spPr/>
      <dgm:t>
        <a:bodyPr/>
        <a:lstStyle/>
        <a:p>
          <a:endParaRPr lang="en-US"/>
        </a:p>
      </dgm:t>
    </dgm:pt>
    <dgm:pt modelId="{B6335EB9-E6D9-4A00-9C31-868C67008CD4}" type="pres">
      <dgm:prSet presAssocID="{2615DF0E-2D17-4D52-A423-381524C70B0F}" presName="root" presStyleCnt="0">
        <dgm:presLayoutVars>
          <dgm:dir/>
          <dgm:resizeHandles val="exact"/>
        </dgm:presLayoutVars>
      </dgm:prSet>
      <dgm:spPr/>
    </dgm:pt>
    <dgm:pt modelId="{FECA2A04-D696-44D7-898B-D9876FDCA792}" type="pres">
      <dgm:prSet presAssocID="{9F9AAFED-4D25-4631-9F8E-5ECEA1AD070A}" presName="compNode" presStyleCnt="0"/>
      <dgm:spPr/>
    </dgm:pt>
    <dgm:pt modelId="{793C98F4-5377-4D79-9951-BD75A427AC9A}" type="pres">
      <dgm:prSet presAssocID="{9F9AAFED-4D25-4631-9F8E-5ECEA1AD070A}" presName="bgRect" presStyleLbl="bgShp" presStyleIdx="0" presStyleCnt="4"/>
      <dgm:spPr/>
    </dgm:pt>
    <dgm:pt modelId="{1C911B60-39CF-4E19-841F-2F5F22685071}" type="pres">
      <dgm:prSet presAssocID="{9F9AAFED-4D25-4631-9F8E-5ECEA1AD070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AD4D414E-4FC8-42B4-A8FB-7F1532063E14}" type="pres">
      <dgm:prSet presAssocID="{9F9AAFED-4D25-4631-9F8E-5ECEA1AD070A}" presName="spaceRect" presStyleCnt="0"/>
      <dgm:spPr/>
    </dgm:pt>
    <dgm:pt modelId="{21DCCDCB-DB9E-4485-B573-1464ED521C7B}" type="pres">
      <dgm:prSet presAssocID="{9F9AAFED-4D25-4631-9F8E-5ECEA1AD070A}" presName="parTx" presStyleLbl="revTx" presStyleIdx="0" presStyleCnt="4">
        <dgm:presLayoutVars>
          <dgm:chMax val="0"/>
          <dgm:chPref val="0"/>
        </dgm:presLayoutVars>
      </dgm:prSet>
      <dgm:spPr/>
    </dgm:pt>
    <dgm:pt modelId="{C3F586D6-EB4E-4B56-BCB7-8A00E5D3600B}" type="pres">
      <dgm:prSet presAssocID="{3372FAF0-C031-46EA-95AA-68C9354A5778}" presName="sibTrans" presStyleCnt="0"/>
      <dgm:spPr/>
    </dgm:pt>
    <dgm:pt modelId="{0B9EA158-69C1-4D66-99B4-DD9005A47E69}" type="pres">
      <dgm:prSet presAssocID="{4243C7FE-D3FB-42CE-9B08-349A1C64A2E5}" presName="compNode" presStyleCnt="0"/>
      <dgm:spPr/>
    </dgm:pt>
    <dgm:pt modelId="{143ADC9B-CD44-43D7-ACD5-85282620319F}" type="pres">
      <dgm:prSet presAssocID="{4243C7FE-D3FB-42CE-9B08-349A1C64A2E5}" presName="bgRect" presStyleLbl="bgShp" presStyleIdx="1" presStyleCnt="4"/>
      <dgm:spPr/>
    </dgm:pt>
    <dgm:pt modelId="{31F749B7-E2C3-417A-A816-0537C50C3295}" type="pres">
      <dgm:prSet presAssocID="{4243C7FE-D3FB-42CE-9B08-349A1C64A2E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ploma Roll"/>
        </a:ext>
      </dgm:extLst>
    </dgm:pt>
    <dgm:pt modelId="{77775B99-B297-418C-A66E-49E50E468D67}" type="pres">
      <dgm:prSet presAssocID="{4243C7FE-D3FB-42CE-9B08-349A1C64A2E5}" presName="spaceRect" presStyleCnt="0"/>
      <dgm:spPr/>
    </dgm:pt>
    <dgm:pt modelId="{29BE18A1-419C-4D7A-B5E0-19D4A4A7B1D8}" type="pres">
      <dgm:prSet presAssocID="{4243C7FE-D3FB-42CE-9B08-349A1C64A2E5}" presName="parTx" presStyleLbl="revTx" presStyleIdx="1" presStyleCnt="4">
        <dgm:presLayoutVars>
          <dgm:chMax val="0"/>
          <dgm:chPref val="0"/>
        </dgm:presLayoutVars>
      </dgm:prSet>
      <dgm:spPr/>
    </dgm:pt>
    <dgm:pt modelId="{CE6CD847-C96C-4264-A82A-928482697906}" type="pres">
      <dgm:prSet presAssocID="{CFCAFD10-CCB3-4A39-929D-7F85D27DC223}" presName="sibTrans" presStyleCnt="0"/>
      <dgm:spPr/>
    </dgm:pt>
    <dgm:pt modelId="{04A5C0BE-A110-41BA-925C-7D35CBCE7B27}" type="pres">
      <dgm:prSet presAssocID="{7D9D0511-2380-42FD-A924-A4E4BA5BB9D8}" presName="compNode" presStyleCnt="0"/>
      <dgm:spPr/>
    </dgm:pt>
    <dgm:pt modelId="{43BEB20C-632C-4A4A-B3D4-AA45E59FCDC1}" type="pres">
      <dgm:prSet presAssocID="{7D9D0511-2380-42FD-A924-A4E4BA5BB9D8}" presName="bgRect" presStyleLbl="bgShp" presStyleIdx="2" presStyleCnt="4"/>
      <dgm:spPr/>
    </dgm:pt>
    <dgm:pt modelId="{93A54927-6EF5-428C-B4DE-2134AC5E8593}" type="pres">
      <dgm:prSet presAssocID="{7D9D0511-2380-42FD-A924-A4E4BA5BB9D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ntract"/>
        </a:ext>
      </dgm:extLst>
    </dgm:pt>
    <dgm:pt modelId="{2F760258-F752-4C43-9131-7C091709AD70}" type="pres">
      <dgm:prSet presAssocID="{7D9D0511-2380-42FD-A924-A4E4BA5BB9D8}" presName="spaceRect" presStyleCnt="0"/>
      <dgm:spPr/>
    </dgm:pt>
    <dgm:pt modelId="{D7974A33-2A29-4102-BC7F-69E9B56BEAB7}" type="pres">
      <dgm:prSet presAssocID="{7D9D0511-2380-42FD-A924-A4E4BA5BB9D8}" presName="parTx" presStyleLbl="revTx" presStyleIdx="2" presStyleCnt="4">
        <dgm:presLayoutVars>
          <dgm:chMax val="0"/>
          <dgm:chPref val="0"/>
        </dgm:presLayoutVars>
      </dgm:prSet>
      <dgm:spPr/>
    </dgm:pt>
    <dgm:pt modelId="{464DCF41-6110-4DBB-83A3-AFCD44EDCE96}" type="pres">
      <dgm:prSet presAssocID="{915681A7-2D98-497F-BEDF-3A1718E3845D}" presName="sibTrans" presStyleCnt="0"/>
      <dgm:spPr/>
    </dgm:pt>
    <dgm:pt modelId="{F0B0ECB5-F63F-4735-A77D-C7CD2BB64984}" type="pres">
      <dgm:prSet presAssocID="{A6466CBA-DCC1-4E24-9CAF-B03D604915FA}" presName="compNode" presStyleCnt="0"/>
      <dgm:spPr/>
    </dgm:pt>
    <dgm:pt modelId="{53C10BDD-F795-47A0-9612-DF95CF380BA5}" type="pres">
      <dgm:prSet presAssocID="{A6466CBA-DCC1-4E24-9CAF-B03D604915FA}" presName="bgRect" presStyleLbl="bgShp" presStyleIdx="3" presStyleCnt="4"/>
      <dgm:spPr/>
    </dgm:pt>
    <dgm:pt modelId="{6EDBA80E-BB9F-42A2-A515-3C719E2D8203}" type="pres">
      <dgm:prSet presAssocID="{A6466CBA-DCC1-4E24-9CAF-B03D604915F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vel"/>
        </a:ext>
      </dgm:extLst>
    </dgm:pt>
    <dgm:pt modelId="{DBBB6445-CFFB-44E2-BC3F-C6CB504CCC60}" type="pres">
      <dgm:prSet presAssocID="{A6466CBA-DCC1-4E24-9CAF-B03D604915FA}" presName="spaceRect" presStyleCnt="0"/>
      <dgm:spPr/>
    </dgm:pt>
    <dgm:pt modelId="{24E6478B-088B-409D-8B0D-783CB65C896F}" type="pres">
      <dgm:prSet presAssocID="{A6466CBA-DCC1-4E24-9CAF-B03D604915FA}" presName="parTx" presStyleLbl="revTx" presStyleIdx="3" presStyleCnt="4">
        <dgm:presLayoutVars>
          <dgm:chMax val="0"/>
          <dgm:chPref val="0"/>
        </dgm:presLayoutVars>
      </dgm:prSet>
      <dgm:spPr/>
    </dgm:pt>
  </dgm:ptLst>
  <dgm:cxnLst>
    <dgm:cxn modelId="{B9019510-8A08-4EE9-A23E-D50D1FF389D7}" type="presOf" srcId="{A6466CBA-DCC1-4E24-9CAF-B03D604915FA}" destId="{24E6478B-088B-409D-8B0D-783CB65C896F}" srcOrd="0" destOrd="0" presId="urn:microsoft.com/office/officeart/2018/2/layout/IconVerticalSolidList"/>
    <dgm:cxn modelId="{8899C716-09A5-4697-BC04-5712BF482AA5}" type="presOf" srcId="{2615DF0E-2D17-4D52-A423-381524C70B0F}" destId="{B6335EB9-E6D9-4A00-9C31-868C67008CD4}" srcOrd="0" destOrd="0" presId="urn:microsoft.com/office/officeart/2018/2/layout/IconVerticalSolidList"/>
    <dgm:cxn modelId="{A06E224C-DCA2-4516-8C12-ADD6DACA070C}" srcId="{2615DF0E-2D17-4D52-A423-381524C70B0F}" destId="{9F9AAFED-4D25-4631-9F8E-5ECEA1AD070A}" srcOrd="0" destOrd="0" parTransId="{795B0522-3D25-48C7-AB2D-F48C62E4A94E}" sibTransId="{3372FAF0-C031-46EA-95AA-68C9354A5778}"/>
    <dgm:cxn modelId="{1534436C-08AB-451A-8AA4-4DD9A86BAA17}" type="presOf" srcId="{4243C7FE-D3FB-42CE-9B08-349A1C64A2E5}" destId="{29BE18A1-419C-4D7A-B5E0-19D4A4A7B1D8}" srcOrd="0" destOrd="0" presId="urn:microsoft.com/office/officeart/2018/2/layout/IconVerticalSolidList"/>
    <dgm:cxn modelId="{A66ADA6C-C8F9-4261-9751-4205F16845F8}" type="presOf" srcId="{7D9D0511-2380-42FD-A924-A4E4BA5BB9D8}" destId="{D7974A33-2A29-4102-BC7F-69E9B56BEAB7}" srcOrd="0" destOrd="0" presId="urn:microsoft.com/office/officeart/2018/2/layout/IconVerticalSolidList"/>
    <dgm:cxn modelId="{E7B6006F-2829-488D-AEB4-7AB13979A309}" srcId="{2615DF0E-2D17-4D52-A423-381524C70B0F}" destId="{A6466CBA-DCC1-4E24-9CAF-B03D604915FA}" srcOrd="3" destOrd="0" parTransId="{03AFB69B-7638-4931-AE1A-0F73A83EAE0F}" sibTransId="{649FA710-1103-48FC-994F-3DDC7D5588ED}"/>
    <dgm:cxn modelId="{ECF2ABA9-C556-4712-A2FE-7643F34E1D5C}" srcId="{2615DF0E-2D17-4D52-A423-381524C70B0F}" destId="{4243C7FE-D3FB-42CE-9B08-349A1C64A2E5}" srcOrd="1" destOrd="0" parTransId="{AB988633-0443-4AB7-9065-F453417DC9DC}" sibTransId="{CFCAFD10-CCB3-4A39-929D-7F85D27DC223}"/>
    <dgm:cxn modelId="{9A5069AF-D2CD-4361-8321-B4DBFF99EAEA}" srcId="{2615DF0E-2D17-4D52-A423-381524C70B0F}" destId="{7D9D0511-2380-42FD-A924-A4E4BA5BB9D8}" srcOrd="2" destOrd="0" parTransId="{15A0FFF9-AD30-48A1-A99C-89557D0EBEED}" sibTransId="{915681A7-2D98-497F-BEDF-3A1718E3845D}"/>
    <dgm:cxn modelId="{24280EE5-6439-4111-82ED-37C848602BEF}" type="presOf" srcId="{9F9AAFED-4D25-4631-9F8E-5ECEA1AD070A}" destId="{21DCCDCB-DB9E-4485-B573-1464ED521C7B}" srcOrd="0" destOrd="0" presId="urn:microsoft.com/office/officeart/2018/2/layout/IconVerticalSolidList"/>
    <dgm:cxn modelId="{B62756E3-E568-458A-9E95-726C29D335BE}" type="presParOf" srcId="{B6335EB9-E6D9-4A00-9C31-868C67008CD4}" destId="{FECA2A04-D696-44D7-898B-D9876FDCA792}" srcOrd="0" destOrd="0" presId="urn:microsoft.com/office/officeart/2018/2/layout/IconVerticalSolidList"/>
    <dgm:cxn modelId="{23955606-46B5-4B45-81B3-CAC1C65446E5}" type="presParOf" srcId="{FECA2A04-D696-44D7-898B-D9876FDCA792}" destId="{793C98F4-5377-4D79-9951-BD75A427AC9A}" srcOrd="0" destOrd="0" presId="urn:microsoft.com/office/officeart/2018/2/layout/IconVerticalSolidList"/>
    <dgm:cxn modelId="{09376295-5E8A-41C2-94A9-F05F0F9728D5}" type="presParOf" srcId="{FECA2A04-D696-44D7-898B-D9876FDCA792}" destId="{1C911B60-39CF-4E19-841F-2F5F22685071}" srcOrd="1" destOrd="0" presId="urn:microsoft.com/office/officeart/2018/2/layout/IconVerticalSolidList"/>
    <dgm:cxn modelId="{EEC23A1A-CCC2-41CC-986F-65C04874C2DC}" type="presParOf" srcId="{FECA2A04-D696-44D7-898B-D9876FDCA792}" destId="{AD4D414E-4FC8-42B4-A8FB-7F1532063E14}" srcOrd="2" destOrd="0" presId="urn:microsoft.com/office/officeart/2018/2/layout/IconVerticalSolidList"/>
    <dgm:cxn modelId="{B98E22B6-AF9C-4352-B06E-59608EC4133A}" type="presParOf" srcId="{FECA2A04-D696-44D7-898B-D9876FDCA792}" destId="{21DCCDCB-DB9E-4485-B573-1464ED521C7B}" srcOrd="3" destOrd="0" presId="urn:microsoft.com/office/officeart/2018/2/layout/IconVerticalSolidList"/>
    <dgm:cxn modelId="{35E86482-BD9B-46C6-A4C3-FD3C070B1339}" type="presParOf" srcId="{B6335EB9-E6D9-4A00-9C31-868C67008CD4}" destId="{C3F586D6-EB4E-4B56-BCB7-8A00E5D3600B}" srcOrd="1" destOrd="0" presId="urn:microsoft.com/office/officeart/2018/2/layout/IconVerticalSolidList"/>
    <dgm:cxn modelId="{43DD6722-BC50-46CD-8E68-A7E7877DAC38}" type="presParOf" srcId="{B6335EB9-E6D9-4A00-9C31-868C67008CD4}" destId="{0B9EA158-69C1-4D66-99B4-DD9005A47E69}" srcOrd="2" destOrd="0" presId="urn:microsoft.com/office/officeart/2018/2/layout/IconVerticalSolidList"/>
    <dgm:cxn modelId="{4989B5E8-711E-4224-966C-08BC1885AF12}" type="presParOf" srcId="{0B9EA158-69C1-4D66-99B4-DD9005A47E69}" destId="{143ADC9B-CD44-43D7-ACD5-85282620319F}" srcOrd="0" destOrd="0" presId="urn:microsoft.com/office/officeart/2018/2/layout/IconVerticalSolidList"/>
    <dgm:cxn modelId="{7117EABB-D2F5-42FB-967A-121CC707AA71}" type="presParOf" srcId="{0B9EA158-69C1-4D66-99B4-DD9005A47E69}" destId="{31F749B7-E2C3-417A-A816-0537C50C3295}" srcOrd="1" destOrd="0" presId="urn:microsoft.com/office/officeart/2018/2/layout/IconVerticalSolidList"/>
    <dgm:cxn modelId="{C4FCAE20-DCE4-4B87-BC6B-087EE1DD0FE8}" type="presParOf" srcId="{0B9EA158-69C1-4D66-99B4-DD9005A47E69}" destId="{77775B99-B297-418C-A66E-49E50E468D67}" srcOrd="2" destOrd="0" presId="urn:microsoft.com/office/officeart/2018/2/layout/IconVerticalSolidList"/>
    <dgm:cxn modelId="{F514B7C1-172C-47F2-9333-3E7D221C4E4A}" type="presParOf" srcId="{0B9EA158-69C1-4D66-99B4-DD9005A47E69}" destId="{29BE18A1-419C-4D7A-B5E0-19D4A4A7B1D8}" srcOrd="3" destOrd="0" presId="urn:microsoft.com/office/officeart/2018/2/layout/IconVerticalSolidList"/>
    <dgm:cxn modelId="{8ED34BF7-5E3D-4048-BCAF-400E7A965987}" type="presParOf" srcId="{B6335EB9-E6D9-4A00-9C31-868C67008CD4}" destId="{CE6CD847-C96C-4264-A82A-928482697906}" srcOrd="3" destOrd="0" presId="urn:microsoft.com/office/officeart/2018/2/layout/IconVerticalSolidList"/>
    <dgm:cxn modelId="{4F9C3970-804E-4725-AC13-07403E40C528}" type="presParOf" srcId="{B6335EB9-E6D9-4A00-9C31-868C67008CD4}" destId="{04A5C0BE-A110-41BA-925C-7D35CBCE7B27}" srcOrd="4" destOrd="0" presId="urn:microsoft.com/office/officeart/2018/2/layout/IconVerticalSolidList"/>
    <dgm:cxn modelId="{0E500684-53A3-4D57-ADF0-EF50777C2805}" type="presParOf" srcId="{04A5C0BE-A110-41BA-925C-7D35CBCE7B27}" destId="{43BEB20C-632C-4A4A-B3D4-AA45E59FCDC1}" srcOrd="0" destOrd="0" presId="urn:microsoft.com/office/officeart/2018/2/layout/IconVerticalSolidList"/>
    <dgm:cxn modelId="{184A9824-639C-4894-A237-A4EE03C1E798}" type="presParOf" srcId="{04A5C0BE-A110-41BA-925C-7D35CBCE7B27}" destId="{93A54927-6EF5-428C-B4DE-2134AC5E8593}" srcOrd="1" destOrd="0" presId="urn:microsoft.com/office/officeart/2018/2/layout/IconVerticalSolidList"/>
    <dgm:cxn modelId="{82B754C0-84EA-4A01-9598-D1C41CF9FCDC}" type="presParOf" srcId="{04A5C0BE-A110-41BA-925C-7D35CBCE7B27}" destId="{2F760258-F752-4C43-9131-7C091709AD70}" srcOrd="2" destOrd="0" presId="urn:microsoft.com/office/officeart/2018/2/layout/IconVerticalSolidList"/>
    <dgm:cxn modelId="{6A0514A9-A2B4-4D8D-BD84-AF30E915214D}" type="presParOf" srcId="{04A5C0BE-A110-41BA-925C-7D35CBCE7B27}" destId="{D7974A33-2A29-4102-BC7F-69E9B56BEAB7}" srcOrd="3" destOrd="0" presId="urn:microsoft.com/office/officeart/2018/2/layout/IconVerticalSolidList"/>
    <dgm:cxn modelId="{3AA216DC-72EB-483C-9DD2-96FBCE483655}" type="presParOf" srcId="{B6335EB9-E6D9-4A00-9C31-868C67008CD4}" destId="{464DCF41-6110-4DBB-83A3-AFCD44EDCE96}" srcOrd="5" destOrd="0" presId="urn:microsoft.com/office/officeart/2018/2/layout/IconVerticalSolidList"/>
    <dgm:cxn modelId="{DB10F0C4-E704-4499-ACAB-99BA06612EDE}" type="presParOf" srcId="{B6335EB9-E6D9-4A00-9C31-868C67008CD4}" destId="{F0B0ECB5-F63F-4735-A77D-C7CD2BB64984}" srcOrd="6" destOrd="0" presId="urn:microsoft.com/office/officeart/2018/2/layout/IconVerticalSolidList"/>
    <dgm:cxn modelId="{634CADD2-F936-4C03-A357-2764BF0DA1CF}" type="presParOf" srcId="{F0B0ECB5-F63F-4735-A77D-C7CD2BB64984}" destId="{53C10BDD-F795-47A0-9612-DF95CF380BA5}" srcOrd="0" destOrd="0" presId="urn:microsoft.com/office/officeart/2018/2/layout/IconVerticalSolidList"/>
    <dgm:cxn modelId="{10D85F1D-6EEF-4F4E-923A-4699B7B48D5C}" type="presParOf" srcId="{F0B0ECB5-F63F-4735-A77D-C7CD2BB64984}" destId="{6EDBA80E-BB9F-42A2-A515-3C719E2D8203}" srcOrd="1" destOrd="0" presId="urn:microsoft.com/office/officeart/2018/2/layout/IconVerticalSolidList"/>
    <dgm:cxn modelId="{4DFC3498-E917-48DE-AECC-B1D4554DBD88}" type="presParOf" srcId="{F0B0ECB5-F63F-4735-A77D-C7CD2BB64984}" destId="{DBBB6445-CFFB-44E2-BC3F-C6CB504CCC60}" srcOrd="2" destOrd="0" presId="urn:microsoft.com/office/officeart/2018/2/layout/IconVerticalSolidList"/>
    <dgm:cxn modelId="{642E9476-B912-451E-96FA-FC561B7F3337}" type="presParOf" srcId="{F0B0ECB5-F63F-4735-A77D-C7CD2BB64984}" destId="{24E6478B-088B-409D-8B0D-783CB65C896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7F049FF-6E10-412D-8EE3-66FADC10D45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A7463B8-0D19-45C9-AB90-DEE9FF984946}">
      <dgm:prSet/>
      <dgm:spPr/>
      <dgm:t>
        <a:bodyPr/>
        <a:lstStyle/>
        <a:p>
          <a:r>
            <a:rPr lang="en-US"/>
            <a:t>The trainer must explain concepts clearly, not just demonstrate steps.</a:t>
          </a:r>
        </a:p>
      </dgm:t>
    </dgm:pt>
    <dgm:pt modelId="{BCB02942-C1D3-4E8F-A341-1EF2D3F467E0}" type="parTrans" cxnId="{9A8C55C3-082B-406A-BDD3-C8D6E45DA63B}">
      <dgm:prSet/>
      <dgm:spPr/>
      <dgm:t>
        <a:bodyPr/>
        <a:lstStyle/>
        <a:p>
          <a:endParaRPr lang="en-US"/>
        </a:p>
      </dgm:t>
    </dgm:pt>
    <dgm:pt modelId="{BD88AAC5-D48A-4362-9F4B-7989F038BC0E}" type="sibTrans" cxnId="{9A8C55C3-082B-406A-BDD3-C8D6E45DA63B}">
      <dgm:prSet/>
      <dgm:spPr/>
      <dgm:t>
        <a:bodyPr/>
        <a:lstStyle/>
        <a:p>
          <a:endParaRPr lang="en-US"/>
        </a:p>
      </dgm:t>
    </dgm:pt>
    <dgm:pt modelId="{3D7F639E-C402-4611-8E36-4C71A3EA70CF}">
      <dgm:prSet/>
      <dgm:spPr/>
      <dgm:t>
        <a:bodyPr/>
        <a:lstStyle/>
        <a:p>
          <a:r>
            <a:rPr lang="en-US"/>
            <a:t>Delivery must align with exam objectives and real-world usage.</a:t>
          </a:r>
        </a:p>
      </dgm:t>
    </dgm:pt>
    <dgm:pt modelId="{8CCB9E9E-49FE-4629-BAA2-41377609C3A0}" type="parTrans" cxnId="{DF937947-3263-402E-9D15-CCD40A0C0AA2}">
      <dgm:prSet/>
      <dgm:spPr/>
      <dgm:t>
        <a:bodyPr/>
        <a:lstStyle/>
        <a:p>
          <a:endParaRPr lang="en-US"/>
        </a:p>
      </dgm:t>
    </dgm:pt>
    <dgm:pt modelId="{B46CBF11-FA89-4721-80AD-2EE5BF8B43D5}" type="sibTrans" cxnId="{DF937947-3263-402E-9D15-CCD40A0C0AA2}">
      <dgm:prSet/>
      <dgm:spPr/>
      <dgm:t>
        <a:bodyPr/>
        <a:lstStyle/>
        <a:p>
          <a:endParaRPr lang="en-US"/>
        </a:p>
      </dgm:t>
    </dgm:pt>
    <dgm:pt modelId="{3BB67BF7-B428-4F59-8071-A8041B12B8FE}">
      <dgm:prSet/>
      <dgm:spPr/>
      <dgm:t>
        <a:bodyPr/>
        <a:lstStyle/>
        <a:p>
          <a:r>
            <a:rPr lang="en-US"/>
            <a:t>Learners must understand why a concept exists and where it is applied.</a:t>
          </a:r>
        </a:p>
      </dgm:t>
    </dgm:pt>
    <dgm:pt modelId="{C321640E-587C-4ED9-9F2F-24A45C264B4D}" type="parTrans" cxnId="{A0F16D1A-B179-4EA6-B2EC-3390427F9422}">
      <dgm:prSet/>
      <dgm:spPr/>
      <dgm:t>
        <a:bodyPr/>
        <a:lstStyle/>
        <a:p>
          <a:endParaRPr lang="en-US"/>
        </a:p>
      </dgm:t>
    </dgm:pt>
    <dgm:pt modelId="{52A35CC5-D3AD-4B7A-9706-341B7FBD3FA7}" type="sibTrans" cxnId="{A0F16D1A-B179-4EA6-B2EC-3390427F9422}">
      <dgm:prSet/>
      <dgm:spPr/>
      <dgm:t>
        <a:bodyPr/>
        <a:lstStyle/>
        <a:p>
          <a:endParaRPr lang="en-US"/>
        </a:p>
      </dgm:t>
    </dgm:pt>
    <dgm:pt modelId="{6A088405-EF01-4D11-A3E7-6828EE9060B3}" type="pres">
      <dgm:prSet presAssocID="{F7F049FF-6E10-412D-8EE3-66FADC10D45A}" presName="root" presStyleCnt="0">
        <dgm:presLayoutVars>
          <dgm:dir/>
          <dgm:resizeHandles val="exact"/>
        </dgm:presLayoutVars>
      </dgm:prSet>
      <dgm:spPr/>
    </dgm:pt>
    <dgm:pt modelId="{198C0CF0-8B7F-415D-8D6F-801E358153D3}" type="pres">
      <dgm:prSet presAssocID="{EA7463B8-0D19-45C9-AB90-DEE9FF984946}" presName="compNode" presStyleCnt="0"/>
      <dgm:spPr/>
    </dgm:pt>
    <dgm:pt modelId="{807E1459-0C43-4C40-A5FF-5513ED10404C}" type="pres">
      <dgm:prSet presAssocID="{EA7463B8-0D19-45C9-AB90-DEE9FF984946}" presName="bgRect" presStyleLbl="bgShp" presStyleIdx="0" presStyleCnt="3"/>
      <dgm:spPr/>
    </dgm:pt>
    <dgm:pt modelId="{BBE8AB9E-CF34-4C46-B62E-4891B2FB8845}" type="pres">
      <dgm:prSet presAssocID="{EA7463B8-0D19-45C9-AB90-DEE9FF98494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acher"/>
        </a:ext>
      </dgm:extLst>
    </dgm:pt>
    <dgm:pt modelId="{E5817387-47EC-417A-B111-B378A1540B82}" type="pres">
      <dgm:prSet presAssocID="{EA7463B8-0D19-45C9-AB90-DEE9FF984946}" presName="spaceRect" presStyleCnt="0"/>
      <dgm:spPr/>
    </dgm:pt>
    <dgm:pt modelId="{A60EB553-104E-435D-AA44-93C6A3B644B0}" type="pres">
      <dgm:prSet presAssocID="{EA7463B8-0D19-45C9-AB90-DEE9FF984946}" presName="parTx" presStyleLbl="revTx" presStyleIdx="0" presStyleCnt="3">
        <dgm:presLayoutVars>
          <dgm:chMax val="0"/>
          <dgm:chPref val="0"/>
        </dgm:presLayoutVars>
      </dgm:prSet>
      <dgm:spPr/>
    </dgm:pt>
    <dgm:pt modelId="{AE8B9484-212A-4B2D-B5E4-78CD3572BC01}" type="pres">
      <dgm:prSet presAssocID="{BD88AAC5-D48A-4362-9F4B-7989F038BC0E}" presName="sibTrans" presStyleCnt="0"/>
      <dgm:spPr/>
    </dgm:pt>
    <dgm:pt modelId="{326B4B2C-93D0-4901-A017-043C98FB27D4}" type="pres">
      <dgm:prSet presAssocID="{3D7F639E-C402-4611-8E36-4C71A3EA70CF}" presName="compNode" presStyleCnt="0"/>
      <dgm:spPr/>
    </dgm:pt>
    <dgm:pt modelId="{5B62B680-BD7A-46B1-BE4A-F16D417BD72C}" type="pres">
      <dgm:prSet presAssocID="{3D7F639E-C402-4611-8E36-4C71A3EA70CF}" presName="bgRect" presStyleLbl="bgShp" presStyleIdx="1" presStyleCnt="3"/>
      <dgm:spPr/>
    </dgm:pt>
    <dgm:pt modelId="{C8FD3C23-E4B2-42D7-B075-6BAF9560E6A0}" type="pres">
      <dgm:prSet presAssocID="{3D7F639E-C402-4611-8E36-4C71A3EA70C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oot"/>
        </a:ext>
      </dgm:extLst>
    </dgm:pt>
    <dgm:pt modelId="{385CEC49-004D-418C-8627-DCCC9AB50CA7}" type="pres">
      <dgm:prSet presAssocID="{3D7F639E-C402-4611-8E36-4C71A3EA70CF}" presName="spaceRect" presStyleCnt="0"/>
      <dgm:spPr/>
    </dgm:pt>
    <dgm:pt modelId="{08D94A54-C621-4E74-AABF-E2581C6E308B}" type="pres">
      <dgm:prSet presAssocID="{3D7F639E-C402-4611-8E36-4C71A3EA70CF}" presName="parTx" presStyleLbl="revTx" presStyleIdx="1" presStyleCnt="3">
        <dgm:presLayoutVars>
          <dgm:chMax val="0"/>
          <dgm:chPref val="0"/>
        </dgm:presLayoutVars>
      </dgm:prSet>
      <dgm:spPr/>
    </dgm:pt>
    <dgm:pt modelId="{FF93A1BC-08DF-4BC3-BB04-D7F8ADD1B693}" type="pres">
      <dgm:prSet presAssocID="{B46CBF11-FA89-4721-80AD-2EE5BF8B43D5}" presName="sibTrans" presStyleCnt="0"/>
      <dgm:spPr/>
    </dgm:pt>
    <dgm:pt modelId="{D9F081A2-951C-4A54-967A-C6850D1A1775}" type="pres">
      <dgm:prSet presAssocID="{3BB67BF7-B428-4F59-8071-A8041B12B8FE}" presName="compNode" presStyleCnt="0"/>
      <dgm:spPr/>
    </dgm:pt>
    <dgm:pt modelId="{899C3C98-8F37-41A2-B596-34AEEF4487A2}" type="pres">
      <dgm:prSet presAssocID="{3BB67BF7-B428-4F59-8071-A8041B12B8FE}" presName="bgRect" presStyleLbl="bgShp" presStyleIdx="2" presStyleCnt="3"/>
      <dgm:spPr/>
    </dgm:pt>
    <dgm:pt modelId="{DA33489A-C1B0-44D4-8212-18C8A96E4D19}" type="pres">
      <dgm:prSet presAssocID="{3BB67BF7-B428-4F59-8071-A8041B12B8F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ze"/>
        </a:ext>
      </dgm:extLst>
    </dgm:pt>
    <dgm:pt modelId="{7CCF432E-9E6E-4FDB-8497-E43A31F92DC3}" type="pres">
      <dgm:prSet presAssocID="{3BB67BF7-B428-4F59-8071-A8041B12B8FE}" presName="spaceRect" presStyleCnt="0"/>
      <dgm:spPr/>
    </dgm:pt>
    <dgm:pt modelId="{6F4FD1A0-A268-4F88-8724-AFF52EF6BEF4}" type="pres">
      <dgm:prSet presAssocID="{3BB67BF7-B428-4F59-8071-A8041B12B8FE}" presName="parTx" presStyleLbl="revTx" presStyleIdx="2" presStyleCnt="3">
        <dgm:presLayoutVars>
          <dgm:chMax val="0"/>
          <dgm:chPref val="0"/>
        </dgm:presLayoutVars>
      </dgm:prSet>
      <dgm:spPr/>
    </dgm:pt>
  </dgm:ptLst>
  <dgm:cxnLst>
    <dgm:cxn modelId="{E9100704-E32E-4D54-96AA-FB890E9C84C2}" type="presOf" srcId="{3D7F639E-C402-4611-8E36-4C71A3EA70CF}" destId="{08D94A54-C621-4E74-AABF-E2581C6E308B}" srcOrd="0" destOrd="0" presId="urn:microsoft.com/office/officeart/2018/2/layout/IconVerticalSolidList"/>
    <dgm:cxn modelId="{A0F16D1A-B179-4EA6-B2EC-3390427F9422}" srcId="{F7F049FF-6E10-412D-8EE3-66FADC10D45A}" destId="{3BB67BF7-B428-4F59-8071-A8041B12B8FE}" srcOrd="2" destOrd="0" parTransId="{C321640E-587C-4ED9-9F2F-24A45C264B4D}" sibTransId="{52A35CC5-D3AD-4B7A-9706-341B7FBD3FA7}"/>
    <dgm:cxn modelId="{9C4C0C38-5CD4-4369-87F8-BFAD1C499245}" type="presOf" srcId="{F7F049FF-6E10-412D-8EE3-66FADC10D45A}" destId="{6A088405-EF01-4D11-A3E7-6828EE9060B3}" srcOrd="0" destOrd="0" presId="urn:microsoft.com/office/officeart/2018/2/layout/IconVerticalSolidList"/>
    <dgm:cxn modelId="{DF937947-3263-402E-9D15-CCD40A0C0AA2}" srcId="{F7F049FF-6E10-412D-8EE3-66FADC10D45A}" destId="{3D7F639E-C402-4611-8E36-4C71A3EA70CF}" srcOrd="1" destOrd="0" parTransId="{8CCB9E9E-49FE-4629-BAA2-41377609C3A0}" sibTransId="{B46CBF11-FA89-4721-80AD-2EE5BF8B43D5}"/>
    <dgm:cxn modelId="{5C6B1955-6C32-4586-8C91-2D1E48801D0D}" type="presOf" srcId="{3BB67BF7-B428-4F59-8071-A8041B12B8FE}" destId="{6F4FD1A0-A268-4F88-8724-AFF52EF6BEF4}" srcOrd="0" destOrd="0" presId="urn:microsoft.com/office/officeart/2018/2/layout/IconVerticalSolidList"/>
    <dgm:cxn modelId="{8441A7A8-DB71-442E-A15B-06F52EA49330}" type="presOf" srcId="{EA7463B8-0D19-45C9-AB90-DEE9FF984946}" destId="{A60EB553-104E-435D-AA44-93C6A3B644B0}" srcOrd="0" destOrd="0" presId="urn:microsoft.com/office/officeart/2018/2/layout/IconVerticalSolidList"/>
    <dgm:cxn modelId="{9A8C55C3-082B-406A-BDD3-C8D6E45DA63B}" srcId="{F7F049FF-6E10-412D-8EE3-66FADC10D45A}" destId="{EA7463B8-0D19-45C9-AB90-DEE9FF984946}" srcOrd="0" destOrd="0" parTransId="{BCB02942-C1D3-4E8F-A341-1EF2D3F467E0}" sibTransId="{BD88AAC5-D48A-4362-9F4B-7989F038BC0E}"/>
    <dgm:cxn modelId="{6A9C47D7-CD97-4234-9648-6A18E22652D5}" type="presParOf" srcId="{6A088405-EF01-4D11-A3E7-6828EE9060B3}" destId="{198C0CF0-8B7F-415D-8D6F-801E358153D3}" srcOrd="0" destOrd="0" presId="urn:microsoft.com/office/officeart/2018/2/layout/IconVerticalSolidList"/>
    <dgm:cxn modelId="{E43BDE79-A6A9-4ABE-9FB5-5C369368BCE3}" type="presParOf" srcId="{198C0CF0-8B7F-415D-8D6F-801E358153D3}" destId="{807E1459-0C43-4C40-A5FF-5513ED10404C}" srcOrd="0" destOrd="0" presId="urn:microsoft.com/office/officeart/2018/2/layout/IconVerticalSolidList"/>
    <dgm:cxn modelId="{F4F3E64D-2A81-47B2-B10A-FE59632AE766}" type="presParOf" srcId="{198C0CF0-8B7F-415D-8D6F-801E358153D3}" destId="{BBE8AB9E-CF34-4C46-B62E-4891B2FB8845}" srcOrd="1" destOrd="0" presId="urn:microsoft.com/office/officeart/2018/2/layout/IconVerticalSolidList"/>
    <dgm:cxn modelId="{42C57E65-7A04-4739-9564-DB2D7457B270}" type="presParOf" srcId="{198C0CF0-8B7F-415D-8D6F-801E358153D3}" destId="{E5817387-47EC-417A-B111-B378A1540B82}" srcOrd="2" destOrd="0" presId="urn:microsoft.com/office/officeart/2018/2/layout/IconVerticalSolidList"/>
    <dgm:cxn modelId="{5E61DB43-9082-4F47-AB3C-558FBEB1B2DF}" type="presParOf" srcId="{198C0CF0-8B7F-415D-8D6F-801E358153D3}" destId="{A60EB553-104E-435D-AA44-93C6A3B644B0}" srcOrd="3" destOrd="0" presId="urn:microsoft.com/office/officeart/2018/2/layout/IconVerticalSolidList"/>
    <dgm:cxn modelId="{1AB99DA5-90C0-49A1-B4F7-8EAEF78C4925}" type="presParOf" srcId="{6A088405-EF01-4D11-A3E7-6828EE9060B3}" destId="{AE8B9484-212A-4B2D-B5E4-78CD3572BC01}" srcOrd="1" destOrd="0" presId="urn:microsoft.com/office/officeart/2018/2/layout/IconVerticalSolidList"/>
    <dgm:cxn modelId="{2177BEEE-FF4E-4CC5-A578-5E6C20DCB1D0}" type="presParOf" srcId="{6A088405-EF01-4D11-A3E7-6828EE9060B3}" destId="{326B4B2C-93D0-4901-A017-043C98FB27D4}" srcOrd="2" destOrd="0" presId="urn:microsoft.com/office/officeart/2018/2/layout/IconVerticalSolidList"/>
    <dgm:cxn modelId="{FC139D1A-9A53-403E-8B59-FBDD684F70F6}" type="presParOf" srcId="{326B4B2C-93D0-4901-A017-043C98FB27D4}" destId="{5B62B680-BD7A-46B1-BE4A-F16D417BD72C}" srcOrd="0" destOrd="0" presId="urn:microsoft.com/office/officeart/2018/2/layout/IconVerticalSolidList"/>
    <dgm:cxn modelId="{A920105D-C08F-4D95-B6F5-E846F74FEF00}" type="presParOf" srcId="{326B4B2C-93D0-4901-A017-043C98FB27D4}" destId="{C8FD3C23-E4B2-42D7-B075-6BAF9560E6A0}" srcOrd="1" destOrd="0" presId="urn:microsoft.com/office/officeart/2018/2/layout/IconVerticalSolidList"/>
    <dgm:cxn modelId="{C160E950-A8BB-41A3-A35B-5B18F7E994C9}" type="presParOf" srcId="{326B4B2C-93D0-4901-A017-043C98FB27D4}" destId="{385CEC49-004D-418C-8627-DCCC9AB50CA7}" srcOrd="2" destOrd="0" presId="urn:microsoft.com/office/officeart/2018/2/layout/IconVerticalSolidList"/>
    <dgm:cxn modelId="{D7CD1BED-5F54-4C09-A52E-35B282C30939}" type="presParOf" srcId="{326B4B2C-93D0-4901-A017-043C98FB27D4}" destId="{08D94A54-C621-4E74-AABF-E2581C6E308B}" srcOrd="3" destOrd="0" presId="urn:microsoft.com/office/officeart/2018/2/layout/IconVerticalSolidList"/>
    <dgm:cxn modelId="{0C898A28-1086-4A2D-914F-708CAE23AA61}" type="presParOf" srcId="{6A088405-EF01-4D11-A3E7-6828EE9060B3}" destId="{FF93A1BC-08DF-4BC3-BB04-D7F8ADD1B693}" srcOrd="3" destOrd="0" presId="urn:microsoft.com/office/officeart/2018/2/layout/IconVerticalSolidList"/>
    <dgm:cxn modelId="{3800D576-7D60-4C98-B516-64EFD7D623B4}" type="presParOf" srcId="{6A088405-EF01-4D11-A3E7-6828EE9060B3}" destId="{D9F081A2-951C-4A54-967A-C6850D1A1775}" srcOrd="4" destOrd="0" presId="urn:microsoft.com/office/officeart/2018/2/layout/IconVerticalSolidList"/>
    <dgm:cxn modelId="{2320E6B0-4643-481F-9D1E-4D7BE29B0485}" type="presParOf" srcId="{D9F081A2-951C-4A54-967A-C6850D1A1775}" destId="{899C3C98-8F37-41A2-B596-34AEEF4487A2}" srcOrd="0" destOrd="0" presId="urn:microsoft.com/office/officeart/2018/2/layout/IconVerticalSolidList"/>
    <dgm:cxn modelId="{2A41E8FB-DFDD-4F76-B051-FA6B0CC246C4}" type="presParOf" srcId="{D9F081A2-951C-4A54-967A-C6850D1A1775}" destId="{DA33489A-C1B0-44D4-8212-18C8A96E4D19}" srcOrd="1" destOrd="0" presId="urn:microsoft.com/office/officeart/2018/2/layout/IconVerticalSolidList"/>
    <dgm:cxn modelId="{AABFF4DB-3DE1-40F1-BC6B-4192D5644FE7}" type="presParOf" srcId="{D9F081A2-951C-4A54-967A-C6850D1A1775}" destId="{7CCF432E-9E6E-4FDB-8497-E43A31F92DC3}" srcOrd="2" destOrd="0" presId="urn:microsoft.com/office/officeart/2018/2/layout/IconVerticalSolidList"/>
    <dgm:cxn modelId="{23C9DAA8-ACFF-40A5-8A19-87330C0ACD9D}" type="presParOf" srcId="{D9F081A2-951C-4A54-967A-C6850D1A1775}" destId="{6F4FD1A0-A268-4F88-8724-AFF52EF6BEF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12C4950-10A0-4364-8B02-AEADC357F74F}" type="doc">
      <dgm:prSet loTypeId="urn:microsoft.com/office/officeart/2005/8/layout/vList5" loCatId="list" qsTypeId="urn:microsoft.com/office/officeart/2005/8/quickstyle/simple5" qsCatId="simple" csTypeId="urn:microsoft.com/office/officeart/2005/8/colors/accent1_2" csCatId="accent1"/>
      <dgm:spPr/>
      <dgm:t>
        <a:bodyPr/>
        <a:lstStyle/>
        <a:p>
          <a:endParaRPr lang="en-US"/>
        </a:p>
      </dgm:t>
    </dgm:pt>
    <dgm:pt modelId="{DC8BD649-3C29-4B69-83C8-2CE454CB4C67}">
      <dgm:prSet/>
      <dgm:spPr/>
      <dgm:t>
        <a:bodyPr/>
        <a:lstStyle/>
        <a:p>
          <a:r>
            <a:rPr lang="en-US"/>
            <a:t>Mock sessions validate structure, clarity, and delivery maturity.</a:t>
          </a:r>
        </a:p>
      </dgm:t>
    </dgm:pt>
    <dgm:pt modelId="{30DFEBAE-C1DF-4AD5-9BF0-641E50B4548D}" type="parTrans" cxnId="{CCFA07C5-A5F0-4BBD-BCBA-267A31635CAA}">
      <dgm:prSet/>
      <dgm:spPr/>
      <dgm:t>
        <a:bodyPr/>
        <a:lstStyle/>
        <a:p>
          <a:endParaRPr lang="en-US"/>
        </a:p>
      </dgm:t>
    </dgm:pt>
    <dgm:pt modelId="{93B9A50B-59F8-431A-88AE-C5507699D596}" type="sibTrans" cxnId="{CCFA07C5-A5F0-4BBD-BCBA-267A31635CAA}">
      <dgm:prSet/>
      <dgm:spPr/>
      <dgm:t>
        <a:bodyPr/>
        <a:lstStyle/>
        <a:p>
          <a:endParaRPr lang="en-US"/>
        </a:p>
      </dgm:t>
    </dgm:pt>
    <dgm:pt modelId="{79A64D10-079B-4FBC-9A9E-B8D6605959CC}">
      <dgm:prSet/>
      <dgm:spPr/>
      <dgm:t>
        <a:bodyPr/>
        <a:lstStyle/>
        <a:p>
          <a:r>
            <a:rPr lang="en-US"/>
            <a:t>Confidence, flow, and authority are evaluated.</a:t>
          </a:r>
        </a:p>
      </dgm:t>
    </dgm:pt>
    <dgm:pt modelId="{4824B8D6-CEB9-4004-839B-A8D325778443}" type="parTrans" cxnId="{700AD3DB-025D-4E12-88EA-F8D5ACA653FF}">
      <dgm:prSet/>
      <dgm:spPr/>
      <dgm:t>
        <a:bodyPr/>
        <a:lstStyle/>
        <a:p>
          <a:endParaRPr lang="en-US"/>
        </a:p>
      </dgm:t>
    </dgm:pt>
    <dgm:pt modelId="{B795881D-1E20-4E9D-A929-D5CE6FB934D2}" type="sibTrans" cxnId="{700AD3DB-025D-4E12-88EA-F8D5ACA653FF}">
      <dgm:prSet/>
      <dgm:spPr/>
      <dgm:t>
        <a:bodyPr/>
        <a:lstStyle/>
        <a:p>
          <a:endParaRPr lang="en-US"/>
        </a:p>
      </dgm:t>
    </dgm:pt>
    <dgm:pt modelId="{5566B104-8C00-443F-8EAA-EDAF8D92D7FB}">
      <dgm:prSet/>
      <dgm:spPr/>
      <dgm:t>
        <a:bodyPr/>
        <a:lstStyle/>
        <a:p>
          <a:r>
            <a:rPr lang="en-US"/>
            <a:t>Mocks are treated as rehearsal for real enterprise delivery.</a:t>
          </a:r>
        </a:p>
      </dgm:t>
    </dgm:pt>
    <dgm:pt modelId="{BD3ACD7C-3955-4E9C-B937-3CAEC0D4405F}" type="parTrans" cxnId="{9AB40853-AD18-481F-A67B-464EA19F2D8A}">
      <dgm:prSet/>
      <dgm:spPr/>
      <dgm:t>
        <a:bodyPr/>
        <a:lstStyle/>
        <a:p>
          <a:endParaRPr lang="en-US"/>
        </a:p>
      </dgm:t>
    </dgm:pt>
    <dgm:pt modelId="{846DC890-0982-4090-9685-663626DF292F}" type="sibTrans" cxnId="{9AB40853-AD18-481F-A67B-464EA19F2D8A}">
      <dgm:prSet/>
      <dgm:spPr/>
      <dgm:t>
        <a:bodyPr/>
        <a:lstStyle/>
        <a:p>
          <a:endParaRPr lang="en-US"/>
        </a:p>
      </dgm:t>
    </dgm:pt>
    <dgm:pt modelId="{7B73D06B-9420-42D2-9167-9BCA7814FD93}" type="pres">
      <dgm:prSet presAssocID="{812C4950-10A0-4364-8B02-AEADC357F74F}" presName="Name0" presStyleCnt="0">
        <dgm:presLayoutVars>
          <dgm:dir/>
          <dgm:animLvl val="lvl"/>
          <dgm:resizeHandles val="exact"/>
        </dgm:presLayoutVars>
      </dgm:prSet>
      <dgm:spPr/>
    </dgm:pt>
    <dgm:pt modelId="{ECE5AEDB-E06C-4A3E-BE2A-51DE3F4360AA}" type="pres">
      <dgm:prSet presAssocID="{DC8BD649-3C29-4B69-83C8-2CE454CB4C67}" presName="linNode" presStyleCnt="0"/>
      <dgm:spPr/>
    </dgm:pt>
    <dgm:pt modelId="{6754DAFB-C347-482A-89F2-9195771D6926}" type="pres">
      <dgm:prSet presAssocID="{DC8BD649-3C29-4B69-83C8-2CE454CB4C67}" presName="parentText" presStyleLbl="node1" presStyleIdx="0" presStyleCnt="3">
        <dgm:presLayoutVars>
          <dgm:chMax val="1"/>
          <dgm:bulletEnabled val="1"/>
        </dgm:presLayoutVars>
      </dgm:prSet>
      <dgm:spPr/>
    </dgm:pt>
    <dgm:pt modelId="{3DFF7671-E9FB-42B6-9D4B-B7AAB0A6AB8B}" type="pres">
      <dgm:prSet presAssocID="{93B9A50B-59F8-431A-88AE-C5507699D596}" presName="sp" presStyleCnt="0"/>
      <dgm:spPr/>
    </dgm:pt>
    <dgm:pt modelId="{847A4659-CAA2-4BE5-9CBE-FC1DEAB53B5E}" type="pres">
      <dgm:prSet presAssocID="{79A64D10-079B-4FBC-9A9E-B8D6605959CC}" presName="linNode" presStyleCnt="0"/>
      <dgm:spPr/>
    </dgm:pt>
    <dgm:pt modelId="{1DF25426-A068-4774-9906-5414FB82C5B8}" type="pres">
      <dgm:prSet presAssocID="{79A64D10-079B-4FBC-9A9E-B8D6605959CC}" presName="parentText" presStyleLbl="node1" presStyleIdx="1" presStyleCnt="3">
        <dgm:presLayoutVars>
          <dgm:chMax val="1"/>
          <dgm:bulletEnabled val="1"/>
        </dgm:presLayoutVars>
      </dgm:prSet>
      <dgm:spPr/>
    </dgm:pt>
    <dgm:pt modelId="{BDB665E2-5C13-4FDE-A698-AA81F064EFC3}" type="pres">
      <dgm:prSet presAssocID="{B795881D-1E20-4E9D-A929-D5CE6FB934D2}" presName="sp" presStyleCnt="0"/>
      <dgm:spPr/>
    </dgm:pt>
    <dgm:pt modelId="{B16CBB09-405B-47CC-B853-80BA6A2D12C6}" type="pres">
      <dgm:prSet presAssocID="{5566B104-8C00-443F-8EAA-EDAF8D92D7FB}" presName="linNode" presStyleCnt="0"/>
      <dgm:spPr/>
    </dgm:pt>
    <dgm:pt modelId="{660F91A3-E327-4DBD-9D16-CEC2FC30355C}" type="pres">
      <dgm:prSet presAssocID="{5566B104-8C00-443F-8EAA-EDAF8D92D7FB}" presName="parentText" presStyleLbl="node1" presStyleIdx="2" presStyleCnt="3">
        <dgm:presLayoutVars>
          <dgm:chMax val="1"/>
          <dgm:bulletEnabled val="1"/>
        </dgm:presLayoutVars>
      </dgm:prSet>
      <dgm:spPr/>
    </dgm:pt>
  </dgm:ptLst>
  <dgm:cxnLst>
    <dgm:cxn modelId="{9AB40853-AD18-481F-A67B-464EA19F2D8A}" srcId="{812C4950-10A0-4364-8B02-AEADC357F74F}" destId="{5566B104-8C00-443F-8EAA-EDAF8D92D7FB}" srcOrd="2" destOrd="0" parTransId="{BD3ACD7C-3955-4E9C-B937-3CAEC0D4405F}" sibTransId="{846DC890-0982-4090-9685-663626DF292F}"/>
    <dgm:cxn modelId="{167BDEB1-81EE-4670-8FF6-925B2494CF1B}" type="presOf" srcId="{DC8BD649-3C29-4B69-83C8-2CE454CB4C67}" destId="{6754DAFB-C347-482A-89F2-9195771D6926}" srcOrd="0" destOrd="0" presId="urn:microsoft.com/office/officeart/2005/8/layout/vList5"/>
    <dgm:cxn modelId="{CCFA07C5-A5F0-4BBD-BCBA-267A31635CAA}" srcId="{812C4950-10A0-4364-8B02-AEADC357F74F}" destId="{DC8BD649-3C29-4B69-83C8-2CE454CB4C67}" srcOrd="0" destOrd="0" parTransId="{30DFEBAE-C1DF-4AD5-9BF0-641E50B4548D}" sibTransId="{93B9A50B-59F8-431A-88AE-C5507699D596}"/>
    <dgm:cxn modelId="{8062E5D1-4888-4CED-A3DA-F59F47176B6F}" type="presOf" srcId="{79A64D10-079B-4FBC-9A9E-B8D6605959CC}" destId="{1DF25426-A068-4774-9906-5414FB82C5B8}" srcOrd="0" destOrd="0" presId="urn:microsoft.com/office/officeart/2005/8/layout/vList5"/>
    <dgm:cxn modelId="{700AD3DB-025D-4E12-88EA-F8D5ACA653FF}" srcId="{812C4950-10A0-4364-8B02-AEADC357F74F}" destId="{79A64D10-079B-4FBC-9A9E-B8D6605959CC}" srcOrd="1" destOrd="0" parTransId="{4824B8D6-CEB9-4004-839B-A8D325778443}" sibTransId="{B795881D-1E20-4E9D-A929-D5CE6FB934D2}"/>
    <dgm:cxn modelId="{636AC8E3-2061-469C-A6F0-93E06E105F0A}" type="presOf" srcId="{5566B104-8C00-443F-8EAA-EDAF8D92D7FB}" destId="{660F91A3-E327-4DBD-9D16-CEC2FC30355C}" srcOrd="0" destOrd="0" presId="urn:microsoft.com/office/officeart/2005/8/layout/vList5"/>
    <dgm:cxn modelId="{73E466FA-DA08-43CB-B83A-4AADB7B7B667}" type="presOf" srcId="{812C4950-10A0-4364-8B02-AEADC357F74F}" destId="{7B73D06B-9420-42D2-9167-9BCA7814FD93}" srcOrd="0" destOrd="0" presId="urn:microsoft.com/office/officeart/2005/8/layout/vList5"/>
    <dgm:cxn modelId="{E4A8A8D7-DF68-43AD-B50B-8C6ED3D7D40A}" type="presParOf" srcId="{7B73D06B-9420-42D2-9167-9BCA7814FD93}" destId="{ECE5AEDB-E06C-4A3E-BE2A-51DE3F4360AA}" srcOrd="0" destOrd="0" presId="urn:microsoft.com/office/officeart/2005/8/layout/vList5"/>
    <dgm:cxn modelId="{B49D593D-A86C-4216-9783-02B73AE12E9F}" type="presParOf" srcId="{ECE5AEDB-E06C-4A3E-BE2A-51DE3F4360AA}" destId="{6754DAFB-C347-482A-89F2-9195771D6926}" srcOrd="0" destOrd="0" presId="urn:microsoft.com/office/officeart/2005/8/layout/vList5"/>
    <dgm:cxn modelId="{F1570D6F-91C7-4D58-9BC2-87CA5115C8BB}" type="presParOf" srcId="{7B73D06B-9420-42D2-9167-9BCA7814FD93}" destId="{3DFF7671-E9FB-42B6-9D4B-B7AAB0A6AB8B}" srcOrd="1" destOrd="0" presId="urn:microsoft.com/office/officeart/2005/8/layout/vList5"/>
    <dgm:cxn modelId="{D04DEC68-96A3-4AFE-ACB9-353F81B610E5}" type="presParOf" srcId="{7B73D06B-9420-42D2-9167-9BCA7814FD93}" destId="{847A4659-CAA2-4BE5-9CBE-FC1DEAB53B5E}" srcOrd="2" destOrd="0" presId="urn:microsoft.com/office/officeart/2005/8/layout/vList5"/>
    <dgm:cxn modelId="{0B3C3B99-41B6-4165-81B8-76C66D6A7CDF}" type="presParOf" srcId="{847A4659-CAA2-4BE5-9CBE-FC1DEAB53B5E}" destId="{1DF25426-A068-4774-9906-5414FB82C5B8}" srcOrd="0" destOrd="0" presId="urn:microsoft.com/office/officeart/2005/8/layout/vList5"/>
    <dgm:cxn modelId="{3EDE9713-0246-4975-87AC-1344A41B44E1}" type="presParOf" srcId="{7B73D06B-9420-42D2-9167-9BCA7814FD93}" destId="{BDB665E2-5C13-4FDE-A698-AA81F064EFC3}" srcOrd="3" destOrd="0" presId="urn:microsoft.com/office/officeart/2005/8/layout/vList5"/>
    <dgm:cxn modelId="{9A74E22D-EFC6-41A9-8927-29DE80CEADDC}" type="presParOf" srcId="{7B73D06B-9420-42D2-9167-9BCA7814FD93}" destId="{B16CBB09-405B-47CC-B853-80BA6A2D12C6}" srcOrd="4" destOrd="0" presId="urn:microsoft.com/office/officeart/2005/8/layout/vList5"/>
    <dgm:cxn modelId="{75C08CB9-ECCD-486D-998A-33E6033F9664}" type="presParOf" srcId="{B16CBB09-405B-47CC-B853-80BA6A2D12C6}" destId="{660F91A3-E327-4DBD-9D16-CEC2FC30355C}" srcOrd="0"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0D3BC2E-6F09-4BE5-BA6B-9BF1CB004D2C}"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C6721CC-1E38-4314-BEA2-12E9B3EC16C1}">
      <dgm:prSet/>
      <dgm:spPr/>
      <dgm:t>
        <a:bodyPr/>
        <a:lstStyle/>
        <a:p>
          <a:pPr>
            <a:defRPr cap="all"/>
          </a:pPr>
          <a:r>
            <a:rPr lang="en-US"/>
            <a:t>Each module must follow a clear progression.</a:t>
          </a:r>
        </a:p>
      </dgm:t>
    </dgm:pt>
    <dgm:pt modelId="{322AB807-F430-4E53-AB37-B220482F3730}" type="parTrans" cxnId="{85896057-DE3C-46F6-8163-74F1ACE53EF9}">
      <dgm:prSet/>
      <dgm:spPr/>
      <dgm:t>
        <a:bodyPr/>
        <a:lstStyle/>
        <a:p>
          <a:endParaRPr lang="en-US"/>
        </a:p>
      </dgm:t>
    </dgm:pt>
    <dgm:pt modelId="{D6777789-F86D-4132-A59C-F30B583F60EB}" type="sibTrans" cxnId="{85896057-DE3C-46F6-8163-74F1ACE53EF9}">
      <dgm:prSet/>
      <dgm:spPr/>
      <dgm:t>
        <a:bodyPr/>
        <a:lstStyle/>
        <a:p>
          <a:endParaRPr lang="en-US"/>
        </a:p>
      </dgm:t>
    </dgm:pt>
    <dgm:pt modelId="{06E5315D-DE7D-4A3C-961D-B56A078FF556}">
      <dgm:prSet/>
      <dgm:spPr/>
      <dgm:t>
        <a:bodyPr/>
        <a:lstStyle/>
        <a:p>
          <a:pPr>
            <a:defRPr cap="all"/>
          </a:pPr>
          <a:r>
            <a:rPr lang="en-US"/>
            <a:t>Foundation leads to concept, then implementation, then application.</a:t>
          </a:r>
        </a:p>
      </dgm:t>
    </dgm:pt>
    <dgm:pt modelId="{B7A6A833-A7E9-4A23-84B9-FE284430D01A}" type="parTrans" cxnId="{533C4877-F5E1-4ECD-8FEA-B952DBA23A24}">
      <dgm:prSet/>
      <dgm:spPr/>
      <dgm:t>
        <a:bodyPr/>
        <a:lstStyle/>
        <a:p>
          <a:endParaRPr lang="en-US"/>
        </a:p>
      </dgm:t>
    </dgm:pt>
    <dgm:pt modelId="{52748E5F-7AC6-4133-ADF5-E653E4ABD2E4}" type="sibTrans" cxnId="{533C4877-F5E1-4ECD-8FEA-B952DBA23A24}">
      <dgm:prSet/>
      <dgm:spPr/>
      <dgm:t>
        <a:bodyPr/>
        <a:lstStyle/>
        <a:p>
          <a:endParaRPr lang="en-US"/>
        </a:p>
      </dgm:t>
    </dgm:pt>
    <dgm:pt modelId="{DD5F5DA3-5E8B-4DB8-89E0-768B4AFBF8C8}">
      <dgm:prSet/>
      <dgm:spPr/>
      <dgm:t>
        <a:bodyPr/>
        <a:lstStyle/>
        <a:p>
          <a:pPr>
            <a:defRPr cap="all"/>
          </a:pPr>
          <a:r>
            <a:rPr lang="en-US"/>
            <a:t>The trainer must know what the learner should be able to do at the end.</a:t>
          </a:r>
        </a:p>
      </dgm:t>
    </dgm:pt>
    <dgm:pt modelId="{31682EAD-6682-4974-8748-606664E2E3E4}" type="parTrans" cxnId="{36BDE9BE-8B41-410D-AF53-FEC549901108}">
      <dgm:prSet/>
      <dgm:spPr/>
      <dgm:t>
        <a:bodyPr/>
        <a:lstStyle/>
        <a:p>
          <a:endParaRPr lang="en-US"/>
        </a:p>
      </dgm:t>
    </dgm:pt>
    <dgm:pt modelId="{8550424F-D81A-455B-8A81-C25234B5803A}" type="sibTrans" cxnId="{36BDE9BE-8B41-410D-AF53-FEC549901108}">
      <dgm:prSet/>
      <dgm:spPr/>
      <dgm:t>
        <a:bodyPr/>
        <a:lstStyle/>
        <a:p>
          <a:endParaRPr lang="en-US"/>
        </a:p>
      </dgm:t>
    </dgm:pt>
    <dgm:pt modelId="{C6D3F544-551B-4B29-B5B3-70EAE909D80D}" type="pres">
      <dgm:prSet presAssocID="{00D3BC2E-6F09-4BE5-BA6B-9BF1CB004D2C}" presName="root" presStyleCnt="0">
        <dgm:presLayoutVars>
          <dgm:dir/>
          <dgm:resizeHandles val="exact"/>
        </dgm:presLayoutVars>
      </dgm:prSet>
      <dgm:spPr/>
    </dgm:pt>
    <dgm:pt modelId="{ACA7DA7B-D93C-4B0F-92F2-AC7DA283EE86}" type="pres">
      <dgm:prSet presAssocID="{FC6721CC-1E38-4314-BEA2-12E9B3EC16C1}" presName="compNode" presStyleCnt="0"/>
      <dgm:spPr/>
    </dgm:pt>
    <dgm:pt modelId="{D6F7216C-3375-45C5-A265-D9961177E843}" type="pres">
      <dgm:prSet presAssocID="{FC6721CC-1E38-4314-BEA2-12E9B3EC16C1}" presName="iconBgRect" presStyleLbl="bgShp" presStyleIdx="0" presStyleCnt="3"/>
      <dgm:spPr/>
    </dgm:pt>
    <dgm:pt modelId="{BBF33C9A-2AC9-4043-A228-0E6201C8C7F3}" type="pres">
      <dgm:prSet presAssocID="{FC6721CC-1E38-4314-BEA2-12E9B3EC16C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orkflow"/>
        </a:ext>
      </dgm:extLst>
    </dgm:pt>
    <dgm:pt modelId="{AD055764-C746-48AE-9810-AE7CEF8A958C}" type="pres">
      <dgm:prSet presAssocID="{FC6721CC-1E38-4314-BEA2-12E9B3EC16C1}" presName="spaceRect" presStyleCnt="0"/>
      <dgm:spPr/>
    </dgm:pt>
    <dgm:pt modelId="{6BDFED0B-7381-43DA-8032-7531578F58C3}" type="pres">
      <dgm:prSet presAssocID="{FC6721CC-1E38-4314-BEA2-12E9B3EC16C1}" presName="textRect" presStyleLbl="revTx" presStyleIdx="0" presStyleCnt="3">
        <dgm:presLayoutVars>
          <dgm:chMax val="1"/>
          <dgm:chPref val="1"/>
        </dgm:presLayoutVars>
      </dgm:prSet>
      <dgm:spPr/>
    </dgm:pt>
    <dgm:pt modelId="{A5A6176D-850C-447B-86F7-7EBE26BE32C4}" type="pres">
      <dgm:prSet presAssocID="{D6777789-F86D-4132-A59C-F30B583F60EB}" presName="sibTrans" presStyleCnt="0"/>
      <dgm:spPr/>
    </dgm:pt>
    <dgm:pt modelId="{45D2C199-BBD8-467E-B3C8-20AB835FDFF3}" type="pres">
      <dgm:prSet presAssocID="{06E5315D-DE7D-4A3C-961D-B56A078FF556}" presName="compNode" presStyleCnt="0"/>
      <dgm:spPr/>
    </dgm:pt>
    <dgm:pt modelId="{D16E8419-B5B4-4074-A8A2-666E99DC4C05}" type="pres">
      <dgm:prSet presAssocID="{06E5315D-DE7D-4A3C-961D-B56A078FF556}" presName="iconBgRect" presStyleLbl="bgShp" presStyleIdx="1" presStyleCnt="3"/>
      <dgm:spPr/>
    </dgm:pt>
    <dgm:pt modelId="{EDE2C04F-C7C2-4DD4-8A33-98E4C9F38727}" type="pres">
      <dgm:prSet presAssocID="{06E5315D-DE7D-4A3C-961D-B56A078FF55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7E63331D-FF71-4878-9348-F65816909464}" type="pres">
      <dgm:prSet presAssocID="{06E5315D-DE7D-4A3C-961D-B56A078FF556}" presName="spaceRect" presStyleCnt="0"/>
      <dgm:spPr/>
    </dgm:pt>
    <dgm:pt modelId="{CEE51557-68EC-4AAC-8516-FBB59E875E81}" type="pres">
      <dgm:prSet presAssocID="{06E5315D-DE7D-4A3C-961D-B56A078FF556}" presName="textRect" presStyleLbl="revTx" presStyleIdx="1" presStyleCnt="3">
        <dgm:presLayoutVars>
          <dgm:chMax val="1"/>
          <dgm:chPref val="1"/>
        </dgm:presLayoutVars>
      </dgm:prSet>
      <dgm:spPr/>
    </dgm:pt>
    <dgm:pt modelId="{EB64FDD0-4D74-4707-9FFC-1CE68ABFD1F7}" type="pres">
      <dgm:prSet presAssocID="{52748E5F-7AC6-4133-ADF5-E653E4ABD2E4}" presName="sibTrans" presStyleCnt="0"/>
      <dgm:spPr/>
    </dgm:pt>
    <dgm:pt modelId="{788CBF79-109F-4A13-9E60-A25A1693B4B5}" type="pres">
      <dgm:prSet presAssocID="{DD5F5DA3-5E8B-4DB8-89E0-768B4AFBF8C8}" presName="compNode" presStyleCnt="0"/>
      <dgm:spPr/>
    </dgm:pt>
    <dgm:pt modelId="{861235FE-B00C-46AB-9F67-595C186137DD}" type="pres">
      <dgm:prSet presAssocID="{DD5F5DA3-5E8B-4DB8-89E0-768B4AFBF8C8}" presName="iconBgRect" presStyleLbl="bgShp" presStyleIdx="2" presStyleCnt="3"/>
      <dgm:spPr/>
    </dgm:pt>
    <dgm:pt modelId="{6A8C1E1B-6FA1-40E4-963A-E69FAB610A98}" type="pres">
      <dgm:prSet presAssocID="{DD5F5DA3-5E8B-4DB8-89E0-768B4AFBF8C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ssroom"/>
        </a:ext>
      </dgm:extLst>
    </dgm:pt>
    <dgm:pt modelId="{F3A62D4F-06D7-4C52-A164-AD72DACC3D2C}" type="pres">
      <dgm:prSet presAssocID="{DD5F5DA3-5E8B-4DB8-89E0-768B4AFBF8C8}" presName="spaceRect" presStyleCnt="0"/>
      <dgm:spPr/>
    </dgm:pt>
    <dgm:pt modelId="{7AC343E9-2BD2-4BF4-9624-A05A63893C92}" type="pres">
      <dgm:prSet presAssocID="{DD5F5DA3-5E8B-4DB8-89E0-768B4AFBF8C8}" presName="textRect" presStyleLbl="revTx" presStyleIdx="2" presStyleCnt="3">
        <dgm:presLayoutVars>
          <dgm:chMax val="1"/>
          <dgm:chPref val="1"/>
        </dgm:presLayoutVars>
      </dgm:prSet>
      <dgm:spPr/>
    </dgm:pt>
  </dgm:ptLst>
  <dgm:cxnLst>
    <dgm:cxn modelId="{93FE4314-D534-44BB-8D05-9A9D9344D0A5}" type="presOf" srcId="{06E5315D-DE7D-4A3C-961D-B56A078FF556}" destId="{CEE51557-68EC-4AAC-8516-FBB59E875E81}" srcOrd="0" destOrd="0" presId="urn:microsoft.com/office/officeart/2018/5/layout/IconCircleLabelList"/>
    <dgm:cxn modelId="{9D89B43A-7776-4A2D-A790-4EAFEACE3AB6}" type="presOf" srcId="{DD5F5DA3-5E8B-4DB8-89E0-768B4AFBF8C8}" destId="{7AC343E9-2BD2-4BF4-9624-A05A63893C92}" srcOrd="0" destOrd="0" presId="urn:microsoft.com/office/officeart/2018/5/layout/IconCircleLabelList"/>
    <dgm:cxn modelId="{85896057-DE3C-46F6-8163-74F1ACE53EF9}" srcId="{00D3BC2E-6F09-4BE5-BA6B-9BF1CB004D2C}" destId="{FC6721CC-1E38-4314-BEA2-12E9B3EC16C1}" srcOrd="0" destOrd="0" parTransId="{322AB807-F430-4E53-AB37-B220482F3730}" sibTransId="{D6777789-F86D-4132-A59C-F30B583F60EB}"/>
    <dgm:cxn modelId="{533C4877-F5E1-4ECD-8FEA-B952DBA23A24}" srcId="{00D3BC2E-6F09-4BE5-BA6B-9BF1CB004D2C}" destId="{06E5315D-DE7D-4A3C-961D-B56A078FF556}" srcOrd="1" destOrd="0" parTransId="{B7A6A833-A7E9-4A23-84B9-FE284430D01A}" sibTransId="{52748E5F-7AC6-4133-ADF5-E653E4ABD2E4}"/>
    <dgm:cxn modelId="{D1CD987A-E30A-446C-AD74-BC071F0D3C51}" type="presOf" srcId="{00D3BC2E-6F09-4BE5-BA6B-9BF1CB004D2C}" destId="{C6D3F544-551B-4B29-B5B3-70EAE909D80D}" srcOrd="0" destOrd="0" presId="urn:microsoft.com/office/officeart/2018/5/layout/IconCircleLabelList"/>
    <dgm:cxn modelId="{36BDE9BE-8B41-410D-AF53-FEC549901108}" srcId="{00D3BC2E-6F09-4BE5-BA6B-9BF1CB004D2C}" destId="{DD5F5DA3-5E8B-4DB8-89E0-768B4AFBF8C8}" srcOrd="2" destOrd="0" parTransId="{31682EAD-6682-4974-8748-606664E2E3E4}" sibTransId="{8550424F-D81A-455B-8A81-C25234B5803A}"/>
    <dgm:cxn modelId="{D4CD41E4-1904-44F8-B6F8-0B4E5ED965E5}" type="presOf" srcId="{FC6721CC-1E38-4314-BEA2-12E9B3EC16C1}" destId="{6BDFED0B-7381-43DA-8032-7531578F58C3}" srcOrd="0" destOrd="0" presId="urn:microsoft.com/office/officeart/2018/5/layout/IconCircleLabelList"/>
    <dgm:cxn modelId="{24D9E473-4C31-463E-A65E-454ADD0EBEC2}" type="presParOf" srcId="{C6D3F544-551B-4B29-B5B3-70EAE909D80D}" destId="{ACA7DA7B-D93C-4B0F-92F2-AC7DA283EE86}" srcOrd="0" destOrd="0" presId="urn:microsoft.com/office/officeart/2018/5/layout/IconCircleLabelList"/>
    <dgm:cxn modelId="{641D047D-9BE3-4BA6-80DC-B7E0C01AA7BE}" type="presParOf" srcId="{ACA7DA7B-D93C-4B0F-92F2-AC7DA283EE86}" destId="{D6F7216C-3375-45C5-A265-D9961177E843}" srcOrd="0" destOrd="0" presId="urn:microsoft.com/office/officeart/2018/5/layout/IconCircleLabelList"/>
    <dgm:cxn modelId="{2C4FD0BB-9760-4560-952A-BCDCFCCC7493}" type="presParOf" srcId="{ACA7DA7B-D93C-4B0F-92F2-AC7DA283EE86}" destId="{BBF33C9A-2AC9-4043-A228-0E6201C8C7F3}" srcOrd="1" destOrd="0" presId="urn:microsoft.com/office/officeart/2018/5/layout/IconCircleLabelList"/>
    <dgm:cxn modelId="{99014C85-9B76-4427-96AB-8F22BB2C8FED}" type="presParOf" srcId="{ACA7DA7B-D93C-4B0F-92F2-AC7DA283EE86}" destId="{AD055764-C746-48AE-9810-AE7CEF8A958C}" srcOrd="2" destOrd="0" presId="urn:microsoft.com/office/officeart/2018/5/layout/IconCircleLabelList"/>
    <dgm:cxn modelId="{82A5D90C-31AA-48CA-B68C-886E7263BCD2}" type="presParOf" srcId="{ACA7DA7B-D93C-4B0F-92F2-AC7DA283EE86}" destId="{6BDFED0B-7381-43DA-8032-7531578F58C3}" srcOrd="3" destOrd="0" presId="urn:microsoft.com/office/officeart/2018/5/layout/IconCircleLabelList"/>
    <dgm:cxn modelId="{6186493B-65F5-4F8D-A1CC-40068CA65295}" type="presParOf" srcId="{C6D3F544-551B-4B29-B5B3-70EAE909D80D}" destId="{A5A6176D-850C-447B-86F7-7EBE26BE32C4}" srcOrd="1" destOrd="0" presId="urn:microsoft.com/office/officeart/2018/5/layout/IconCircleLabelList"/>
    <dgm:cxn modelId="{F90B6349-4EB9-4E6A-985D-19B94DDB8508}" type="presParOf" srcId="{C6D3F544-551B-4B29-B5B3-70EAE909D80D}" destId="{45D2C199-BBD8-467E-B3C8-20AB835FDFF3}" srcOrd="2" destOrd="0" presId="urn:microsoft.com/office/officeart/2018/5/layout/IconCircleLabelList"/>
    <dgm:cxn modelId="{A6E91719-B0F6-45E1-BE78-BE45B65BB4AA}" type="presParOf" srcId="{45D2C199-BBD8-467E-B3C8-20AB835FDFF3}" destId="{D16E8419-B5B4-4074-A8A2-666E99DC4C05}" srcOrd="0" destOrd="0" presId="urn:microsoft.com/office/officeart/2018/5/layout/IconCircleLabelList"/>
    <dgm:cxn modelId="{A8F986B2-F986-448A-A28B-36E635334BA0}" type="presParOf" srcId="{45D2C199-BBD8-467E-B3C8-20AB835FDFF3}" destId="{EDE2C04F-C7C2-4DD4-8A33-98E4C9F38727}" srcOrd="1" destOrd="0" presId="urn:microsoft.com/office/officeart/2018/5/layout/IconCircleLabelList"/>
    <dgm:cxn modelId="{5C25E877-D42B-4105-8920-435F4DF4DA2C}" type="presParOf" srcId="{45D2C199-BBD8-467E-B3C8-20AB835FDFF3}" destId="{7E63331D-FF71-4878-9348-F65816909464}" srcOrd="2" destOrd="0" presId="urn:microsoft.com/office/officeart/2018/5/layout/IconCircleLabelList"/>
    <dgm:cxn modelId="{6C9640E4-4493-4351-87E1-0B8929DA9549}" type="presParOf" srcId="{45D2C199-BBD8-467E-B3C8-20AB835FDFF3}" destId="{CEE51557-68EC-4AAC-8516-FBB59E875E81}" srcOrd="3" destOrd="0" presId="urn:microsoft.com/office/officeart/2018/5/layout/IconCircleLabelList"/>
    <dgm:cxn modelId="{69C14FED-50D0-4E6C-85EE-C095C5D1024D}" type="presParOf" srcId="{C6D3F544-551B-4B29-B5B3-70EAE909D80D}" destId="{EB64FDD0-4D74-4707-9FFC-1CE68ABFD1F7}" srcOrd="3" destOrd="0" presId="urn:microsoft.com/office/officeart/2018/5/layout/IconCircleLabelList"/>
    <dgm:cxn modelId="{831199F6-B82C-48EB-A3A6-5B83922B797B}" type="presParOf" srcId="{C6D3F544-551B-4B29-B5B3-70EAE909D80D}" destId="{788CBF79-109F-4A13-9E60-A25A1693B4B5}" srcOrd="4" destOrd="0" presId="urn:microsoft.com/office/officeart/2018/5/layout/IconCircleLabelList"/>
    <dgm:cxn modelId="{691A5618-CE66-4E2B-B8B3-DFEF5BC484CF}" type="presParOf" srcId="{788CBF79-109F-4A13-9E60-A25A1693B4B5}" destId="{861235FE-B00C-46AB-9F67-595C186137DD}" srcOrd="0" destOrd="0" presId="urn:microsoft.com/office/officeart/2018/5/layout/IconCircleLabelList"/>
    <dgm:cxn modelId="{0EE39388-824D-45AB-8257-A60BE9039CA3}" type="presParOf" srcId="{788CBF79-109F-4A13-9E60-A25A1693B4B5}" destId="{6A8C1E1B-6FA1-40E4-963A-E69FAB610A98}" srcOrd="1" destOrd="0" presId="urn:microsoft.com/office/officeart/2018/5/layout/IconCircleLabelList"/>
    <dgm:cxn modelId="{273779CC-CD58-4BF1-B832-48678A6264C4}" type="presParOf" srcId="{788CBF79-109F-4A13-9E60-A25A1693B4B5}" destId="{F3A62D4F-06D7-4C52-A164-AD72DACC3D2C}" srcOrd="2" destOrd="0" presId="urn:microsoft.com/office/officeart/2018/5/layout/IconCircleLabelList"/>
    <dgm:cxn modelId="{041353F7-913F-48DC-AFF5-FA68B0DCD3AE}" type="presParOf" srcId="{788CBF79-109F-4A13-9E60-A25A1693B4B5}" destId="{7AC343E9-2BD2-4BF4-9624-A05A63893C92}"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62AAC16-3BEE-4CA8-BAC1-CA3858752924}" type="doc">
      <dgm:prSet loTypeId="urn:microsoft.com/office/officeart/2018/5/layout/IconCircleLabelList" loCatId="icon" qsTypeId="urn:microsoft.com/office/officeart/2005/8/quickstyle/simple1" qsCatId="simple" csTypeId="urn:microsoft.com/office/officeart/2018/5/colors/Iconchunking_coloredtext_accent0_3" csCatId="mainScheme" phldr="1"/>
      <dgm:spPr/>
      <dgm:t>
        <a:bodyPr/>
        <a:lstStyle/>
        <a:p>
          <a:endParaRPr lang="en-US"/>
        </a:p>
      </dgm:t>
    </dgm:pt>
    <dgm:pt modelId="{1F59DB08-3F59-4D4A-827D-86583258581C}">
      <dgm:prSet/>
      <dgm:spPr/>
      <dgm:t>
        <a:bodyPr/>
        <a:lstStyle/>
        <a:p>
          <a:pPr>
            <a:defRPr cap="all"/>
          </a:pPr>
          <a:r>
            <a:rPr lang="en-US"/>
            <a:t>Random topic jumps are not acceptable.</a:t>
          </a:r>
        </a:p>
      </dgm:t>
    </dgm:pt>
    <dgm:pt modelId="{FB8EA1C1-7592-459E-8F4F-062A69EA987A}" type="parTrans" cxnId="{88B3F261-8ECD-47E6-B539-E32E24C1DA4F}">
      <dgm:prSet/>
      <dgm:spPr/>
      <dgm:t>
        <a:bodyPr/>
        <a:lstStyle/>
        <a:p>
          <a:endParaRPr lang="en-US"/>
        </a:p>
      </dgm:t>
    </dgm:pt>
    <dgm:pt modelId="{F28A7498-D06F-444A-9A6A-E25A36D837AD}" type="sibTrans" cxnId="{88B3F261-8ECD-47E6-B539-E32E24C1DA4F}">
      <dgm:prSet/>
      <dgm:spPr/>
      <dgm:t>
        <a:bodyPr/>
        <a:lstStyle/>
        <a:p>
          <a:endParaRPr lang="en-US"/>
        </a:p>
      </dgm:t>
    </dgm:pt>
    <dgm:pt modelId="{F58C3E11-D828-4A47-BA49-CF0E8EE4E082}">
      <dgm:prSet/>
      <dgm:spPr/>
      <dgm:t>
        <a:bodyPr/>
        <a:lstStyle/>
        <a:p>
          <a:pPr>
            <a:defRPr cap="all"/>
          </a:pPr>
          <a:r>
            <a:rPr lang="en-US"/>
            <a:t>Prior knowledge must not be assumed unless explicitly stated.</a:t>
          </a:r>
        </a:p>
      </dgm:t>
    </dgm:pt>
    <dgm:pt modelId="{FF696A1D-B4E7-4E3C-B420-D120ED612353}" type="parTrans" cxnId="{79031AD9-AA7C-4175-BECE-946F28DE72D1}">
      <dgm:prSet/>
      <dgm:spPr/>
      <dgm:t>
        <a:bodyPr/>
        <a:lstStyle/>
        <a:p>
          <a:endParaRPr lang="en-US"/>
        </a:p>
      </dgm:t>
    </dgm:pt>
    <dgm:pt modelId="{ABB78266-6247-4D1A-B8BE-B888F6C0EC24}" type="sibTrans" cxnId="{79031AD9-AA7C-4175-BECE-946F28DE72D1}">
      <dgm:prSet/>
      <dgm:spPr/>
      <dgm:t>
        <a:bodyPr/>
        <a:lstStyle/>
        <a:p>
          <a:endParaRPr lang="en-US"/>
        </a:p>
      </dgm:t>
    </dgm:pt>
    <dgm:pt modelId="{F2A49AF5-2078-46B6-8FC2-792913D2A34D}">
      <dgm:prSet/>
      <dgm:spPr/>
      <dgm:t>
        <a:bodyPr/>
        <a:lstStyle/>
        <a:p>
          <a:pPr>
            <a:defRPr cap="all"/>
          </a:pPr>
          <a:r>
            <a:rPr lang="en-US"/>
            <a:t>Each topic must have a clear opening and closure.</a:t>
          </a:r>
        </a:p>
      </dgm:t>
    </dgm:pt>
    <dgm:pt modelId="{686CAE54-5960-4362-963E-260B3D3C3809}" type="parTrans" cxnId="{EA0E7BDB-7837-4BD4-A4FA-225CB8B7D3F3}">
      <dgm:prSet/>
      <dgm:spPr/>
      <dgm:t>
        <a:bodyPr/>
        <a:lstStyle/>
        <a:p>
          <a:endParaRPr lang="en-US"/>
        </a:p>
      </dgm:t>
    </dgm:pt>
    <dgm:pt modelId="{D63D7A3E-CF10-47A9-B313-B74B31560788}" type="sibTrans" cxnId="{EA0E7BDB-7837-4BD4-A4FA-225CB8B7D3F3}">
      <dgm:prSet/>
      <dgm:spPr/>
      <dgm:t>
        <a:bodyPr/>
        <a:lstStyle/>
        <a:p>
          <a:endParaRPr lang="en-US"/>
        </a:p>
      </dgm:t>
    </dgm:pt>
    <dgm:pt modelId="{A9AD69E9-3E9A-4D71-B645-9A7C20D4ECFF}" type="pres">
      <dgm:prSet presAssocID="{862AAC16-3BEE-4CA8-BAC1-CA3858752924}" presName="root" presStyleCnt="0">
        <dgm:presLayoutVars>
          <dgm:dir/>
          <dgm:resizeHandles val="exact"/>
        </dgm:presLayoutVars>
      </dgm:prSet>
      <dgm:spPr/>
    </dgm:pt>
    <dgm:pt modelId="{5754A8DC-B3DB-4193-AB3F-B4D20CB5348D}" type="pres">
      <dgm:prSet presAssocID="{1F59DB08-3F59-4D4A-827D-86583258581C}" presName="compNode" presStyleCnt="0"/>
      <dgm:spPr/>
    </dgm:pt>
    <dgm:pt modelId="{C948EB25-78BD-4F40-987B-42C07B8889E7}" type="pres">
      <dgm:prSet presAssocID="{1F59DB08-3F59-4D4A-827D-86583258581C}" presName="iconBgRect" presStyleLbl="bgShp" presStyleIdx="0" presStyleCnt="3"/>
      <dgm:spPr/>
    </dgm:pt>
    <dgm:pt modelId="{C511A690-A43F-4095-B51E-D053A6955EA4}" type="pres">
      <dgm:prSet presAssocID="{1F59DB08-3F59-4D4A-827D-86583258581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o Smoking"/>
        </a:ext>
      </dgm:extLst>
    </dgm:pt>
    <dgm:pt modelId="{8F7C409D-6193-4AF4-B912-C8A53E031158}" type="pres">
      <dgm:prSet presAssocID="{1F59DB08-3F59-4D4A-827D-86583258581C}" presName="spaceRect" presStyleCnt="0"/>
      <dgm:spPr/>
    </dgm:pt>
    <dgm:pt modelId="{DCD887F7-85D4-4673-8FA3-A82ED6CD5CE2}" type="pres">
      <dgm:prSet presAssocID="{1F59DB08-3F59-4D4A-827D-86583258581C}" presName="textRect" presStyleLbl="revTx" presStyleIdx="0" presStyleCnt="3">
        <dgm:presLayoutVars>
          <dgm:chMax val="1"/>
          <dgm:chPref val="1"/>
        </dgm:presLayoutVars>
      </dgm:prSet>
      <dgm:spPr/>
    </dgm:pt>
    <dgm:pt modelId="{1F6A0FD5-6CF6-4D9D-9B18-69CDE1C91AEB}" type="pres">
      <dgm:prSet presAssocID="{F28A7498-D06F-444A-9A6A-E25A36D837AD}" presName="sibTrans" presStyleCnt="0"/>
      <dgm:spPr/>
    </dgm:pt>
    <dgm:pt modelId="{7E1C29C1-A296-4199-A8AB-D80CFC03A1F5}" type="pres">
      <dgm:prSet presAssocID="{F58C3E11-D828-4A47-BA49-CF0E8EE4E082}" presName="compNode" presStyleCnt="0"/>
      <dgm:spPr/>
    </dgm:pt>
    <dgm:pt modelId="{3395F57C-E231-4A77-841F-CD5A3F29F161}" type="pres">
      <dgm:prSet presAssocID="{F58C3E11-D828-4A47-BA49-CF0E8EE4E082}" presName="iconBgRect" presStyleLbl="bgShp" presStyleIdx="1" presStyleCnt="3"/>
      <dgm:spPr/>
    </dgm:pt>
    <dgm:pt modelId="{D34A7D5E-39EB-4A46-89A3-F34D048EE68B}" type="pres">
      <dgm:prSet presAssocID="{F58C3E11-D828-4A47-BA49-CF0E8EE4E08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rning"/>
        </a:ext>
      </dgm:extLst>
    </dgm:pt>
    <dgm:pt modelId="{F11EAC7C-C2AB-40E5-8396-1C6DBC620791}" type="pres">
      <dgm:prSet presAssocID="{F58C3E11-D828-4A47-BA49-CF0E8EE4E082}" presName="spaceRect" presStyleCnt="0"/>
      <dgm:spPr/>
    </dgm:pt>
    <dgm:pt modelId="{A9E32CBD-19A2-45B4-A910-6AD75FAEC84C}" type="pres">
      <dgm:prSet presAssocID="{F58C3E11-D828-4A47-BA49-CF0E8EE4E082}" presName="textRect" presStyleLbl="revTx" presStyleIdx="1" presStyleCnt="3">
        <dgm:presLayoutVars>
          <dgm:chMax val="1"/>
          <dgm:chPref val="1"/>
        </dgm:presLayoutVars>
      </dgm:prSet>
      <dgm:spPr/>
    </dgm:pt>
    <dgm:pt modelId="{6ACBD386-BA19-47FC-A6BE-E31AC3058BF8}" type="pres">
      <dgm:prSet presAssocID="{ABB78266-6247-4D1A-B8BE-B888F6C0EC24}" presName="sibTrans" presStyleCnt="0"/>
      <dgm:spPr/>
    </dgm:pt>
    <dgm:pt modelId="{1505911D-D253-4990-ABB0-3F9145FA2DB7}" type="pres">
      <dgm:prSet presAssocID="{F2A49AF5-2078-46B6-8FC2-792913D2A34D}" presName="compNode" presStyleCnt="0"/>
      <dgm:spPr/>
    </dgm:pt>
    <dgm:pt modelId="{50592871-EA8F-4A9E-A2AB-37F011F38940}" type="pres">
      <dgm:prSet presAssocID="{F2A49AF5-2078-46B6-8FC2-792913D2A34D}" presName="iconBgRect" presStyleLbl="bgShp" presStyleIdx="2" presStyleCnt="3"/>
      <dgm:spPr/>
    </dgm:pt>
    <dgm:pt modelId="{CB3CA43F-B19A-4C77-9900-3DA2B9B52B0A}" type="pres">
      <dgm:prSet presAssocID="{F2A49AF5-2078-46B6-8FC2-792913D2A34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Irritant"/>
        </a:ext>
      </dgm:extLst>
    </dgm:pt>
    <dgm:pt modelId="{74BD8033-3167-48D1-8666-A8997F2151E2}" type="pres">
      <dgm:prSet presAssocID="{F2A49AF5-2078-46B6-8FC2-792913D2A34D}" presName="spaceRect" presStyleCnt="0"/>
      <dgm:spPr/>
    </dgm:pt>
    <dgm:pt modelId="{A2267CA9-1D81-4BAC-8967-2F0C6F9359B7}" type="pres">
      <dgm:prSet presAssocID="{F2A49AF5-2078-46B6-8FC2-792913D2A34D}" presName="textRect" presStyleLbl="revTx" presStyleIdx="2" presStyleCnt="3">
        <dgm:presLayoutVars>
          <dgm:chMax val="1"/>
          <dgm:chPref val="1"/>
        </dgm:presLayoutVars>
      </dgm:prSet>
      <dgm:spPr/>
    </dgm:pt>
  </dgm:ptLst>
  <dgm:cxnLst>
    <dgm:cxn modelId="{2ADB813E-969A-47C1-BBDA-99A086A070E9}" type="presOf" srcId="{F58C3E11-D828-4A47-BA49-CF0E8EE4E082}" destId="{A9E32CBD-19A2-45B4-A910-6AD75FAEC84C}" srcOrd="0" destOrd="0" presId="urn:microsoft.com/office/officeart/2018/5/layout/IconCircleLabelList"/>
    <dgm:cxn modelId="{88B3F261-8ECD-47E6-B539-E32E24C1DA4F}" srcId="{862AAC16-3BEE-4CA8-BAC1-CA3858752924}" destId="{1F59DB08-3F59-4D4A-827D-86583258581C}" srcOrd="0" destOrd="0" parTransId="{FB8EA1C1-7592-459E-8F4F-062A69EA987A}" sibTransId="{F28A7498-D06F-444A-9A6A-E25A36D837AD}"/>
    <dgm:cxn modelId="{72285A58-2D88-4E02-8280-DE029105E1E5}" type="presOf" srcId="{862AAC16-3BEE-4CA8-BAC1-CA3858752924}" destId="{A9AD69E9-3E9A-4D71-B645-9A7C20D4ECFF}" srcOrd="0" destOrd="0" presId="urn:microsoft.com/office/officeart/2018/5/layout/IconCircleLabelList"/>
    <dgm:cxn modelId="{203F52AE-E242-42AB-A5DE-8BBADACFF89C}" type="presOf" srcId="{1F59DB08-3F59-4D4A-827D-86583258581C}" destId="{DCD887F7-85D4-4673-8FA3-A82ED6CD5CE2}" srcOrd="0" destOrd="0" presId="urn:microsoft.com/office/officeart/2018/5/layout/IconCircleLabelList"/>
    <dgm:cxn modelId="{64B161CB-9E5C-4826-A255-AD4753543F1A}" type="presOf" srcId="{F2A49AF5-2078-46B6-8FC2-792913D2A34D}" destId="{A2267CA9-1D81-4BAC-8967-2F0C6F9359B7}" srcOrd="0" destOrd="0" presId="urn:microsoft.com/office/officeart/2018/5/layout/IconCircleLabelList"/>
    <dgm:cxn modelId="{79031AD9-AA7C-4175-BECE-946F28DE72D1}" srcId="{862AAC16-3BEE-4CA8-BAC1-CA3858752924}" destId="{F58C3E11-D828-4A47-BA49-CF0E8EE4E082}" srcOrd="1" destOrd="0" parTransId="{FF696A1D-B4E7-4E3C-B420-D120ED612353}" sibTransId="{ABB78266-6247-4D1A-B8BE-B888F6C0EC24}"/>
    <dgm:cxn modelId="{EA0E7BDB-7837-4BD4-A4FA-225CB8B7D3F3}" srcId="{862AAC16-3BEE-4CA8-BAC1-CA3858752924}" destId="{F2A49AF5-2078-46B6-8FC2-792913D2A34D}" srcOrd="2" destOrd="0" parTransId="{686CAE54-5960-4362-963E-260B3D3C3809}" sibTransId="{D63D7A3E-CF10-47A9-B313-B74B31560788}"/>
    <dgm:cxn modelId="{D3E646C3-9F3E-493D-A299-1A2F035051FF}" type="presParOf" srcId="{A9AD69E9-3E9A-4D71-B645-9A7C20D4ECFF}" destId="{5754A8DC-B3DB-4193-AB3F-B4D20CB5348D}" srcOrd="0" destOrd="0" presId="urn:microsoft.com/office/officeart/2018/5/layout/IconCircleLabelList"/>
    <dgm:cxn modelId="{383A5B81-B995-4E78-A4CD-C635CF9B5337}" type="presParOf" srcId="{5754A8DC-B3DB-4193-AB3F-B4D20CB5348D}" destId="{C948EB25-78BD-4F40-987B-42C07B8889E7}" srcOrd="0" destOrd="0" presId="urn:microsoft.com/office/officeart/2018/5/layout/IconCircleLabelList"/>
    <dgm:cxn modelId="{40B3901E-A127-4B1C-905C-A2DA680204B4}" type="presParOf" srcId="{5754A8DC-B3DB-4193-AB3F-B4D20CB5348D}" destId="{C511A690-A43F-4095-B51E-D053A6955EA4}" srcOrd="1" destOrd="0" presId="urn:microsoft.com/office/officeart/2018/5/layout/IconCircleLabelList"/>
    <dgm:cxn modelId="{83D7E8A3-3D54-4DFD-ADCF-41C1794EB5E9}" type="presParOf" srcId="{5754A8DC-B3DB-4193-AB3F-B4D20CB5348D}" destId="{8F7C409D-6193-4AF4-B912-C8A53E031158}" srcOrd="2" destOrd="0" presId="urn:microsoft.com/office/officeart/2018/5/layout/IconCircleLabelList"/>
    <dgm:cxn modelId="{E34772A1-B58D-4C94-BB15-805E43FE6A31}" type="presParOf" srcId="{5754A8DC-B3DB-4193-AB3F-B4D20CB5348D}" destId="{DCD887F7-85D4-4673-8FA3-A82ED6CD5CE2}" srcOrd="3" destOrd="0" presId="urn:microsoft.com/office/officeart/2018/5/layout/IconCircleLabelList"/>
    <dgm:cxn modelId="{B191EA09-97CD-4C17-AEAD-13F26B5AC517}" type="presParOf" srcId="{A9AD69E9-3E9A-4D71-B645-9A7C20D4ECFF}" destId="{1F6A0FD5-6CF6-4D9D-9B18-69CDE1C91AEB}" srcOrd="1" destOrd="0" presId="urn:microsoft.com/office/officeart/2018/5/layout/IconCircleLabelList"/>
    <dgm:cxn modelId="{1118F03F-7E8C-4810-9E78-681D0D360E21}" type="presParOf" srcId="{A9AD69E9-3E9A-4D71-B645-9A7C20D4ECFF}" destId="{7E1C29C1-A296-4199-A8AB-D80CFC03A1F5}" srcOrd="2" destOrd="0" presId="urn:microsoft.com/office/officeart/2018/5/layout/IconCircleLabelList"/>
    <dgm:cxn modelId="{C06E12CB-0231-4E9D-A1C2-E2A6272B7FD1}" type="presParOf" srcId="{7E1C29C1-A296-4199-A8AB-D80CFC03A1F5}" destId="{3395F57C-E231-4A77-841F-CD5A3F29F161}" srcOrd="0" destOrd="0" presId="urn:microsoft.com/office/officeart/2018/5/layout/IconCircleLabelList"/>
    <dgm:cxn modelId="{C537E5C2-1872-4A36-A789-726EDC514979}" type="presParOf" srcId="{7E1C29C1-A296-4199-A8AB-D80CFC03A1F5}" destId="{D34A7D5E-39EB-4A46-89A3-F34D048EE68B}" srcOrd="1" destOrd="0" presId="urn:microsoft.com/office/officeart/2018/5/layout/IconCircleLabelList"/>
    <dgm:cxn modelId="{C5633962-75F2-4159-8AAE-4AAD6526A51D}" type="presParOf" srcId="{7E1C29C1-A296-4199-A8AB-D80CFC03A1F5}" destId="{F11EAC7C-C2AB-40E5-8396-1C6DBC620791}" srcOrd="2" destOrd="0" presId="urn:microsoft.com/office/officeart/2018/5/layout/IconCircleLabelList"/>
    <dgm:cxn modelId="{57E2B995-BF9E-44EF-B03F-DCC64B784A3E}" type="presParOf" srcId="{7E1C29C1-A296-4199-A8AB-D80CFC03A1F5}" destId="{A9E32CBD-19A2-45B4-A910-6AD75FAEC84C}" srcOrd="3" destOrd="0" presId="urn:microsoft.com/office/officeart/2018/5/layout/IconCircleLabelList"/>
    <dgm:cxn modelId="{14236B5C-01D4-4201-BCE2-82A5BF9BC367}" type="presParOf" srcId="{A9AD69E9-3E9A-4D71-B645-9A7C20D4ECFF}" destId="{6ACBD386-BA19-47FC-A6BE-E31AC3058BF8}" srcOrd="3" destOrd="0" presId="urn:microsoft.com/office/officeart/2018/5/layout/IconCircleLabelList"/>
    <dgm:cxn modelId="{275038F6-6690-46D5-9346-B4ECCF6A563C}" type="presParOf" srcId="{A9AD69E9-3E9A-4D71-B645-9A7C20D4ECFF}" destId="{1505911D-D253-4990-ABB0-3F9145FA2DB7}" srcOrd="4" destOrd="0" presId="urn:microsoft.com/office/officeart/2018/5/layout/IconCircleLabelList"/>
    <dgm:cxn modelId="{25B218DD-3754-414D-A1C8-4D0F647B1FE3}" type="presParOf" srcId="{1505911D-D253-4990-ABB0-3F9145FA2DB7}" destId="{50592871-EA8F-4A9E-A2AB-37F011F38940}" srcOrd="0" destOrd="0" presId="urn:microsoft.com/office/officeart/2018/5/layout/IconCircleLabelList"/>
    <dgm:cxn modelId="{C13A76E7-589F-42E2-A210-531BA4CDFA3A}" type="presParOf" srcId="{1505911D-D253-4990-ABB0-3F9145FA2DB7}" destId="{CB3CA43F-B19A-4C77-9900-3DA2B9B52B0A}" srcOrd="1" destOrd="0" presId="urn:microsoft.com/office/officeart/2018/5/layout/IconCircleLabelList"/>
    <dgm:cxn modelId="{674CCFCD-FD8F-42CD-BE0E-23C0711EE612}" type="presParOf" srcId="{1505911D-D253-4990-ABB0-3F9145FA2DB7}" destId="{74BD8033-3167-48D1-8666-A8997F2151E2}" srcOrd="2" destOrd="0" presId="urn:microsoft.com/office/officeart/2018/5/layout/IconCircleLabelList"/>
    <dgm:cxn modelId="{DFE5C523-A200-4751-8F13-80EDB53464DA}" type="presParOf" srcId="{1505911D-D253-4990-ABB0-3F9145FA2DB7}" destId="{A2267CA9-1D81-4BAC-8967-2F0C6F9359B7}"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F09719C-A156-4FB0-843C-2DEEFA2BFC3E}"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AB9BE5B5-12E6-4D1F-BA12-D5ACD2448B90}">
      <dgm:prSet/>
      <dgm:spPr/>
      <dgm:t>
        <a:bodyPr/>
        <a:lstStyle/>
        <a:p>
          <a:pPr>
            <a:defRPr cap="all"/>
          </a:pPr>
          <a:r>
            <a:rPr lang="en-US"/>
            <a:t>Common gaps include missing explanations and rushed transitions.</a:t>
          </a:r>
        </a:p>
      </dgm:t>
    </dgm:pt>
    <dgm:pt modelId="{5B93F282-33B2-4B62-B732-7127BB33CA50}" type="parTrans" cxnId="{DF94FCF8-3FFD-4593-B007-5A1C9840DB82}">
      <dgm:prSet/>
      <dgm:spPr/>
      <dgm:t>
        <a:bodyPr/>
        <a:lstStyle/>
        <a:p>
          <a:endParaRPr lang="en-US"/>
        </a:p>
      </dgm:t>
    </dgm:pt>
    <dgm:pt modelId="{A1EB7004-8791-4409-8173-E5A6787FDAB5}" type="sibTrans" cxnId="{DF94FCF8-3FFD-4593-B007-5A1C9840DB82}">
      <dgm:prSet/>
      <dgm:spPr/>
      <dgm:t>
        <a:bodyPr/>
        <a:lstStyle/>
        <a:p>
          <a:endParaRPr lang="en-US"/>
        </a:p>
      </dgm:t>
    </dgm:pt>
    <dgm:pt modelId="{7C45C8BC-8CA4-4EDA-8389-97592C90C12A}">
      <dgm:prSet/>
      <dgm:spPr/>
      <dgm:t>
        <a:bodyPr/>
        <a:lstStyle/>
        <a:p>
          <a:pPr>
            <a:defRPr cap="all"/>
          </a:pPr>
          <a:r>
            <a:rPr lang="en-US"/>
            <a:t>Over-dependence on slides reduces delivery effectiveness.</a:t>
          </a:r>
        </a:p>
      </dgm:t>
    </dgm:pt>
    <dgm:pt modelId="{31A94F9A-75FE-4F6D-A9AF-6F2208EFDF65}" type="parTrans" cxnId="{33C1A6EA-7950-4FBE-A714-BF166377BEAB}">
      <dgm:prSet/>
      <dgm:spPr/>
      <dgm:t>
        <a:bodyPr/>
        <a:lstStyle/>
        <a:p>
          <a:endParaRPr lang="en-US"/>
        </a:p>
      </dgm:t>
    </dgm:pt>
    <dgm:pt modelId="{584D7CB3-CE48-483F-BBB7-DDFBA9DD632A}" type="sibTrans" cxnId="{33C1A6EA-7950-4FBE-A714-BF166377BEAB}">
      <dgm:prSet/>
      <dgm:spPr/>
      <dgm:t>
        <a:bodyPr/>
        <a:lstStyle/>
        <a:p>
          <a:endParaRPr lang="en-US"/>
        </a:p>
      </dgm:t>
    </dgm:pt>
    <dgm:pt modelId="{8EEDF5F9-8C5E-4790-B75B-BF8DA00FF0A2}">
      <dgm:prSet/>
      <dgm:spPr/>
      <dgm:t>
        <a:bodyPr/>
        <a:lstStyle/>
        <a:p>
          <a:pPr>
            <a:defRPr cap="all"/>
          </a:pPr>
          <a:r>
            <a:rPr lang="en-US"/>
            <a:t>Weak summaries indicate incomplete learning closure.</a:t>
          </a:r>
        </a:p>
      </dgm:t>
    </dgm:pt>
    <dgm:pt modelId="{C58AB3AD-8ED7-453E-B3F5-6EC19A8354F3}" type="parTrans" cxnId="{4BD39371-E1B6-4DB5-A7C1-A691D3DF8DCC}">
      <dgm:prSet/>
      <dgm:spPr/>
      <dgm:t>
        <a:bodyPr/>
        <a:lstStyle/>
        <a:p>
          <a:endParaRPr lang="en-US"/>
        </a:p>
      </dgm:t>
    </dgm:pt>
    <dgm:pt modelId="{C7ABDD7B-D4CB-47C7-8706-8A8F6294499B}" type="sibTrans" cxnId="{4BD39371-E1B6-4DB5-A7C1-A691D3DF8DCC}">
      <dgm:prSet/>
      <dgm:spPr/>
      <dgm:t>
        <a:bodyPr/>
        <a:lstStyle/>
        <a:p>
          <a:endParaRPr lang="en-US"/>
        </a:p>
      </dgm:t>
    </dgm:pt>
    <dgm:pt modelId="{288748CE-3F33-4C50-9AB8-235E62159869}" type="pres">
      <dgm:prSet presAssocID="{FF09719C-A156-4FB0-843C-2DEEFA2BFC3E}" presName="root" presStyleCnt="0">
        <dgm:presLayoutVars>
          <dgm:dir/>
          <dgm:resizeHandles val="exact"/>
        </dgm:presLayoutVars>
      </dgm:prSet>
      <dgm:spPr/>
    </dgm:pt>
    <dgm:pt modelId="{95ED1186-B71F-4096-9E2F-7361ECCEF272}" type="pres">
      <dgm:prSet presAssocID="{AB9BE5B5-12E6-4D1F-BA12-D5ACD2448B90}" presName="compNode" presStyleCnt="0"/>
      <dgm:spPr/>
    </dgm:pt>
    <dgm:pt modelId="{B494F55A-63A5-45D5-B67B-05862DCD6162}" type="pres">
      <dgm:prSet presAssocID="{AB9BE5B5-12E6-4D1F-BA12-D5ACD2448B90}" presName="iconBgRect" presStyleLbl="bgShp" presStyleIdx="0" presStyleCnt="3"/>
      <dgm:spPr/>
    </dgm:pt>
    <dgm:pt modelId="{F2038FCF-83B5-4672-BC9F-A382AA2127A3}" type="pres">
      <dgm:prSet presAssocID="{AB9BE5B5-12E6-4D1F-BA12-D5ACD2448B9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CACAE9EC-D439-430E-848A-440E1C8E7225}" type="pres">
      <dgm:prSet presAssocID="{AB9BE5B5-12E6-4D1F-BA12-D5ACD2448B90}" presName="spaceRect" presStyleCnt="0"/>
      <dgm:spPr/>
    </dgm:pt>
    <dgm:pt modelId="{2F2DA03B-D3D9-405E-93E3-5F5922F254F9}" type="pres">
      <dgm:prSet presAssocID="{AB9BE5B5-12E6-4D1F-BA12-D5ACD2448B90}" presName="textRect" presStyleLbl="revTx" presStyleIdx="0" presStyleCnt="3">
        <dgm:presLayoutVars>
          <dgm:chMax val="1"/>
          <dgm:chPref val="1"/>
        </dgm:presLayoutVars>
      </dgm:prSet>
      <dgm:spPr/>
    </dgm:pt>
    <dgm:pt modelId="{62F3853B-F582-4311-9E7E-39548917A2FF}" type="pres">
      <dgm:prSet presAssocID="{A1EB7004-8791-4409-8173-E5A6787FDAB5}" presName="sibTrans" presStyleCnt="0"/>
      <dgm:spPr/>
    </dgm:pt>
    <dgm:pt modelId="{A61FC9F4-4362-4448-BCEC-EA9B8DF5ADF2}" type="pres">
      <dgm:prSet presAssocID="{7C45C8BC-8CA4-4EDA-8389-97592C90C12A}" presName="compNode" presStyleCnt="0"/>
      <dgm:spPr/>
    </dgm:pt>
    <dgm:pt modelId="{9CB8108D-0C3B-46A5-B945-545D6FE141A2}" type="pres">
      <dgm:prSet presAssocID="{7C45C8BC-8CA4-4EDA-8389-97592C90C12A}" presName="iconBgRect" presStyleLbl="bgShp" presStyleIdx="1" presStyleCnt="3"/>
      <dgm:spPr/>
    </dgm:pt>
    <dgm:pt modelId="{D7A1D4C1-DF59-4D27-9054-3C4F2902A920}" type="pres">
      <dgm:prSet presAssocID="{7C45C8BC-8CA4-4EDA-8389-97592C90C12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dicine"/>
        </a:ext>
      </dgm:extLst>
    </dgm:pt>
    <dgm:pt modelId="{4DE06729-EFF8-4063-87B7-7D26D33BB87C}" type="pres">
      <dgm:prSet presAssocID="{7C45C8BC-8CA4-4EDA-8389-97592C90C12A}" presName="spaceRect" presStyleCnt="0"/>
      <dgm:spPr/>
    </dgm:pt>
    <dgm:pt modelId="{2F087020-2347-499B-9642-5E8E7E6516A5}" type="pres">
      <dgm:prSet presAssocID="{7C45C8BC-8CA4-4EDA-8389-97592C90C12A}" presName="textRect" presStyleLbl="revTx" presStyleIdx="1" presStyleCnt="3">
        <dgm:presLayoutVars>
          <dgm:chMax val="1"/>
          <dgm:chPref val="1"/>
        </dgm:presLayoutVars>
      </dgm:prSet>
      <dgm:spPr/>
    </dgm:pt>
    <dgm:pt modelId="{B660196C-123F-445A-A451-46B5A4D8FCAB}" type="pres">
      <dgm:prSet presAssocID="{584D7CB3-CE48-483F-BBB7-DDFBA9DD632A}" presName="sibTrans" presStyleCnt="0"/>
      <dgm:spPr/>
    </dgm:pt>
    <dgm:pt modelId="{3F0A1125-846A-42A4-A482-F1ACADD1B6DE}" type="pres">
      <dgm:prSet presAssocID="{8EEDF5F9-8C5E-4790-B75B-BF8DA00FF0A2}" presName="compNode" presStyleCnt="0"/>
      <dgm:spPr/>
    </dgm:pt>
    <dgm:pt modelId="{CFFF5A94-27D0-49B6-B0A1-BD0F7F8F2F15}" type="pres">
      <dgm:prSet presAssocID="{8EEDF5F9-8C5E-4790-B75B-BF8DA00FF0A2}" presName="iconBgRect" presStyleLbl="bgShp" presStyleIdx="2" presStyleCnt="3"/>
      <dgm:spPr/>
    </dgm:pt>
    <dgm:pt modelId="{A53A34C8-26F5-4697-A50D-7DE68F94014B}" type="pres">
      <dgm:prSet presAssocID="{8EEDF5F9-8C5E-4790-B75B-BF8DA00FF0A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encil"/>
        </a:ext>
      </dgm:extLst>
    </dgm:pt>
    <dgm:pt modelId="{25D7703A-C859-4BE6-B39E-D24AC26DBAC5}" type="pres">
      <dgm:prSet presAssocID="{8EEDF5F9-8C5E-4790-B75B-BF8DA00FF0A2}" presName="spaceRect" presStyleCnt="0"/>
      <dgm:spPr/>
    </dgm:pt>
    <dgm:pt modelId="{670A938F-FA0F-4930-9D40-781104826750}" type="pres">
      <dgm:prSet presAssocID="{8EEDF5F9-8C5E-4790-B75B-BF8DA00FF0A2}" presName="textRect" presStyleLbl="revTx" presStyleIdx="2" presStyleCnt="3">
        <dgm:presLayoutVars>
          <dgm:chMax val="1"/>
          <dgm:chPref val="1"/>
        </dgm:presLayoutVars>
      </dgm:prSet>
      <dgm:spPr/>
    </dgm:pt>
  </dgm:ptLst>
  <dgm:cxnLst>
    <dgm:cxn modelId="{2B20AA4E-BBD3-42A1-9CF8-2CEB8E28C7BF}" type="presOf" srcId="{8EEDF5F9-8C5E-4790-B75B-BF8DA00FF0A2}" destId="{670A938F-FA0F-4930-9D40-781104826750}" srcOrd="0" destOrd="0" presId="urn:microsoft.com/office/officeart/2018/5/layout/IconCircleLabelList"/>
    <dgm:cxn modelId="{4BD39371-E1B6-4DB5-A7C1-A691D3DF8DCC}" srcId="{FF09719C-A156-4FB0-843C-2DEEFA2BFC3E}" destId="{8EEDF5F9-8C5E-4790-B75B-BF8DA00FF0A2}" srcOrd="2" destOrd="0" parTransId="{C58AB3AD-8ED7-453E-B3F5-6EC19A8354F3}" sibTransId="{C7ABDD7B-D4CB-47C7-8706-8A8F6294499B}"/>
    <dgm:cxn modelId="{D2529873-EE4E-4D6E-9778-47495442F832}" type="presOf" srcId="{AB9BE5B5-12E6-4D1F-BA12-D5ACD2448B90}" destId="{2F2DA03B-D3D9-405E-93E3-5F5922F254F9}" srcOrd="0" destOrd="0" presId="urn:microsoft.com/office/officeart/2018/5/layout/IconCircleLabelList"/>
    <dgm:cxn modelId="{64A1DC55-0EEC-4F39-8DF4-A3305B2FB99C}" type="presOf" srcId="{7C45C8BC-8CA4-4EDA-8389-97592C90C12A}" destId="{2F087020-2347-499B-9642-5E8E7E6516A5}" srcOrd="0" destOrd="0" presId="urn:microsoft.com/office/officeart/2018/5/layout/IconCircleLabelList"/>
    <dgm:cxn modelId="{33C1A6EA-7950-4FBE-A714-BF166377BEAB}" srcId="{FF09719C-A156-4FB0-843C-2DEEFA2BFC3E}" destId="{7C45C8BC-8CA4-4EDA-8389-97592C90C12A}" srcOrd="1" destOrd="0" parTransId="{31A94F9A-75FE-4F6D-A9AF-6F2208EFDF65}" sibTransId="{584D7CB3-CE48-483F-BBB7-DDFBA9DD632A}"/>
    <dgm:cxn modelId="{0AF152ED-E988-41F1-807F-DA278A6DEB29}" type="presOf" srcId="{FF09719C-A156-4FB0-843C-2DEEFA2BFC3E}" destId="{288748CE-3F33-4C50-9AB8-235E62159869}" srcOrd="0" destOrd="0" presId="urn:microsoft.com/office/officeart/2018/5/layout/IconCircleLabelList"/>
    <dgm:cxn modelId="{DF94FCF8-3FFD-4593-B007-5A1C9840DB82}" srcId="{FF09719C-A156-4FB0-843C-2DEEFA2BFC3E}" destId="{AB9BE5B5-12E6-4D1F-BA12-D5ACD2448B90}" srcOrd="0" destOrd="0" parTransId="{5B93F282-33B2-4B62-B732-7127BB33CA50}" sibTransId="{A1EB7004-8791-4409-8173-E5A6787FDAB5}"/>
    <dgm:cxn modelId="{B85A550F-C2DF-4243-A11B-785D7C9307BB}" type="presParOf" srcId="{288748CE-3F33-4C50-9AB8-235E62159869}" destId="{95ED1186-B71F-4096-9E2F-7361ECCEF272}" srcOrd="0" destOrd="0" presId="urn:microsoft.com/office/officeart/2018/5/layout/IconCircleLabelList"/>
    <dgm:cxn modelId="{0A0C4FEB-B3D6-4CE1-BF64-2501E870A222}" type="presParOf" srcId="{95ED1186-B71F-4096-9E2F-7361ECCEF272}" destId="{B494F55A-63A5-45D5-B67B-05862DCD6162}" srcOrd="0" destOrd="0" presId="urn:microsoft.com/office/officeart/2018/5/layout/IconCircleLabelList"/>
    <dgm:cxn modelId="{EFAFAB3B-CF8D-4040-8AB2-8939D11934AF}" type="presParOf" srcId="{95ED1186-B71F-4096-9E2F-7361ECCEF272}" destId="{F2038FCF-83B5-4672-BC9F-A382AA2127A3}" srcOrd="1" destOrd="0" presId="urn:microsoft.com/office/officeart/2018/5/layout/IconCircleLabelList"/>
    <dgm:cxn modelId="{8275DA97-5197-497E-9BFD-DFD4D4A0A131}" type="presParOf" srcId="{95ED1186-B71F-4096-9E2F-7361ECCEF272}" destId="{CACAE9EC-D439-430E-848A-440E1C8E7225}" srcOrd="2" destOrd="0" presId="urn:microsoft.com/office/officeart/2018/5/layout/IconCircleLabelList"/>
    <dgm:cxn modelId="{6DC78B41-6D76-4184-A442-0414B01F55D5}" type="presParOf" srcId="{95ED1186-B71F-4096-9E2F-7361ECCEF272}" destId="{2F2DA03B-D3D9-405E-93E3-5F5922F254F9}" srcOrd="3" destOrd="0" presId="urn:microsoft.com/office/officeart/2018/5/layout/IconCircleLabelList"/>
    <dgm:cxn modelId="{2C01D2C5-068C-49C3-BE0F-285636A77D42}" type="presParOf" srcId="{288748CE-3F33-4C50-9AB8-235E62159869}" destId="{62F3853B-F582-4311-9E7E-39548917A2FF}" srcOrd="1" destOrd="0" presId="urn:microsoft.com/office/officeart/2018/5/layout/IconCircleLabelList"/>
    <dgm:cxn modelId="{81AB6F59-3FFC-4305-9487-4573A31EE76D}" type="presParOf" srcId="{288748CE-3F33-4C50-9AB8-235E62159869}" destId="{A61FC9F4-4362-4448-BCEC-EA9B8DF5ADF2}" srcOrd="2" destOrd="0" presId="urn:microsoft.com/office/officeart/2018/5/layout/IconCircleLabelList"/>
    <dgm:cxn modelId="{F0883162-8939-45DA-B3CB-4582CB6DDC4E}" type="presParOf" srcId="{A61FC9F4-4362-4448-BCEC-EA9B8DF5ADF2}" destId="{9CB8108D-0C3B-46A5-B945-545D6FE141A2}" srcOrd="0" destOrd="0" presId="urn:microsoft.com/office/officeart/2018/5/layout/IconCircleLabelList"/>
    <dgm:cxn modelId="{AA9E29A8-9338-40D1-9B3F-2680C8A9AB7D}" type="presParOf" srcId="{A61FC9F4-4362-4448-BCEC-EA9B8DF5ADF2}" destId="{D7A1D4C1-DF59-4D27-9054-3C4F2902A920}" srcOrd="1" destOrd="0" presId="urn:microsoft.com/office/officeart/2018/5/layout/IconCircleLabelList"/>
    <dgm:cxn modelId="{441D4B84-F8DB-40B1-8BF4-C67D1057B58E}" type="presParOf" srcId="{A61FC9F4-4362-4448-BCEC-EA9B8DF5ADF2}" destId="{4DE06729-EFF8-4063-87B7-7D26D33BB87C}" srcOrd="2" destOrd="0" presId="urn:microsoft.com/office/officeart/2018/5/layout/IconCircleLabelList"/>
    <dgm:cxn modelId="{4273D511-0451-4A31-9F16-493E7E7A2D35}" type="presParOf" srcId="{A61FC9F4-4362-4448-BCEC-EA9B8DF5ADF2}" destId="{2F087020-2347-499B-9642-5E8E7E6516A5}" srcOrd="3" destOrd="0" presId="urn:microsoft.com/office/officeart/2018/5/layout/IconCircleLabelList"/>
    <dgm:cxn modelId="{C7EF5C7A-7F56-421F-ACCF-B15C122EB10F}" type="presParOf" srcId="{288748CE-3F33-4C50-9AB8-235E62159869}" destId="{B660196C-123F-445A-A451-46B5A4D8FCAB}" srcOrd="3" destOrd="0" presId="urn:microsoft.com/office/officeart/2018/5/layout/IconCircleLabelList"/>
    <dgm:cxn modelId="{DDA8EEE3-61EB-4532-B778-59206141EFB0}" type="presParOf" srcId="{288748CE-3F33-4C50-9AB8-235E62159869}" destId="{3F0A1125-846A-42A4-A482-F1ACADD1B6DE}" srcOrd="4" destOrd="0" presId="urn:microsoft.com/office/officeart/2018/5/layout/IconCircleLabelList"/>
    <dgm:cxn modelId="{546E41B0-1FF3-47C1-8D07-62CD4D8C847A}" type="presParOf" srcId="{3F0A1125-846A-42A4-A482-F1ACADD1B6DE}" destId="{CFFF5A94-27D0-49B6-B0A1-BD0F7F8F2F15}" srcOrd="0" destOrd="0" presId="urn:microsoft.com/office/officeart/2018/5/layout/IconCircleLabelList"/>
    <dgm:cxn modelId="{7FE18BC1-A051-4AE8-92D0-6C00EA513F7F}" type="presParOf" srcId="{3F0A1125-846A-42A4-A482-F1ACADD1B6DE}" destId="{A53A34C8-26F5-4697-A50D-7DE68F94014B}" srcOrd="1" destOrd="0" presId="urn:microsoft.com/office/officeart/2018/5/layout/IconCircleLabelList"/>
    <dgm:cxn modelId="{861C2D89-F6F4-476E-B300-08C741565AEA}" type="presParOf" srcId="{3F0A1125-846A-42A4-A482-F1ACADD1B6DE}" destId="{25D7703A-C859-4BE6-B39E-D24AC26DBAC5}" srcOrd="2" destOrd="0" presId="urn:microsoft.com/office/officeart/2018/5/layout/IconCircleLabelList"/>
    <dgm:cxn modelId="{8DD3A67C-7196-4A58-9EF2-B8CB97636F15}" type="presParOf" srcId="{3F0A1125-846A-42A4-A482-F1ACADD1B6DE}" destId="{670A938F-FA0F-4930-9D40-78110482675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3397392-81D2-4327-AC73-253C45F0AD7D}"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13BC7585-44DB-4F30-BC67-BB9D1E78A5E1}">
      <dgm:prSet/>
      <dgm:spPr/>
      <dgm:t>
        <a:bodyPr/>
        <a:lstStyle/>
        <a:p>
          <a:r>
            <a:rPr lang="en-US"/>
            <a:t>After every two to three concepts, understanding must be validated.</a:t>
          </a:r>
        </a:p>
      </dgm:t>
    </dgm:pt>
    <dgm:pt modelId="{5627EAFD-85A4-4B06-B6A7-BABA036B808F}" type="parTrans" cxnId="{EDF76389-2185-4B6F-A4A0-54E43182F0B5}">
      <dgm:prSet/>
      <dgm:spPr/>
      <dgm:t>
        <a:bodyPr/>
        <a:lstStyle/>
        <a:p>
          <a:endParaRPr lang="en-US"/>
        </a:p>
      </dgm:t>
    </dgm:pt>
    <dgm:pt modelId="{39754498-68ED-45CD-8C74-65944A8F35A2}" type="sibTrans" cxnId="{EDF76389-2185-4B6F-A4A0-54E43182F0B5}">
      <dgm:prSet/>
      <dgm:spPr/>
      <dgm:t>
        <a:bodyPr/>
        <a:lstStyle/>
        <a:p>
          <a:endParaRPr lang="en-US"/>
        </a:p>
      </dgm:t>
    </dgm:pt>
    <dgm:pt modelId="{B1609EB1-819E-481D-B142-67471D72E2F5}">
      <dgm:prSet/>
      <dgm:spPr/>
      <dgm:t>
        <a:bodyPr/>
        <a:lstStyle/>
        <a:p>
          <a:r>
            <a:rPr lang="en-US"/>
            <a:t>This includes verbal checks, scenario questions, and recap prompts.</a:t>
          </a:r>
        </a:p>
      </dgm:t>
    </dgm:pt>
    <dgm:pt modelId="{41175C34-2376-4C29-B78D-5017A2F3B6FA}" type="parTrans" cxnId="{16C50B04-963D-4864-911D-D600F3D97F98}">
      <dgm:prSet/>
      <dgm:spPr/>
      <dgm:t>
        <a:bodyPr/>
        <a:lstStyle/>
        <a:p>
          <a:endParaRPr lang="en-US"/>
        </a:p>
      </dgm:t>
    </dgm:pt>
    <dgm:pt modelId="{9059F6CB-2F42-4912-86A7-47881431702D}" type="sibTrans" cxnId="{16C50B04-963D-4864-911D-D600F3D97F98}">
      <dgm:prSet/>
      <dgm:spPr/>
      <dgm:t>
        <a:bodyPr/>
        <a:lstStyle/>
        <a:p>
          <a:endParaRPr lang="en-US"/>
        </a:p>
      </dgm:t>
    </dgm:pt>
    <dgm:pt modelId="{86C389EB-75DA-470C-B5EE-2CBACDF93248}">
      <dgm:prSet/>
      <dgm:spPr/>
      <dgm:t>
        <a:bodyPr/>
        <a:lstStyle/>
        <a:p>
          <a:r>
            <a:rPr lang="en-US"/>
            <a:t>Knowledge checks are delivery behavior, not slide content.</a:t>
          </a:r>
        </a:p>
      </dgm:t>
    </dgm:pt>
    <dgm:pt modelId="{4EE9F0A1-DEB8-4BCE-8972-A0EB64C47C2B}" type="parTrans" cxnId="{313B9AEA-13A6-4FBB-9573-A25045C05486}">
      <dgm:prSet/>
      <dgm:spPr/>
      <dgm:t>
        <a:bodyPr/>
        <a:lstStyle/>
        <a:p>
          <a:endParaRPr lang="en-US"/>
        </a:p>
      </dgm:t>
    </dgm:pt>
    <dgm:pt modelId="{0E4DF5ED-EC68-4E20-921F-DEF83451D430}" type="sibTrans" cxnId="{313B9AEA-13A6-4FBB-9573-A25045C05486}">
      <dgm:prSet/>
      <dgm:spPr/>
      <dgm:t>
        <a:bodyPr/>
        <a:lstStyle/>
        <a:p>
          <a:endParaRPr lang="en-US"/>
        </a:p>
      </dgm:t>
    </dgm:pt>
    <dgm:pt modelId="{7F91FFDD-4CDB-4C04-A52D-5C16646BAAE3}" type="pres">
      <dgm:prSet presAssocID="{F3397392-81D2-4327-AC73-253C45F0AD7D}" presName="Name0" presStyleCnt="0">
        <dgm:presLayoutVars>
          <dgm:dir/>
          <dgm:animLvl val="lvl"/>
          <dgm:resizeHandles val="exact"/>
        </dgm:presLayoutVars>
      </dgm:prSet>
      <dgm:spPr/>
    </dgm:pt>
    <dgm:pt modelId="{AA9F4320-2771-4BFB-8D95-0C95D73B0ABF}" type="pres">
      <dgm:prSet presAssocID="{13BC7585-44DB-4F30-BC67-BB9D1E78A5E1}" presName="linNode" presStyleCnt="0"/>
      <dgm:spPr/>
    </dgm:pt>
    <dgm:pt modelId="{941FB953-04F9-4B02-A436-88FC4F1BC57A}" type="pres">
      <dgm:prSet presAssocID="{13BC7585-44DB-4F30-BC67-BB9D1E78A5E1}" presName="parentText" presStyleLbl="node1" presStyleIdx="0" presStyleCnt="3">
        <dgm:presLayoutVars>
          <dgm:chMax val="1"/>
          <dgm:bulletEnabled val="1"/>
        </dgm:presLayoutVars>
      </dgm:prSet>
      <dgm:spPr/>
    </dgm:pt>
    <dgm:pt modelId="{CA7A3857-2125-4ECF-8EFC-497BDF8D3C89}" type="pres">
      <dgm:prSet presAssocID="{39754498-68ED-45CD-8C74-65944A8F35A2}" presName="sp" presStyleCnt="0"/>
      <dgm:spPr/>
    </dgm:pt>
    <dgm:pt modelId="{09D50EAC-9146-4612-A6C4-14555EDCC312}" type="pres">
      <dgm:prSet presAssocID="{B1609EB1-819E-481D-B142-67471D72E2F5}" presName="linNode" presStyleCnt="0"/>
      <dgm:spPr/>
    </dgm:pt>
    <dgm:pt modelId="{AC2ABB54-A409-4E6D-98CE-7FDBCCE61C2B}" type="pres">
      <dgm:prSet presAssocID="{B1609EB1-819E-481D-B142-67471D72E2F5}" presName="parentText" presStyleLbl="node1" presStyleIdx="1" presStyleCnt="3">
        <dgm:presLayoutVars>
          <dgm:chMax val="1"/>
          <dgm:bulletEnabled val="1"/>
        </dgm:presLayoutVars>
      </dgm:prSet>
      <dgm:spPr/>
    </dgm:pt>
    <dgm:pt modelId="{AC30600F-6AD6-4882-B858-921447A3EC2C}" type="pres">
      <dgm:prSet presAssocID="{9059F6CB-2F42-4912-86A7-47881431702D}" presName="sp" presStyleCnt="0"/>
      <dgm:spPr/>
    </dgm:pt>
    <dgm:pt modelId="{0DFBB844-5826-4DF4-B1F4-676C003CA68B}" type="pres">
      <dgm:prSet presAssocID="{86C389EB-75DA-470C-B5EE-2CBACDF93248}" presName="linNode" presStyleCnt="0"/>
      <dgm:spPr/>
    </dgm:pt>
    <dgm:pt modelId="{1F41B585-5E57-46C0-85C7-B4053B9335B3}" type="pres">
      <dgm:prSet presAssocID="{86C389EB-75DA-470C-B5EE-2CBACDF93248}" presName="parentText" presStyleLbl="node1" presStyleIdx="2" presStyleCnt="3">
        <dgm:presLayoutVars>
          <dgm:chMax val="1"/>
          <dgm:bulletEnabled val="1"/>
        </dgm:presLayoutVars>
      </dgm:prSet>
      <dgm:spPr/>
    </dgm:pt>
  </dgm:ptLst>
  <dgm:cxnLst>
    <dgm:cxn modelId="{16C50B04-963D-4864-911D-D600F3D97F98}" srcId="{F3397392-81D2-4327-AC73-253C45F0AD7D}" destId="{B1609EB1-819E-481D-B142-67471D72E2F5}" srcOrd="1" destOrd="0" parTransId="{41175C34-2376-4C29-B78D-5017A2F3B6FA}" sibTransId="{9059F6CB-2F42-4912-86A7-47881431702D}"/>
    <dgm:cxn modelId="{EDF76389-2185-4B6F-A4A0-54E43182F0B5}" srcId="{F3397392-81D2-4327-AC73-253C45F0AD7D}" destId="{13BC7585-44DB-4F30-BC67-BB9D1E78A5E1}" srcOrd="0" destOrd="0" parTransId="{5627EAFD-85A4-4B06-B6A7-BABA036B808F}" sibTransId="{39754498-68ED-45CD-8C74-65944A8F35A2}"/>
    <dgm:cxn modelId="{844507B5-878F-4010-80A9-A1766C556E8C}" type="presOf" srcId="{F3397392-81D2-4327-AC73-253C45F0AD7D}" destId="{7F91FFDD-4CDB-4C04-A52D-5C16646BAAE3}" srcOrd="0" destOrd="0" presId="urn:microsoft.com/office/officeart/2005/8/layout/vList5"/>
    <dgm:cxn modelId="{B6792CBD-1003-44D7-9AA6-AC510046F8A5}" type="presOf" srcId="{13BC7585-44DB-4F30-BC67-BB9D1E78A5E1}" destId="{941FB953-04F9-4B02-A436-88FC4F1BC57A}" srcOrd="0" destOrd="0" presId="urn:microsoft.com/office/officeart/2005/8/layout/vList5"/>
    <dgm:cxn modelId="{885D63D4-D6A9-4D9C-9419-E2EB40F71D74}" type="presOf" srcId="{B1609EB1-819E-481D-B142-67471D72E2F5}" destId="{AC2ABB54-A409-4E6D-98CE-7FDBCCE61C2B}" srcOrd="0" destOrd="0" presId="urn:microsoft.com/office/officeart/2005/8/layout/vList5"/>
    <dgm:cxn modelId="{313B9AEA-13A6-4FBB-9573-A25045C05486}" srcId="{F3397392-81D2-4327-AC73-253C45F0AD7D}" destId="{86C389EB-75DA-470C-B5EE-2CBACDF93248}" srcOrd="2" destOrd="0" parTransId="{4EE9F0A1-DEB8-4BCE-8972-A0EB64C47C2B}" sibTransId="{0E4DF5ED-EC68-4E20-921F-DEF83451D430}"/>
    <dgm:cxn modelId="{CF8CBDFD-8CAB-43C5-82CE-527F265A4E7D}" type="presOf" srcId="{86C389EB-75DA-470C-B5EE-2CBACDF93248}" destId="{1F41B585-5E57-46C0-85C7-B4053B9335B3}" srcOrd="0" destOrd="0" presId="urn:microsoft.com/office/officeart/2005/8/layout/vList5"/>
    <dgm:cxn modelId="{43A73D28-1C56-4513-881F-A1962864F272}" type="presParOf" srcId="{7F91FFDD-4CDB-4C04-A52D-5C16646BAAE3}" destId="{AA9F4320-2771-4BFB-8D95-0C95D73B0ABF}" srcOrd="0" destOrd="0" presId="urn:microsoft.com/office/officeart/2005/8/layout/vList5"/>
    <dgm:cxn modelId="{AB3EDA4D-4711-4EE0-9B70-3DC30DE5C332}" type="presParOf" srcId="{AA9F4320-2771-4BFB-8D95-0C95D73B0ABF}" destId="{941FB953-04F9-4B02-A436-88FC4F1BC57A}" srcOrd="0" destOrd="0" presId="urn:microsoft.com/office/officeart/2005/8/layout/vList5"/>
    <dgm:cxn modelId="{DF486516-D056-4191-B664-A22140C97766}" type="presParOf" srcId="{7F91FFDD-4CDB-4C04-A52D-5C16646BAAE3}" destId="{CA7A3857-2125-4ECF-8EFC-497BDF8D3C89}" srcOrd="1" destOrd="0" presId="urn:microsoft.com/office/officeart/2005/8/layout/vList5"/>
    <dgm:cxn modelId="{19302ECF-DE27-4EEA-93A6-239116F896F2}" type="presParOf" srcId="{7F91FFDD-4CDB-4C04-A52D-5C16646BAAE3}" destId="{09D50EAC-9146-4612-A6C4-14555EDCC312}" srcOrd="2" destOrd="0" presId="urn:microsoft.com/office/officeart/2005/8/layout/vList5"/>
    <dgm:cxn modelId="{157004CD-8E86-4851-BEBD-542480D2AA4C}" type="presParOf" srcId="{09D50EAC-9146-4612-A6C4-14555EDCC312}" destId="{AC2ABB54-A409-4E6D-98CE-7FDBCCE61C2B}" srcOrd="0" destOrd="0" presId="urn:microsoft.com/office/officeart/2005/8/layout/vList5"/>
    <dgm:cxn modelId="{C0C462A5-6062-4CA1-AD56-1DC0D631845D}" type="presParOf" srcId="{7F91FFDD-4CDB-4C04-A52D-5C16646BAAE3}" destId="{AC30600F-6AD6-4882-B858-921447A3EC2C}" srcOrd="3" destOrd="0" presId="urn:microsoft.com/office/officeart/2005/8/layout/vList5"/>
    <dgm:cxn modelId="{4BFBCBBA-0C3E-4E0E-9398-1AA13C62B961}" type="presParOf" srcId="{7F91FFDD-4CDB-4C04-A52D-5C16646BAAE3}" destId="{0DFBB844-5826-4DF4-B1F4-676C003CA68B}" srcOrd="4" destOrd="0" presId="urn:microsoft.com/office/officeart/2005/8/layout/vList5"/>
    <dgm:cxn modelId="{FD48CEFF-C7D8-4A4C-AF12-5CFF2B344D75}" type="presParOf" srcId="{0DFBB844-5826-4DF4-B1F4-676C003CA68B}" destId="{1F41B585-5E57-46C0-85C7-B4053B9335B3}"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3C7EA0A-785F-4DE8-87FA-A408FAD2F8BD}" type="doc">
      <dgm:prSet loTypeId="urn:microsoft.com/office/officeart/2016/7/layout/VerticalSolidActionList" loCatId="List" qsTypeId="urn:microsoft.com/office/officeart/2005/8/quickstyle/simple1" qsCatId="simple" csTypeId="urn:microsoft.com/office/officeart/2005/8/colors/accent1_2" csCatId="accent1"/>
      <dgm:spPr/>
      <dgm:t>
        <a:bodyPr/>
        <a:lstStyle/>
        <a:p>
          <a:endParaRPr lang="en-US"/>
        </a:p>
      </dgm:t>
    </dgm:pt>
    <dgm:pt modelId="{FE50486E-8271-41EB-B134-EED233A9B33B}">
      <dgm:prSet/>
      <dgm:spPr/>
      <dgm:t>
        <a:bodyPr/>
        <a:lstStyle/>
        <a:p>
          <a:r>
            <a:rPr lang="en-US"/>
            <a:t>Map</a:t>
          </a:r>
        </a:p>
      </dgm:t>
    </dgm:pt>
    <dgm:pt modelId="{8B320A59-F884-4CA5-B550-105B74666D9B}" type="parTrans" cxnId="{A8A9FA2A-673A-47E7-B1CF-C334D3976CF4}">
      <dgm:prSet/>
      <dgm:spPr/>
      <dgm:t>
        <a:bodyPr/>
        <a:lstStyle/>
        <a:p>
          <a:endParaRPr lang="en-US"/>
        </a:p>
      </dgm:t>
    </dgm:pt>
    <dgm:pt modelId="{AECB32EB-DFFD-4B81-837B-662B16E4F423}" type="sibTrans" cxnId="{A8A9FA2A-673A-47E7-B1CF-C334D3976CF4}">
      <dgm:prSet/>
      <dgm:spPr/>
      <dgm:t>
        <a:bodyPr/>
        <a:lstStyle/>
        <a:p>
          <a:endParaRPr lang="en-US"/>
        </a:p>
      </dgm:t>
    </dgm:pt>
    <dgm:pt modelId="{84956E0F-00F0-45FE-BED1-914B065A6BEC}">
      <dgm:prSet/>
      <dgm:spPr/>
      <dgm:t>
        <a:bodyPr/>
        <a:lstStyle/>
        <a:p>
          <a:r>
            <a:rPr lang="en-US"/>
            <a:t>Every technical concept must map to hands-on execution.</a:t>
          </a:r>
        </a:p>
      </dgm:t>
    </dgm:pt>
    <dgm:pt modelId="{12D30DC5-4EA3-4883-B657-4A2F9F45876F}" type="parTrans" cxnId="{179F00B3-15C6-4477-8A7E-AC14B72A9D7D}">
      <dgm:prSet/>
      <dgm:spPr/>
      <dgm:t>
        <a:bodyPr/>
        <a:lstStyle/>
        <a:p>
          <a:endParaRPr lang="en-US"/>
        </a:p>
      </dgm:t>
    </dgm:pt>
    <dgm:pt modelId="{FC06D789-D557-4102-9001-69DB4C849490}" type="sibTrans" cxnId="{179F00B3-15C6-4477-8A7E-AC14B72A9D7D}">
      <dgm:prSet/>
      <dgm:spPr/>
      <dgm:t>
        <a:bodyPr/>
        <a:lstStyle/>
        <a:p>
          <a:endParaRPr lang="en-US"/>
        </a:p>
      </dgm:t>
    </dgm:pt>
    <dgm:pt modelId="{4463C405-C9BB-49F6-AD04-4A51E48CEAE2}">
      <dgm:prSet/>
      <dgm:spPr/>
      <dgm:t>
        <a:bodyPr/>
        <a:lstStyle/>
        <a:p>
          <a:r>
            <a:rPr lang="en-US"/>
            <a:t>Explain</a:t>
          </a:r>
        </a:p>
      </dgm:t>
    </dgm:pt>
    <dgm:pt modelId="{F0B7A4E7-E2D9-4200-A859-D80608E91300}" type="parTrans" cxnId="{E037405B-8B3E-408C-8DED-49370EF1E8E1}">
      <dgm:prSet/>
      <dgm:spPr/>
      <dgm:t>
        <a:bodyPr/>
        <a:lstStyle/>
        <a:p>
          <a:endParaRPr lang="en-US"/>
        </a:p>
      </dgm:t>
    </dgm:pt>
    <dgm:pt modelId="{87563E75-6921-4945-AB92-6AA18D5B1E2B}" type="sibTrans" cxnId="{E037405B-8B3E-408C-8DED-49370EF1E8E1}">
      <dgm:prSet/>
      <dgm:spPr/>
      <dgm:t>
        <a:bodyPr/>
        <a:lstStyle/>
        <a:p>
          <a:endParaRPr lang="en-US"/>
        </a:p>
      </dgm:t>
    </dgm:pt>
    <dgm:pt modelId="{AFC218FF-8F27-4FFB-9B17-2CFD269617AE}">
      <dgm:prSet/>
      <dgm:spPr/>
      <dgm:t>
        <a:bodyPr/>
        <a:lstStyle/>
        <a:p>
          <a:r>
            <a:rPr lang="en-US"/>
            <a:t>The trainer must explain intent before execution.</a:t>
          </a:r>
        </a:p>
      </dgm:t>
    </dgm:pt>
    <dgm:pt modelId="{BDA31510-F7CF-4386-8345-48BFD958CE7E}" type="parTrans" cxnId="{AA1EAB5E-4B71-4724-9431-0F1489AE482D}">
      <dgm:prSet/>
      <dgm:spPr/>
      <dgm:t>
        <a:bodyPr/>
        <a:lstStyle/>
        <a:p>
          <a:endParaRPr lang="en-US"/>
        </a:p>
      </dgm:t>
    </dgm:pt>
    <dgm:pt modelId="{CBACC8BD-CCE2-49F5-B544-16CF79C99327}" type="sibTrans" cxnId="{AA1EAB5E-4B71-4724-9431-0F1489AE482D}">
      <dgm:prSet/>
      <dgm:spPr/>
      <dgm:t>
        <a:bodyPr/>
        <a:lstStyle/>
        <a:p>
          <a:endParaRPr lang="en-US"/>
        </a:p>
      </dgm:t>
    </dgm:pt>
    <dgm:pt modelId="{4810693E-2932-45F9-A3DD-D63A9DD9D9A3}">
      <dgm:prSet/>
      <dgm:spPr/>
      <dgm:t>
        <a:bodyPr/>
        <a:lstStyle/>
        <a:p>
          <a:r>
            <a:rPr lang="en-US"/>
            <a:t>Be</a:t>
          </a:r>
        </a:p>
      </dgm:t>
    </dgm:pt>
    <dgm:pt modelId="{8714986F-3C96-4534-862E-6DEAE5265FB9}" type="parTrans" cxnId="{8837D027-5F76-4741-A5DE-01523A56ACD0}">
      <dgm:prSet/>
      <dgm:spPr/>
      <dgm:t>
        <a:bodyPr/>
        <a:lstStyle/>
        <a:p>
          <a:endParaRPr lang="en-US"/>
        </a:p>
      </dgm:t>
    </dgm:pt>
    <dgm:pt modelId="{1E19A800-BD96-4020-8403-CDBF577A9C3D}" type="sibTrans" cxnId="{8837D027-5F76-4741-A5DE-01523A56ACD0}">
      <dgm:prSet/>
      <dgm:spPr/>
      <dgm:t>
        <a:bodyPr/>
        <a:lstStyle/>
        <a:p>
          <a:endParaRPr lang="en-US"/>
        </a:p>
      </dgm:t>
    </dgm:pt>
    <dgm:pt modelId="{291F2F23-6FB7-4119-8818-050D74F9B513}">
      <dgm:prSet/>
      <dgm:spPr/>
      <dgm:t>
        <a:bodyPr/>
        <a:lstStyle/>
        <a:p>
          <a:r>
            <a:rPr lang="en-US"/>
            <a:t>Learning must be summarized after execution.</a:t>
          </a:r>
        </a:p>
      </dgm:t>
    </dgm:pt>
    <dgm:pt modelId="{4DD5D60C-76C2-44E9-B8A8-030716570142}" type="parTrans" cxnId="{D9916E15-F765-4609-8E01-96415A92476C}">
      <dgm:prSet/>
      <dgm:spPr/>
      <dgm:t>
        <a:bodyPr/>
        <a:lstStyle/>
        <a:p>
          <a:endParaRPr lang="en-US"/>
        </a:p>
      </dgm:t>
    </dgm:pt>
    <dgm:pt modelId="{9EF9AA9A-D988-44E9-A21B-FC6305A750DE}" type="sibTrans" cxnId="{D9916E15-F765-4609-8E01-96415A92476C}">
      <dgm:prSet/>
      <dgm:spPr/>
      <dgm:t>
        <a:bodyPr/>
        <a:lstStyle/>
        <a:p>
          <a:endParaRPr lang="en-US"/>
        </a:p>
      </dgm:t>
    </dgm:pt>
    <dgm:pt modelId="{7D1F163C-F33E-4506-A675-41B229589BC6}" type="pres">
      <dgm:prSet presAssocID="{F3C7EA0A-785F-4DE8-87FA-A408FAD2F8BD}" presName="Name0" presStyleCnt="0">
        <dgm:presLayoutVars>
          <dgm:dir/>
          <dgm:animLvl val="lvl"/>
          <dgm:resizeHandles val="exact"/>
        </dgm:presLayoutVars>
      </dgm:prSet>
      <dgm:spPr/>
    </dgm:pt>
    <dgm:pt modelId="{AF6765A7-0CCA-4C1C-BC50-78874603A349}" type="pres">
      <dgm:prSet presAssocID="{FE50486E-8271-41EB-B134-EED233A9B33B}" presName="linNode" presStyleCnt="0"/>
      <dgm:spPr/>
    </dgm:pt>
    <dgm:pt modelId="{808F6B40-50E4-4E29-82DE-ADE0E0BFE209}" type="pres">
      <dgm:prSet presAssocID="{FE50486E-8271-41EB-B134-EED233A9B33B}" presName="parentText" presStyleLbl="alignNode1" presStyleIdx="0" presStyleCnt="3">
        <dgm:presLayoutVars>
          <dgm:chMax val="1"/>
          <dgm:bulletEnabled/>
        </dgm:presLayoutVars>
      </dgm:prSet>
      <dgm:spPr/>
    </dgm:pt>
    <dgm:pt modelId="{75B107A1-8088-4A61-ABEA-66E014DB9B58}" type="pres">
      <dgm:prSet presAssocID="{FE50486E-8271-41EB-B134-EED233A9B33B}" presName="descendantText" presStyleLbl="alignAccFollowNode1" presStyleIdx="0" presStyleCnt="3">
        <dgm:presLayoutVars>
          <dgm:bulletEnabled/>
        </dgm:presLayoutVars>
      </dgm:prSet>
      <dgm:spPr/>
    </dgm:pt>
    <dgm:pt modelId="{BA83650A-728A-42D2-9330-E500B9E1753F}" type="pres">
      <dgm:prSet presAssocID="{AECB32EB-DFFD-4B81-837B-662B16E4F423}" presName="sp" presStyleCnt="0"/>
      <dgm:spPr/>
    </dgm:pt>
    <dgm:pt modelId="{16BBDB7A-DAC8-4408-8E22-CD8E61E47645}" type="pres">
      <dgm:prSet presAssocID="{4463C405-C9BB-49F6-AD04-4A51E48CEAE2}" presName="linNode" presStyleCnt="0"/>
      <dgm:spPr/>
    </dgm:pt>
    <dgm:pt modelId="{05201662-1B5B-4B9E-ADC4-4CBAA94C1A0C}" type="pres">
      <dgm:prSet presAssocID="{4463C405-C9BB-49F6-AD04-4A51E48CEAE2}" presName="parentText" presStyleLbl="alignNode1" presStyleIdx="1" presStyleCnt="3">
        <dgm:presLayoutVars>
          <dgm:chMax val="1"/>
          <dgm:bulletEnabled/>
        </dgm:presLayoutVars>
      </dgm:prSet>
      <dgm:spPr/>
    </dgm:pt>
    <dgm:pt modelId="{C14AFC3D-A6F1-467A-9D70-BF9650BC3E41}" type="pres">
      <dgm:prSet presAssocID="{4463C405-C9BB-49F6-AD04-4A51E48CEAE2}" presName="descendantText" presStyleLbl="alignAccFollowNode1" presStyleIdx="1" presStyleCnt="3">
        <dgm:presLayoutVars>
          <dgm:bulletEnabled/>
        </dgm:presLayoutVars>
      </dgm:prSet>
      <dgm:spPr/>
    </dgm:pt>
    <dgm:pt modelId="{0F16252B-0114-4096-8015-220090255513}" type="pres">
      <dgm:prSet presAssocID="{87563E75-6921-4945-AB92-6AA18D5B1E2B}" presName="sp" presStyleCnt="0"/>
      <dgm:spPr/>
    </dgm:pt>
    <dgm:pt modelId="{A0094AE0-90F5-4BE1-9ACF-4280E862373D}" type="pres">
      <dgm:prSet presAssocID="{4810693E-2932-45F9-A3DD-D63A9DD9D9A3}" presName="linNode" presStyleCnt="0"/>
      <dgm:spPr/>
    </dgm:pt>
    <dgm:pt modelId="{5EFFA88F-C21A-4BA3-B562-7A5E1A455373}" type="pres">
      <dgm:prSet presAssocID="{4810693E-2932-45F9-A3DD-D63A9DD9D9A3}" presName="parentText" presStyleLbl="alignNode1" presStyleIdx="2" presStyleCnt="3">
        <dgm:presLayoutVars>
          <dgm:chMax val="1"/>
          <dgm:bulletEnabled/>
        </dgm:presLayoutVars>
      </dgm:prSet>
      <dgm:spPr/>
    </dgm:pt>
    <dgm:pt modelId="{693893AD-A790-4C72-BBE9-95CA6174D4B0}" type="pres">
      <dgm:prSet presAssocID="{4810693E-2932-45F9-A3DD-D63A9DD9D9A3}" presName="descendantText" presStyleLbl="alignAccFollowNode1" presStyleIdx="2" presStyleCnt="3">
        <dgm:presLayoutVars>
          <dgm:bulletEnabled/>
        </dgm:presLayoutVars>
      </dgm:prSet>
      <dgm:spPr/>
    </dgm:pt>
  </dgm:ptLst>
  <dgm:cxnLst>
    <dgm:cxn modelId="{26C6B600-72FC-4B5D-848E-72DCBB28F3B1}" type="presOf" srcId="{AFC218FF-8F27-4FFB-9B17-2CFD269617AE}" destId="{C14AFC3D-A6F1-467A-9D70-BF9650BC3E41}" srcOrd="0" destOrd="0" presId="urn:microsoft.com/office/officeart/2016/7/layout/VerticalSolidActionList"/>
    <dgm:cxn modelId="{D9916E15-F765-4609-8E01-96415A92476C}" srcId="{4810693E-2932-45F9-A3DD-D63A9DD9D9A3}" destId="{291F2F23-6FB7-4119-8818-050D74F9B513}" srcOrd="0" destOrd="0" parTransId="{4DD5D60C-76C2-44E9-B8A8-030716570142}" sibTransId="{9EF9AA9A-D988-44E9-A21B-FC6305A750DE}"/>
    <dgm:cxn modelId="{8837D027-5F76-4741-A5DE-01523A56ACD0}" srcId="{F3C7EA0A-785F-4DE8-87FA-A408FAD2F8BD}" destId="{4810693E-2932-45F9-A3DD-D63A9DD9D9A3}" srcOrd="2" destOrd="0" parTransId="{8714986F-3C96-4534-862E-6DEAE5265FB9}" sibTransId="{1E19A800-BD96-4020-8403-CDBF577A9C3D}"/>
    <dgm:cxn modelId="{A8A9FA2A-673A-47E7-B1CF-C334D3976CF4}" srcId="{F3C7EA0A-785F-4DE8-87FA-A408FAD2F8BD}" destId="{FE50486E-8271-41EB-B134-EED233A9B33B}" srcOrd="0" destOrd="0" parTransId="{8B320A59-F884-4CA5-B550-105B74666D9B}" sibTransId="{AECB32EB-DFFD-4B81-837B-662B16E4F423}"/>
    <dgm:cxn modelId="{E037405B-8B3E-408C-8DED-49370EF1E8E1}" srcId="{F3C7EA0A-785F-4DE8-87FA-A408FAD2F8BD}" destId="{4463C405-C9BB-49F6-AD04-4A51E48CEAE2}" srcOrd="1" destOrd="0" parTransId="{F0B7A4E7-E2D9-4200-A859-D80608E91300}" sibTransId="{87563E75-6921-4945-AB92-6AA18D5B1E2B}"/>
    <dgm:cxn modelId="{AA1EAB5E-4B71-4724-9431-0F1489AE482D}" srcId="{4463C405-C9BB-49F6-AD04-4A51E48CEAE2}" destId="{AFC218FF-8F27-4FFB-9B17-2CFD269617AE}" srcOrd="0" destOrd="0" parTransId="{BDA31510-F7CF-4386-8345-48BFD958CE7E}" sibTransId="{CBACC8BD-CCE2-49F5-B544-16CF79C99327}"/>
    <dgm:cxn modelId="{B92C6A53-7399-4DF8-B35F-11AD3B0EB871}" type="presOf" srcId="{4810693E-2932-45F9-A3DD-D63A9DD9D9A3}" destId="{5EFFA88F-C21A-4BA3-B562-7A5E1A455373}" srcOrd="0" destOrd="0" presId="urn:microsoft.com/office/officeart/2016/7/layout/VerticalSolidActionList"/>
    <dgm:cxn modelId="{270ED881-E6FF-4FD4-8B83-60C1E5AF5BEE}" type="presOf" srcId="{84956E0F-00F0-45FE-BED1-914B065A6BEC}" destId="{75B107A1-8088-4A61-ABEA-66E014DB9B58}" srcOrd="0" destOrd="0" presId="urn:microsoft.com/office/officeart/2016/7/layout/VerticalSolidActionList"/>
    <dgm:cxn modelId="{179F00B3-15C6-4477-8A7E-AC14B72A9D7D}" srcId="{FE50486E-8271-41EB-B134-EED233A9B33B}" destId="{84956E0F-00F0-45FE-BED1-914B065A6BEC}" srcOrd="0" destOrd="0" parTransId="{12D30DC5-4EA3-4883-B657-4A2F9F45876F}" sibTransId="{FC06D789-D557-4102-9001-69DB4C849490}"/>
    <dgm:cxn modelId="{CD65F6BA-C2AC-4ABD-B74A-192C43F5E715}" type="presOf" srcId="{FE50486E-8271-41EB-B134-EED233A9B33B}" destId="{808F6B40-50E4-4E29-82DE-ADE0E0BFE209}" srcOrd="0" destOrd="0" presId="urn:microsoft.com/office/officeart/2016/7/layout/VerticalSolidActionList"/>
    <dgm:cxn modelId="{FFEC82BD-0F3E-4882-9084-89E0F533D030}" type="presOf" srcId="{4463C405-C9BB-49F6-AD04-4A51E48CEAE2}" destId="{05201662-1B5B-4B9E-ADC4-4CBAA94C1A0C}" srcOrd="0" destOrd="0" presId="urn:microsoft.com/office/officeart/2016/7/layout/VerticalSolidActionList"/>
    <dgm:cxn modelId="{314C79D7-2CD6-4192-B87E-3F9847EBC6A0}" type="presOf" srcId="{291F2F23-6FB7-4119-8818-050D74F9B513}" destId="{693893AD-A790-4C72-BBE9-95CA6174D4B0}" srcOrd="0" destOrd="0" presId="urn:microsoft.com/office/officeart/2016/7/layout/VerticalSolidActionList"/>
    <dgm:cxn modelId="{C5749EE7-73B2-45E2-BE72-C19B6A11DCE0}" type="presOf" srcId="{F3C7EA0A-785F-4DE8-87FA-A408FAD2F8BD}" destId="{7D1F163C-F33E-4506-A675-41B229589BC6}" srcOrd="0" destOrd="0" presId="urn:microsoft.com/office/officeart/2016/7/layout/VerticalSolidActionList"/>
    <dgm:cxn modelId="{BA090CF3-59F7-499A-837B-26DC0B34DCCD}" type="presParOf" srcId="{7D1F163C-F33E-4506-A675-41B229589BC6}" destId="{AF6765A7-0CCA-4C1C-BC50-78874603A349}" srcOrd="0" destOrd="0" presId="urn:microsoft.com/office/officeart/2016/7/layout/VerticalSolidActionList"/>
    <dgm:cxn modelId="{4924871A-FE81-4E0F-A9F4-4BA5A36BEF35}" type="presParOf" srcId="{AF6765A7-0CCA-4C1C-BC50-78874603A349}" destId="{808F6B40-50E4-4E29-82DE-ADE0E0BFE209}" srcOrd="0" destOrd="0" presId="urn:microsoft.com/office/officeart/2016/7/layout/VerticalSolidActionList"/>
    <dgm:cxn modelId="{BDBBA18E-6505-4FFA-A694-EF17CC166B6D}" type="presParOf" srcId="{AF6765A7-0CCA-4C1C-BC50-78874603A349}" destId="{75B107A1-8088-4A61-ABEA-66E014DB9B58}" srcOrd="1" destOrd="0" presId="urn:microsoft.com/office/officeart/2016/7/layout/VerticalSolidActionList"/>
    <dgm:cxn modelId="{3FB7E1BD-4DD3-492D-A8F8-3251438EB497}" type="presParOf" srcId="{7D1F163C-F33E-4506-A675-41B229589BC6}" destId="{BA83650A-728A-42D2-9330-E500B9E1753F}" srcOrd="1" destOrd="0" presId="urn:microsoft.com/office/officeart/2016/7/layout/VerticalSolidActionList"/>
    <dgm:cxn modelId="{5ACC29D1-ED40-40E2-BDC2-03C6AE62F757}" type="presParOf" srcId="{7D1F163C-F33E-4506-A675-41B229589BC6}" destId="{16BBDB7A-DAC8-4408-8E22-CD8E61E47645}" srcOrd="2" destOrd="0" presId="urn:microsoft.com/office/officeart/2016/7/layout/VerticalSolidActionList"/>
    <dgm:cxn modelId="{E79ADDC9-5F9B-4F2F-B6A2-3E3C69C2CB0A}" type="presParOf" srcId="{16BBDB7A-DAC8-4408-8E22-CD8E61E47645}" destId="{05201662-1B5B-4B9E-ADC4-4CBAA94C1A0C}" srcOrd="0" destOrd="0" presId="urn:microsoft.com/office/officeart/2016/7/layout/VerticalSolidActionList"/>
    <dgm:cxn modelId="{D1509F15-8799-4D4D-A0EB-90D6FA7BA8E7}" type="presParOf" srcId="{16BBDB7A-DAC8-4408-8E22-CD8E61E47645}" destId="{C14AFC3D-A6F1-467A-9D70-BF9650BC3E41}" srcOrd="1" destOrd="0" presId="urn:microsoft.com/office/officeart/2016/7/layout/VerticalSolidActionList"/>
    <dgm:cxn modelId="{45E4D7BE-1070-4FD7-A175-9C01C09D5C9F}" type="presParOf" srcId="{7D1F163C-F33E-4506-A675-41B229589BC6}" destId="{0F16252B-0114-4096-8015-220090255513}" srcOrd="3" destOrd="0" presId="urn:microsoft.com/office/officeart/2016/7/layout/VerticalSolidActionList"/>
    <dgm:cxn modelId="{50A3E5EC-DDAA-4D23-BDE9-489F74E8291D}" type="presParOf" srcId="{7D1F163C-F33E-4506-A675-41B229589BC6}" destId="{A0094AE0-90F5-4BE1-9ACF-4280E862373D}" srcOrd="4" destOrd="0" presId="urn:microsoft.com/office/officeart/2016/7/layout/VerticalSolidActionList"/>
    <dgm:cxn modelId="{CE6C3502-39A1-4E23-9D04-EA7DBFA541C2}" type="presParOf" srcId="{A0094AE0-90F5-4BE1-9ACF-4280E862373D}" destId="{5EFFA88F-C21A-4BA3-B562-7A5E1A455373}" srcOrd="0" destOrd="0" presId="urn:microsoft.com/office/officeart/2016/7/layout/VerticalSolidActionList"/>
    <dgm:cxn modelId="{397D2917-5C47-4190-ADCB-EFCACF4BFFC2}" type="presParOf" srcId="{A0094AE0-90F5-4BE1-9ACF-4280E862373D}" destId="{693893AD-A790-4C72-BBE9-95CA6174D4B0}"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76E3992-5033-4F27-92CD-90F67740320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D91F501-3F02-4AE8-85A5-EDE4A350FD07}">
      <dgm:prSet/>
      <dgm:spPr/>
      <dgm:t>
        <a:bodyPr/>
        <a:lstStyle/>
        <a:p>
          <a:r>
            <a:rPr lang="en-US"/>
            <a:t>Slides must support explanation, not replace it.</a:t>
          </a:r>
        </a:p>
      </dgm:t>
    </dgm:pt>
    <dgm:pt modelId="{4B39AB99-0B3E-4476-B318-ED8411FAD90F}" type="parTrans" cxnId="{DD32731F-1916-4038-AEA5-6337FE6FE221}">
      <dgm:prSet/>
      <dgm:spPr/>
      <dgm:t>
        <a:bodyPr/>
        <a:lstStyle/>
        <a:p>
          <a:endParaRPr lang="en-US"/>
        </a:p>
      </dgm:t>
    </dgm:pt>
    <dgm:pt modelId="{2889EA11-D18D-4780-8F82-7DEF8C40301F}" type="sibTrans" cxnId="{DD32731F-1916-4038-AEA5-6337FE6FE221}">
      <dgm:prSet/>
      <dgm:spPr/>
      <dgm:t>
        <a:bodyPr/>
        <a:lstStyle/>
        <a:p>
          <a:endParaRPr lang="en-US"/>
        </a:p>
      </dgm:t>
    </dgm:pt>
    <dgm:pt modelId="{870C6FED-B71D-460D-9EC6-D2E5A4630D34}">
      <dgm:prSet/>
      <dgm:spPr/>
      <dgm:t>
        <a:bodyPr/>
        <a:lstStyle/>
        <a:p>
          <a:r>
            <a:rPr lang="en-US"/>
            <a:t>Controlled pacing and structured narration are mandatory.</a:t>
          </a:r>
        </a:p>
      </dgm:t>
    </dgm:pt>
    <dgm:pt modelId="{7ACBD5E5-36BC-45FC-B2A7-B7C91C6578BB}" type="parTrans" cxnId="{51BED7E4-EA7E-488B-BB7B-059AA70AB8A2}">
      <dgm:prSet/>
      <dgm:spPr/>
      <dgm:t>
        <a:bodyPr/>
        <a:lstStyle/>
        <a:p>
          <a:endParaRPr lang="en-US"/>
        </a:p>
      </dgm:t>
    </dgm:pt>
    <dgm:pt modelId="{7907A147-037E-4C04-A1DE-6377879D0357}" type="sibTrans" cxnId="{51BED7E4-EA7E-488B-BB7B-059AA70AB8A2}">
      <dgm:prSet/>
      <dgm:spPr/>
      <dgm:t>
        <a:bodyPr/>
        <a:lstStyle/>
        <a:p>
          <a:endParaRPr lang="en-US"/>
        </a:p>
      </dgm:t>
    </dgm:pt>
    <dgm:pt modelId="{7DEEE599-29FC-443C-871E-83E7FEBD8982}">
      <dgm:prSet/>
      <dgm:spPr/>
      <dgm:t>
        <a:bodyPr/>
        <a:lstStyle/>
        <a:p>
          <a:r>
            <a:rPr lang="en-US"/>
            <a:t>Excessive fillers reduce authority and confidence.</a:t>
          </a:r>
        </a:p>
      </dgm:t>
    </dgm:pt>
    <dgm:pt modelId="{D106DC68-6583-4783-B41C-4A34483A5522}" type="parTrans" cxnId="{A2880593-2AB4-4922-A9C2-3C6EAA79EC2D}">
      <dgm:prSet/>
      <dgm:spPr/>
      <dgm:t>
        <a:bodyPr/>
        <a:lstStyle/>
        <a:p>
          <a:endParaRPr lang="en-US"/>
        </a:p>
      </dgm:t>
    </dgm:pt>
    <dgm:pt modelId="{BE5BB264-777B-4AF0-9332-94C4B23F8E2F}" type="sibTrans" cxnId="{A2880593-2AB4-4922-A9C2-3C6EAA79EC2D}">
      <dgm:prSet/>
      <dgm:spPr/>
      <dgm:t>
        <a:bodyPr/>
        <a:lstStyle/>
        <a:p>
          <a:endParaRPr lang="en-US"/>
        </a:p>
      </dgm:t>
    </dgm:pt>
    <dgm:pt modelId="{68B2C305-7E01-49D1-A212-BCC30BBFB0BC}" type="pres">
      <dgm:prSet presAssocID="{976E3992-5033-4F27-92CD-90F677403200}" presName="root" presStyleCnt="0">
        <dgm:presLayoutVars>
          <dgm:dir/>
          <dgm:resizeHandles val="exact"/>
        </dgm:presLayoutVars>
      </dgm:prSet>
      <dgm:spPr/>
    </dgm:pt>
    <dgm:pt modelId="{7DB533FE-43DB-40CC-929D-7FEF5D1C09F0}" type="pres">
      <dgm:prSet presAssocID="{4D91F501-3F02-4AE8-85A5-EDE4A350FD07}" presName="compNode" presStyleCnt="0"/>
      <dgm:spPr/>
    </dgm:pt>
    <dgm:pt modelId="{9DD7CF33-A75B-4034-A617-046DEBCD75EB}" type="pres">
      <dgm:prSet presAssocID="{4D91F501-3F02-4AE8-85A5-EDE4A350FD07}" presName="bgRect" presStyleLbl="bgShp" presStyleIdx="0" presStyleCnt="3"/>
      <dgm:spPr/>
    </dgm:pt>
    <dgm:pt modelId="{D3E3BDEE-2FF6-41C0-B4E7-852D4AB0FE7D}" type="pres">
      <dgm:prSet presAssocID="{4D91F501-3F02-4AE8-85A5-EDE4A350FD0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acher"/>
        </a:ext>
      </dgm:extLst>
    </dgm:pt>
    <dgm:pt modelId="{CD287E6B-6799-465F-B09A-BEF8E40C0A03}" type="pres">
      <dgm:prSet presAssocID="{4D91F501-3F02-4AE8-85A5-EDE4A350FD07}" presName="spaceRect" presStyleCnt="0"/>
      <dgm:spPr/>
    </dgm:pt>
    <dgm:pt modelId="{0C26C91C-9F35-439B-93B8-551BEFE914C6}" type="pres">
      <dgm:prSet presAssocID="{4D91F501-3F02-4AE8-85A5-EDE4A350FD07}" presName="parTx" presStyleLbl="revTx" presStyleIdx="0" presStyleCnt="3">
        <dgm:presLayoutVars>
          <dgm:chMax val="0"/>
          <dgm:chPref val="0"/>
        </dgm:presLayoutVars>
      </dgm:prSet>
      <dgm:spPr/>
    </dgm:pt>
    <dgm:pt modelId="{FDC41D17-0570-499B-8AC7-D636CE71CF86}" type="pres">
      <dgm:prSet presAssocID="{2889EA11-D18D-4780-8F82-7DEF8C40301F}" presName="sibTrans" presStyleCnt="0"/>
      <dgm:spPr/>
    </dgm:pt>
    <dgm:pt modelId="{F5D1B6C4-77E9-4C00-9F8A-7B7AF10A01E0}" type="pres">
      <dgm:prSet presAssocID="{870C6FED-B71D-460D-9EC6-D2E5A4630D34}" presName="compNode" presStyleCnt="0"/>
      <dgm:spPr/>
    </dgm:pt>
    <dgm:pt modelId="{778F8EF0-26F1-4ADD-A066-78632E0FD32F}" type="pres">
      <dgm:prSet presAssocID="{870C6FED-B71D-460D-9EC6-D2E5A4630D34}" presName="bgRect" presStyleLbl="bgShp" presStyleIdx="1" presStyleCnt="3"/>
      <dgm:spPr/>
    </dgm:pt>
    <dgm:pt modelId="{2012B5B7-211C-4489-B1F0-46B77A6754A2}" type="pres">
      <dgm:prSet presAssocID="{870C6FED-B71D-460D-9EC6-D2E5A4630D3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ubtitles"/>
        </a:ext>
      </dgm:extLst>
    </dgm:pt>
    <dgm:pt modelId="{DB09F865-A3D9-4D75-A945-C3B6E02E2E70}" type="pres">
      <dgm:prSet presAssocID="{870C6FED-B71D-460D-9EC6-D2E5A4630D34}" presName="spaceRect" presStyleCnt="0"/>
      <dgm:spPr/>
    </dgm:pt>
    <dgm:pt modelId="{6E2CDA03-1DD6-404E-8C1E-624F77DF3D9A}" type="pres">
      <dgm:prSet presAssocID="{870C6FED-B71D-460D-9EC6-D2E5A4630D34}" presName="parTx" presStyleLbl="revTx" presStyleIdx="1" presStyleCnt="3">
        <dgm:presLayoutVars>
          <dgm:chMax val="0"/>
          <dgm:chPref val="0"/>
        </dgm:presLayoutVars>
      </dgm:prSet>
      <dgm:spPr/>
    </dgm:pt>
    <dgm:pt modelId="{1D761134-251E-4EF8-87EC-F45120094D5A}" type="pres">
      <dgm:prSet presAssocID="{7907A147-037E-4C04-A1DE-6377879D0357}" presName="sibTrans" presStyleCnt="0"/>
      <dgm:spPr/>
    </dgm:pt>
    <dgm:pt modelId="{5D9A3CEF-8ABF-442A-AC9A-A7C4E7AB7C10}" type="pres">
      <dgm:prSet presAssocID="{7DEEE599-29FC-443C-871E-83E7FEBD8982}" presName="compNode" presStyleCnt="0"/>
      <dgm:spPr/>
    </dgm:pt>
    <dgm:pt modelId="{57EA4A4C-425A-4C9D-B0D3-F0D600B1673A}" type="pres">
      <dgm:prSet presAssocID="{7DEEE599-29FC-443C-871E-83E7FEBD8982}" presName="bgRect" presStyleLbl="bgShp" presStyleIdx="2" presStyleCnt="3"/>
      <dgm:spPr/>
    </dgm:pt>
    <dgm:pt modelId="{E7866F19-9E0A-410D-A24A-2493BC85B2F3}" type="pres">
      <dgm:prSet presAssocID="{7DEEE599-29FC-443C-871E-83E7FEBD898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lippery"/>
        </a:ext>
      </dgm:extLst>
    </dgm:pt>
    <dgm:pt modelId="{ABA67999-4CF7-4A0C-90CC-01F033B97AA0}" type="pres">
      <dgm:prSet presAssocID="{7DEEE599-29FC-443C-871E-83E7FEBD8982}" presName="spaceRect" presStyleCnt="0"/>
      <dgm:spPr/>
    </dgm:pt>
    <dgm:pt modelId="{73FF2943-7B8E-4FD0-A7A8-C222BA98CFA6}" type="pres">
      <dgm:prSet presAssocID="{7DEEE599-29FC-443C-871E-83E7FEBD8982}" presName="parTx" presStyleLbl="revTx" presStyleIdx="2" presStyleCnt="3">
        <dgm:presLayoutVars>
          <dgm:chMax val="0"/>
          <dgm:chPref val="0"/>
        </dgm:presLayoutVars>
      </dgm:prSet>
      <dgm:spPr/>
    </dgm:pt>
  </dgm:ptLst>
  <dgm:cxnLst>
    <dgm:cxn modelId="{6AD9B407-5619-486E-BF6E-365EB04D2AA3}" type="presOf" srcId="{7DEEE599-29FC-443C-871E-83E7FEBD8982}" destId="{73FF2943-7B8E-4FD0-A7A8-C222BA98CFA6}" srcOrd="0" destOrd="0" presId="urn:microsoft.com/office/officeart/2018/2/layout/IconVerticalSolidList"/>
    <dgm:cxn modelId="{243D0D09-D252-4DA0-8436-E6C56543DB6C}" type="presOf" srcId="{4D91F501-3F02-4AE8-85A5-EDE4A350FD07}" destId="{0C26C91C-9F35-439B-93B8-551BEFE914C6}" srcOrd="0" destOrd="0" presId="urn:microsoft.com/office/officeart/2018/2/layout/IconVerticalSolidList"/>
    <dgm:cxn modelId="{DD32731F-1916-4038-AEA5-6337FE6FE221}" srcId="{976E3992-5033-4F27-92CD-90F677403200}" destId="{4D91F501-3F02-4AE8-85A5-EDE4A350FD07}" srcOrd="0" destOrd="0" parTransId="{4B39AB99-0B3E-4476-B318-ED8411FAD90F}" sibTransId="{2889EA11-D18D-4780-8F82-7DEF8C40301F}"/>
    <dgm:cxn modelId="{0CF99F43-E7BA-4E2B-98D5-DBBCB1C712AC}" type="presOf" srcId="{870C6FED-B71D-460D-9EC6-D2E5A4630D34}" destId="{6E2CDA03-1DD6-404E-8C1E-624F77DF3D9A}" srcOrd="0" destOrd="0" presId="urn:microsoft.com/office/officeart/2018/2/layout/IconVerticalSolidList"/>
    <dgm:cxn modelId="{A2880593-2AB4-4922-A9C2-3C6EAA79EC2D}" srcId="{976E3992-5033-4F27-92CD-90F677403200}" destId="{7DEEE599-29FC-443C-871E-83E7FEBD8982}" srcOrd="2" destOrd="0" parTransId="{D106DC68-6583-4783-B41C-4A34483A5522}" sibTransId="{BE5BB264-777B-4AF0-9332-94C4B23F8E2F}"/>
    <dgm:cxn modelId="{BD3F02E1-03D6-424D-87FB-0086235961EF}" type="presOf" srcId="{976E3992-5033-4F27-92CD-90F677403200}" destId="{68B2C305-7E01-49D1-A212-BCC30BBFB0BC}" srcOrd="0" destOrd="0" presId="urn:microsoft.com/office/officeart/2018/2/layout/IconVerticalSolidList"/>
    <dgm:cxn modelId="{51BED7E4-EA7E-488B-BB7B-059AA70AB8A2}" srcId="{976E3992-5033-4F27-92CD-90F677403200}" destId="{870C6FED-B71D-460D-9EC6-D2E5A4630D34}" srcOrd="1" destOrd="0" parTransId="{7ACBD5E5-36BC-45FC-B2A7-B7C91C6578BB}" sibTransId="{7907A147-037E-4C04-A1DE-6377879D0357}"/>
    <dgm:cxn modelId="{7C0CB86A-241F-4E4F-90D1-640273264F1B}" type="presParOf" srcId="{68B2C305-7E01-49D1-A212-BCC30BBFB0BC}" destId="{7DB533FE-43DB-40CC-929D-7FEF5D1C09F0}" srcOrd="0" destOrd="0" presId="urn:microsoft.com/office/officeart/2018/2/layout/IconVerticalSolidList"/>
    <dgm:cxn modelId="{115CF489-D889-446F-A31E-5188C52B356B}" type="presParOf" srcId="{7DB533FE-43DB-40CC-929D-7FEF5D1C09F0}" destId="{9DD7CF33-A75B-4034-A617-046DEBCD75EB}" srcOrd="0" destOrd="0" presId="urn:microsoft.com/office/officeart/2018/2/layout/IconVerticalSolidList"/>
    <dgm:cxn modelId="{86F08BFA-C055-4C6B-8BF2-EF3B44F4BE76}" type="presParOf" srcId="{7DB533FE-43DB-40CC-929D-7FEF5D1C09F0}" destId="{D3E3BDEE-2FF6-41C0-B4E7-852D4AB0FE7D}" srcOrd="1" destOrd="0" presId="urn:microsoft.com/office/officeart/2018/2/layout/IconVerticalSolidList"/>
    <dgm:cxn modelId="{5E2B19DD-1E3A-46A5-A89C-3B5C0BDA40A5}" type="presParOf" srcId="{7DB533FE-43DB-40CC-929D-7FEF5D1C09F0}" destId="{CD287E6B-6799-465F-B09A-BEF8E40C0A03}" srcOrd="2" destOrd="0" presId="urn:microsoft.com/office/officeart/2018/2/layout/IconVerticalSolidList"/>
    <dgm:cxn modelId="{7925C612-BF38-49AD-BEE8-E6347FF069AC}" type="presParOf" srcId="{7DB533FE-43DB-40CC-929D-7FEF5D1C09F0}" destId="{0C26C91C-9F35-439B-93B8-551BEFE914C6}" srcOrd="3" destOrd="0" presId="urn:microsoft.com/office/officeart/2018/2/layout/IconVerticalSolidList"/>
    <dgm:cxn modelId="{F7D0CB72-0D94-411C-999F-EF2EB4A26205}" type="presParOf" srcId="{68B2C305-7E01-49D1-A212-BCC30BBFB0BC}" destId="{FDC41D17-0570-499B-8AC7-D636CE71CF86}" srcOrd="1" destOrd="0" presId="urn:microsoft.com/office/officeart/2018/2/layout/IconVerticalSolidList"/>
    <dgm:cxn modelId="{06E68134-CE03-4018-AA32-4925BECE44ED}" type="presParOf" srcId="{68B2C305-7E01-49D1-A212-BCC30BBFB0BC}" destId="{F5D1B6C4-77E9-4C00-9F8A-7B7AF10A01E0}" srcOrd="2" destOrd="0" presId="urn:microsoft.com/office/officeart/2018/2/layout/IconVerticalSolidList"/>
    <dgm:cxn modelId="{D19C7697-FECA-4E88-98E0-811123FDE34E}" type="presParOf" srcId="{F5D1B6C4-77E9-4C00-9F8A-7B7AF10A01E0}" destId="{778F8EF0-26F1-4ADD-A066-78632E0FD32F}" srcOrd="0" destOrd="0" presId="urn:microsoft.com/office/officeart/2018/2/layout/IconVerticalSolidList"/>
    <dgm:cxn modelId="{06E0C41A-4F65-4AAF-8E51-26EEF535959D}" type="presParOf" srcId="{F5D1B6C4-77E9-4C00-9F8A-7B7AF10A01E0}" destId="{2012B5B7-211C-4489-B1F0-46B77A6754A2}" srcOrd="1" destOrd="0" presId="urn:microsoft.com/office/officeart/2018/2/layout/IconVerticalSolidList"/>
    <dgm:cxn modelId="{FCCCB699-88AC-43BE-81A7-DC0394CA5C67}" type="presParOf" srcId="{F5D1B6C4-77E9-4C00-9F8A-7B7AF10A01E0}" destId="{DB09F865-A3D9-4D75-A945-C3B6E02E2E70}" srcOrd="2" destOrd="0" presId="urn:microsoft.com/office/officeart/2018/2/layout/IconVerticalSolidList"/>
    <dgm:cxn modelId="{4D9AF405-3CC6-4594-B1FC-7FAC7E024E6A}" type="presParOf" srcId="{F5D1B6C4-77E9-4C00-9F8A-7B7AF10A01E0}" destId="{6E2CDA03-1DD6-404E-8C1E-624F77DF3D9A}" srcOrd="3" destOrd="0" presId="urn:microsoft.com/office/officeart/2018/2/layout/IconVerticalSolidList"/>
    <dgm:cxn modelId="{B5095482-046A-489F-AB9D-62F5113CA198}" type="presParOf" srcId="{68B2C305-7E01-49D1-A212-BCC30BBFB0BC}" destId="{1D761134-251E-4EF8-87EC-F45120094D5A}" srcOrd="3" destOrd="0" presId="urn:microsoft.com/office/officeart/2018/2/layout/IconVerticalSolidList"/>
    <dgm:cxn modelId="{D2078744-324E-4513-98E8-6B8F585C8D17}" type="presParOf" srcId="{68B2C305-7E01-49D1-A212-BCC30BBFB0BC}" destId="{5D9A3CEF-8ABF-442A-AC9A-A7C4E7AB7C10}" srcOrd="4" destOrd="0" presId="urn:microsoft.com/office/officeart/2018/2/layout/IconVerticalSolidList"/>
    <dgm:cxn modelId="{7CE28AB2-9CF6-4CAB-AFF0-1B3331EC0B52}" type="presParOf" srcId="{5D9A3CEF-8ABF-442A-AC9A-A7C4E7AB7C10}" destId="{57EA4A4C-425A-4C9D-B0D3-F0D600B1673A}" srcOrd="0" destOrd="0" presId="urn:microsoft.com/office/officeart/2018/2/layout/IconVerticalSolidList"/>
    <dgm:cxn modelId="{E55A3E6F-8D08-4A7A-8275-A295BB5F4929}" type="presParOf" srcId="{5D9A3CEF-8ABF-442A-AC9A-A7C4E7AB7C10}" destId="{E7866F19-9E0A-410D-A24A-2493BC85B2F3}" srcOrd="1" destOrd="0" presId="urn:microsoft.com/office/officeart/2018/2/layout/IconVerticalSolidList"/>
    <dgm:cxn modelId="{6652B0B9-57BF-42CD-8552-1228BE5E118A}" type="presParOf" srcId="{5D9A3CEF-8ABF-442A-AC9A-A7C4E7AB7C10}" destId="{ABA67999-4CF7-4A0C-90CC-01F033B97AA0}" srcOrd="2" destOrd="0" presId="urn:microsoft.com/office/officeart/2018/2/layout/IconVerticalSolidList"/>
    <dgm:cxn modelId="{6AC9EA6F-A8F1-451E-9CC6-267D8846AA63}" type="presParOf" srcId="{5D9A3CEF-8ABF-442A-AC9A-A7C4E7AB7C10}" destId="{73FF2943-7B8E-4FD0-A7A8-C222BA98CFA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7FB409E-976F-4840-B96A-93B9DE0C64C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2CDC5F72-030A-482F-A8B5-6B13C11DAD04}">
      <dgm:prSet/>
      <dgm:spPr/>
      <dgm:t>
        <a:bodyPr/>
        <a:lstStyle/>
        <a:p>
          <a:r>
            <a:rPr lang="en-US"/>
            <a:t>Delivery must maintain a corporate, professional tone.</a:t>
          </a:r>
        </a:p>
      </dgm:t>
    </dgm:pt>
    <dgm:pt modelId="{0F97A6B1-1A9C-4C54-A07F-B62085C0ABD7}" type="parTrans" cxnId="{FB76C55D-0B64-49B8-AAC7-8B97DC565C2E}">
      <dgm:prSet/>
      <dgm:spPr/>
      <dgm:t>
        <a:bodyPr/>
        <a:lstStyle/>
        <a:p>
          <a:endParaRPr lang="en-US"/>
        </a:p>
      </dgm:t>
    </dgm:pt>
    <dgm:pt modelId="{8A74CD57-5F69-4322-A44E-C817670411CD}" type="sibTrans" cxnId="{FB76C55D-0B64-49B8-AAC7-8B97DC565C2E}">
      <dgm:prSet/>
      <dgm:spPr/>
      <dgm:t>
        <a:bodyPr/>
        <a:lstStyle/>
        <a:p>
          <a:endParaRPr lang="en-US"/>
        </a:p>
      </dgm:t>
    </dgm:pt>
    <dgm:pt modelId="{2AEA113E-D7BF-4302-9F1F-C44C132BDFC4}">
      <dgm:prSet/>
      <dgm:spPr/>
      <dgm:t>
        <a:bodyPr/>
        <a:lstStyle/>
        <a:p>
          <a:r>
            <a:rPr lang="en-US"/>
            <a:t>Learning should be progressive, not information dumping.</a:t>
          </a:r>
        </a:p>
      </dgm:t>
    </dgm:pt>
    <dgm:pt modelId="{DD48F738-09A0-4E17-ABB7-DFBDA3FF0333}" type="parTrans" cxnId="{27F3DA0F-939C-4E21-8EC6-0B10DA8F3294}">
      <dgm:prSet/>
      <dgm:spPr/>
      <dgm:t>
        <a:bodyPr/>
        <a:lstStyle/>
        <a:p>
          <a:endParaRPr lang="en-US"/>
        </a:p>
      </dgm:t>
    </dgm:pt>
    <dgm:pt modelId="{0D7D40D7-116A-4964-9E05-EF8014EB0F4F}" type="sibTrans" cxnId="{27F3DA0F-939C-4E21-8EC6-0B10DA8F3294}">
      <dgm:prSet/>
      <dgm:spPr/>
      <dgm:t>
        <a:bodyPr/>
        <a:lstStyle/>
        <a:p>
          <a:endParaRPr lang="en-US"/>
        </a:p>
      </dgm:t>
    </dgm:pt>
    <dgm:pt modelId="{101633AB-E117-422A-B0D4-3BC5DE5D5310}">
      <dgm:prSet/>
      <dgm:spPr/>
      <dgm:t>
        <a:bodyPr/>
        <a:lstStyle/>
        <a:p>
          <a:r>
            <a:rPr lang="en-US"/>
            <a:t>Attention span and revision loops must be respected.</a:t>
          </a:r>
        </a:p>
      </dgm:t>
    </dgm:pt>
    <dgm:pt modelId="{BCE11210-D78D-4F6D-A265-42FED609C9BA}" type="parTrans" cxnId="{B20E50E0-8C13-4EB1-9DB9-69B7EB67A045}">
      <dgm:prSet/>
      <dgm:spPr/>
      <dgm:t>
        <a:bodyPr/>
        <a:lstStyle/>
        <a:p>
          <a:endParaRPr lang="en-US"/>
        </a:p>
      </dgm:t>
    </dgm:pt>
    <dgm:pt modelId="{DB4AB1A3-6FD4-4BEE-94BE-8602CB00DA47}" type="sibTrans" cxnId="{B20E50E0-8C13-4EB1-9DB9-69B7EB67A045}">
      <dgm:prSet/>
      <dgm:spPr/>
      <dgm:t>
        <a:bodyPr/>
        <a:lstStyle/>
        <a:p>
          <a:endParaRPr lang="en-US"/>
        </a:p>
      </dgm:t>
    </dgm:pt>
    <dgm:pt modelId="{E336FDF8-BCFA-4841-85B4-28A7FF1B52CF}" type="pres">
      <dgm:prSet presAssocID="{17FB409E-976F-4840-B96A-93B9DE0C64CF}" presName="linear" presStyleCnt="0">
        <dgm:presLayoutVars>
          <dgm:animLvl val="lvl"/>
          <dgm:resizeHandles val="exact"/>
        </dgm:presLayoutVars>
      </dgm:prSet>
      <dgm:spPr/>
    </dgm:pt>
    <dgm:pt modelId="{B91263B3-787E-4BBB-8845-8E828C23D35E}" type="pres">
      <dgm:prSet presAssocID="{2CDC5F72-030A-482F-A8B5-6B13C11DAD04}" presName="parentText" presStyleLbl="node1" presStyleIdx="0" presStyleCnt="3">
        <dgm:presLayoutVars>
          <dgm:chMax val="0"/>
          <dgm:bulletEnabled val="1"/>
        </dgm:presLayoutVars>
      </dgm:prSet>
      <dgm:spPr/>
    </dgm:pt>
    <dgm:pt modelId="{52AE7A13-2748-4EFF-B3E9-D435CFC6C392}" type="pres">
      <dgm:prSet presAssocID="{8A74CD57-5F69-4322-A44E-C817670411CD}" presName="spacer" presStyleCnt="0"/>
      <dgm:spPr/>
    </dgm:pt>
    <dgm:pt modelId="{2BDE4854-AEFB-4F9B-B601-F03D78C17729}" type="pres">
      <dgm:prSet presAssocID="{2AEA113E-D7BF-4302-9F1F-C44C132BDFC4}" presName="parentText" presStyleLbl="node1" presStyleIdx="1" presStyleCnt="3">
        <dgm:presLayoutVars>
          <dgm:chMax val="0"/>
          <dgm:bulletEnabled val="1"/>
        </dgm:presLayoutVars>
      </dgm:prSet>
      <dgm:spPr/>
    </dgm:pt>
    <dgm:pt modelId="{844E506A-F718-44D4-ABB6-147D2BCB7712}" type="pres">
      <dgm:prSet presAssocID="{0D7D40D7-116A-4964-9E05-EF8014EB0F4F}" presName="spacer" presStyleCnt="0"/>
      <dgm:spPr/>
    </dgm:pt>
    <dgm:pt modelId="{E0374837-F37B-4082-990D-C9745BDDDE81}" type="pres">
      <dgm:prSet presAssocID="{101633AB-E117-422A-B0D4-3BC5DE5D5310}" presName="parentText" presStyleLbl="node1" presStyleIdx="2" presStyleCnt="3">
        <dgm:presLayoutVars>
          <dgm:chMax val="0"/>
          <dgm:bulletEnabled val="1"/>
        </dgm:presLayoutVars>
      </dgm:prSet>
      <dgm:spPr/>
    </dgm:pt>
  </dgm:ptLst>
  <dgm:cxnLst>
    <dgm:cxn modelId="{27F3DA0F-939C-4E21-8EC6-0B10DA8F3294}" srcId="{17FB409E-976F-4840-B96A-93B9DE0C64CF}" destId="{2AEA113E-D7BF-4302-9F1F-C44C132BDFC4}" srcOrd="1" destOrd="0" parTransId="{DD48F738-09A0-4E17-ABB7-DFBDA3FF0333}" sibTransId="{0D7D40D7-116A-4964-9E05-EF8014EB0F4F}"/>
    <dgm:cxn modelId="{8E019520-2CDF-4772-9728-9FCA62CED702}" type="presOf" srcId="{17FB409E-976F-4840-B96A-93B9DE0C64CF}" destId="{E336FDF8-BCFA-4841-85B4-28A7FF1B52CF}" srcOrd="0" destOrd="0" presId="urn:microsoft.com/office/officeart/2005/8/layout/vList2"/>
    <dgm:cxn modelId="{FB76C55D-0B64-49B8-AAC7-8B97DC565C2E}" srcId="{17FB409E-976F-4840-B96A-93B9DE0C64CF}" destId="{2CDC5F72-030A-482F-A8B5-6B13C11DAD04}" srcOrd="0" destOrd="0" parTransId="{0F97A6B1-1A9C-4C54-A07F-B62085C0ABD7}" sibTransId="{8A74CD57-5F69-4322-A44E-C817670411CD}"/>
    <dgm:cxn modelId="{734B9A93-3BC4-48D2-96C3-78C5A080EE04}" type="presOf" srcId="{101633AB-E117-422A-B0D4-3BC5DE5D5310}" destId="{E0374837-F37B-4082-990D-C9745BDDDE81}" srcOrd="0" destOrd="0" presId="urn:microsoft.com/office/officeart/2005/8/layout/vList2"/>
    <dgm:cxn modelId="{8962C8A1-7B42-4977-8C65-FCB18BD38A08}" type="presOf" srcId="{2CDC5F72-030A-482F-A8B5-6B13C11DAD04}" destId="{B91263B3-787E-4BBB-8845-8E828C23D35E}" srcOrd="0" destOrd="0" presId="urn:microsoft.com/office/officeart/2005/8/layout/vList2"/>
    <dgm:cxn modelId="{C0D11DBA-64C6-4D95-8C72-79EE03BD5A19}" type="presOf" srcId="{2AEA113E-D7BF-4302-9F1F-C44C132BDFC4}" destId="{2BDE4854-AEFB-4F9B-B601-F03D78C17729}" srcOrd="0" destOrd="0" presId="urn:microsoft.com/office/officeart/2005/8/layout/vList2"/>
    <dgm:cxn modelId="{B20E50E0-8C13-4EB1-9DB9-69B7EB67A045}" srcId="{17FB409E-976F-4840-B96A-93B9DE0C64CF}" destId="{101633AB-E117-422A-B0D4-3BC5DE5D5310}" srcOrd="2" destOrd="0" parTransId="{BCE11210-D78D-4F6D-A265-42FED609C9BA}" sibTransId="{DB4AB1A3-6FD4-4BEE-94BE-8602CB00DA47}"/>
    <dgm:cxn modelId="{3547DC8C-9555-433C-B24C-E26F3281A565}" type="presParOf" srcId="{E336FDF8-BCFA-4841-85B4-28A7FF1B52CF}" destId="{B91263B3-787E-4BBB-8845-8E828C23D35E}" srcOrd="0" destOrd="0" presId="urn:microsoft.com/office/officeart/2005/8/layout/vList2"/>
    <dgm:cxn modelId="{D5ED6FA2-C819-4E13-96B8-839DA8727114}" type="presParOf" srcId="{E336FDF8-BCFA-4841-85B4-28A7FF1B52CF}" destId="{52AE7A13-2748-4EFF-B3E9-D435CFC6C392}" srcOrd="1" destOrd="0" presId="urn:microsoft.com/office/officeart/2005/8/layout/vList2"/>
    <dgm:cxn modelId="{186B47CA-A87B-4441-ABD0-BD3779B20457}" type="presParOf" srcId="{E336FDF8-BCFA-4841-85B4-28A7FF1B52CF}" destId="{2BDE4854-AEFB-4F9B-B601-F03D78C17729}" srcOrd="2" destOrd="0" presId="urn:microsoft.com/office/officeart/2005/8/layout/vList2"/>
    <dgm:cxn modelId="{007B838F-7E9F-4629-BB28-45881FCA145F}" type="presParOf" srcId="{E336FDF8-BCFA-4841-85B4-28A7FF1B52CF}" destId="{844E506A-F718-44D4-ABB6-147D2BCB7712}" srcOrd="3" destOrd="0" presId="urn:microsoft.com/office/officeart/2005/8/layout/vList2"/>
    <dgm:cxn modelId="{9B9B34D1-4FC0-4B09-9049-AA5ED7C1B370}" type="presParOf" srcId="{E336FDF8-BCFA-4841-85B4-28A7FF1B52CF}" destId="{E0374837-F37B-4082-990D-C9745BDDDE81}"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741BCF8-9C74-4140-A396-B42F9ED7FF04}"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536DB300-CEC6-47FF-AB3B-9DF3BF7F4509}">
      <dgm:prSet/>
      <dgm:spPr/>
      <dgm:t>
        <a:bodyPr/>
        <a:lstStyle/>
        <a:p>
          <a:r>
            <a:rPr lang="en-US"/>
            <a:t>External resources may be used to improve articulation and confidence.</a:t>
          </a:r>
        </a:p>
      </dgm:t>
    </dgm:pt>
    <dgm:pt modelId="{FFAB7701-974A-4083-9E20-92E796046486}" type="parTrans" cxnId="{19EC410D-6CC0-4E5D-B01D-E027AD67BD5B}">
      <dgm:prSet/>
      <dgm:spPr/>
      <dgm:t>
        <a:bodyPr/>
        <a:lstStyle/>
        <a:p>
          <a:endParaRPr lang="en-US"/>
        </a:p>
      </dgm:t>
    </dgm:pt>
    <dgm:pt modelId="{04FA1A34-A024-44ED-8175-BF81A305EEEB}" type="sibTrans" cxnId="{19EC410D-6CC0-4E5D-B01D-E027AD67BD5B}">
      <dgm:prSet/>
      <dgm:spPr/>
      <dgm:t>
        <a:bodyPr/>
        <a:lstStyle/>
        <a:p>
          <a:endParaRPr lang="en-US"/>
        </a:p>
      </dgm:t>
    </dgm:pt>
    <dgm:pt modelId="{337390A4-AA34-44AB-94C4-C99BC99B0DBC}">
      <dgm:prSet/>
      <dgm:spPr/>
      <dgm:t>
        <a:bodyPr/>
        <a:lstStyle/>
        <a:p>
          <a:r>
            <a:rPr lang="en-US"/>
            <a:t>They are supplementary and do not replace internal validation.</a:t>
          </a:r>
        </a:p>
      </dgm:t>
    </dgm:pt>
    <dgm:pt modelId="{CBA8027A-CB31-416C-B3FE-522412628C7B}" type="parTrans" cxnId="{7F964510-1434-42B7-990C-0A0C41D375B6}">
      <dgm:prSet/>
      <dgm:spPr/>
      <dgm:t>
        <a:bodyPr/>
        <a:lstStyle/>
        <a:p>
          <a:endParaRPr lang="en-US"/>
        </a:p>
      </dgm:t>
    </dgm:pt>
    <dgm:pt modelId="{05D95CAD-4C49-4271-8214-200BEB95D2C7}" type="sibTrans" cxnId="{7F964510-1434-42B7-990C-0A0C41D375B6}">
      <dgm:prSet/>
      <dgm:spPr/>
      <dgm:t>
        <a:bodyPr/>
        <a:lstStyle/>
        <a:p>
          <a:endParaRPr lang="en-US"/>
        </a:p>
      </dgm:t>
    </dgm:pt>
    <dgm:pt modelId="{233FABD9-F0DF-4A14-BFD9-9A9C783E68EC}">
      <dgm:prSet/>
      <dgm:spPr/>
      <dgm:t>
        <a:bodyPr/>
        <a:lstStyle/>
        <a:p>
          <a:r>
            <a:rPr lang="en-US"/>
            <a:t>Polish is supported, authority is governed internally.</a:t>
          </a:r>
        </a:p>
      </dgm:t>
    </dgm:pt>
    <dgm:pt modelId="{728CFE32-6D53-48DF-9626-95DCD5ED487E}" type="parTrans" cxnId="{74E7DF2C-27EC-4191-93D7-296404EFC166}">
      <dgm:prSet/>
      <dgm:spPr/>
      <dgm:t>
        <a:bodyPr/>
        <a:lstStyle/>
        <a:p>
          <a:endParaRPr lang="en-US"/>
        </a:p>
      </dgm:t>
    </dgm:pt>
    <dgm:pt modelId="{88B529E0-B391-48C8-BB84-FAE36C6B47B4}" type="sibTrans" cxnId="{74E7DF2C-27EC-4191-93D7-296404EFC166}">
      <dgm:prSet/>
      <dgm:spPr/>
      <dgm:t>
        <a:bodyPr/>
        <a:lstStyle/>
        <a:p>
          <a:endParaRPr lang="en-US"/>
        </a:p>
      </dgm:t>
    </dgm:pt>
    <dgm:pt modelId="{1190BE11-C844-4A8F-AA5C-803CE438E751}" type="pres">
      <dgm:prSet presAssocID="{8741BCF8-9C74-4140-A396-B42F9ED7FF04}" presName="hierChild1" presStyleCnt="0">
        <dgm:presLayoutVars>
          <dgm:chPref val="1"/>
          <dgm:dir/>
          <dgm:animOne val="branch"/>
          <dgm:animLvl val="lvl"/>
          <dgm:resizeHandles/>
        </dgm:presLayoutVars>
      </dgm:prSet>
      <dgm:spPr/>
    </dgm:pt>
    <dgm:pt modelId="{A2F56060-F781-4107-BD02-6E26688A10FA}" type="pres">
      <dgm:prSet presAssocID="{536DB300-CEC6-47FF-AB3B-9DF3BF7F4509}" presName="hierRoot1" presStyleCnt="0"/>
      <dgm:spPr/>
    </dgm:pt>
    <dgm:pt modelId="{B8641A81-9D4F-4C72-9BAF-4430032C07BD}" type="pres">
      <dgm:prSet presAssocID="{536DB300-CEC6-47FF-AB3B-9DF3BF7F4509}" presName="composite" presStyleCnt="0"/>
      <dgm:spPr/>
    </dgm:pt>
    <dgm:pt modelId="{A7123348-B47D-467D-95D2-2E56A3AE849B}" type="pres">
      <dgm:prSet presAssocID="{536DB300-CEC6-47FF-AB3B-9DF3BF7F4509}" presName="background" presStyleLbl="node0" presStyleIdx="0" presStyleCnt="3"/>
      <dgm:spPr/>
    </dgm:pt>
    <dgm:pt modelId="{359F18C8-3D00-4F99-89AD-226B2EE0E994}" type="pres">
      <dgm:prSet presAssocID="{536DB300-CEC6-47FF-AB3B-9DF3BF7F4509}" presName="text" presStyleLbl="fgAcc0" presStyleIdx="0" presStyleCnt="3">
        <dgm:presLayoutVars>
          <dgm:chPref val="3"/>
        </dgm:presLayoutVars>
      </dgm:prSet>
      <dgm:spPr/>
    </dgm:pt>
    <dgm:pt modelId="{DD24F972-8F4A-48BA-8054-CE338743384A}" type="pres">
      <dgm:prSet presAssocID="{536DB300-CEC6-47FF-AB3B-9DF3BF7F4509}" presName="hierChild2" presStyleCnt="0"/>
      <dgm:spPr/>
    </dgm:pt>
    <dgm:pt modelId="{0675E84A-D7BD-452F-AD4B-091DB0F9AFF9}" type="pres">
      <dgm:prSet presAssocID="{337390A4-AA34-44AB-94C4-C99BC99B0DBC}" presName="hierRoot1" presStyleCnt="0"/>
      <dgm:spPr/>
    </dgm:pt>
    <dgm:pt modelId="{2FCC1265-F7DD-4802-9CB6-A6D2A9B90209}" type="pres">
      <dgm:prSet presAssocID="{337390A4-AA34-44AB-94C4-C99BC99B0DBC}" presName="composite" presStyleCnt="0"/>
      <dgm:spPr/>
    </dgm:pt>
    <dgm:pt modelId="{FB85865D-7EA1-4918-B4DE-718EF6BDB4B0}" type="pres">
      <dgm:prSet presAssocID="{337390A4-AA34-44AB-94C4-C99BC99B0DBC}" presName="background" presStyleLbl="node0" presStyleIdx="1" presStyleCnt="3"/>
      <dgm:spPr/>
    </dgm:pt>
    <dgm:pt modelId="{9293BE78-0A7F-416B-AE4C-0E78933E34D8}" type="pres">
      <dgm:prSet presAssocID="{337390A4-AA34-44AB-94C4-C99BC99B0DBC}" presName="text" presStyleLbl="fgAcc0" presStyleIdx="1" presStyleCnt="3">
        <dgm:presLayoutVars>
          <dgm:chPref val="3"/>
        </dgm:presLayoutVars>
      </dgm:prSet>
      <dgm:spPr/>
    </dgm:pt>
    <dgm:pt modelId="{47510AC0-DEE7-47AF-B284-DC978B05B5A9}" type="pres">
      <dgm:prSet presAssocID="{337390A4-AA34-44AB-94C4-C99BC99B0DBC}" presName="hierChild2" presStyleCnt="0"/>
      <dgm:spPr/>
    </dgm:pt>
    <dgm:pt modelId="{F38B6423-2EBD-44A6-951F-45D73167BCEC}" type="pres">
      <dgm:prSet presAssocID="{233FABD9-F0DF-4A14-BFD9-9A9C783E68EC}" presName="hierRoot1" presStyleCnt="0"/>
      <dgm:spPr/>
    </dgm:pt>
    <dgm:pt modelId="{1EEE765D-B181-451B-92FE-3CA1F9E30181}" type="pres">
      <dgm:prSet presAssocID="{233FABD9-F0DF-4A14-BFD9-9A9C783E68EC}" presName="composite" presStyleCnt="0"/>
      <dgm:spPr/>
    </dgm:pt>
    <dgm:pt modelId="{801A273E-DE64-4960-B6AD-3E73D97547EE}" type="pres">
      <dgm:prSet presAssocID="{233FABD9-F0DF-4A14-BFD9-9A9C783E68EC}" presName="background" presStyleLbl="node0" presStyleIdx="2" presStyleCnt="3"/>
      <dgm:spPr/>
    </dgm:pt>
    <dgm:pt modelId="{030C7C63-5DBF-428B-AFC1-9F3335056DB4}" type="pres">
      <dgm:prSet presAssocID="{233FABD9-F0DF-4A14-BFD9-9A9C783E68EC}" presName="text" presStyleLbl="fgAcc0" presStyleIdx="2" presStyleCnt="3">
        <dgm:presLayoutVars>
          <dgm:chPref val="3"/>
        </dgm:presLayoutVars>
      </dgm:prSet>
      <dgm:spPr/>
    </dgm:pt>
    <dgm:pt modelId="{6197894B-F352-4669-BBF1-5AF4C5C9DF37}" type="pres">
      <dgm:prSet presAssocID="{233FABD9-F0DF-4A14-BFD9-9A9C783E68EC}" presName="hierChild2" presStyleCnt="0"/>
      <dgm:spPr/>
    </dgm:pt>
  </dgm:ptLst>
  <dgm:cxnLst>
    <dgm:cxn modelId="{19EC410D-6CC0-4E5D-B01D-E027AD67BD5B}" srcId="{8741BCF8-9C74-4140-A396-B42F9ED7FF04}" destId="{536DB300-CEC6-47FF-AB3B-9DF3BF7F4509}" srcOrd="0" destOrd="0" parTransId="{FFAB7701-974A-4083-9E20-92E796046486}" sibTransId="{04FA1A34-A024-44ED-8175-BF81A305EEEB}"/>
    <dgm:cxn modelId="{7F964510-1434-42B7-990C-0A0C41D375B6}" srcId="{8741BCF8-9C74-4140-A396-B42F9ED7FF04}" destId="{337390A4-AA34-44AB-94C4-C99BC99B0DBC}" srcOrd="1" destOrd="0" parTransId="{CBA8027A-CB31-416C-B3FE-522412628C7B}" sibTransId="{05D95CAD-4C49-4271-8214-200BEB95D2C7}"/>
    <dgm:cxn modelId="{74E7DF2C-27EC-4191-93D7-296404EFC166}" srcId="{8741BCF8-9C74-4140-A396-B42F9ED7FF04}" destId="{233FABD9-F0DF-4A14-BFD9-9A9C783E68EC}" srcOrd="2" destOrd="0" parTransId="{728CFE32-6D53-48DF-9626-95DCD5ED487E}" sibTransId="{88B529E0-B391-48C8-BB84-FAE36C6B47B4}"/>
    <dgm:cxn modelId="{E85FB836-67B4-4D2F-A4CE-7EBCCA8371F5}" type="presOf" srcId="{233FABD9-F0DF-4A14-BFD9-9A9C783E68EC}" destId="{030C7C63-5DBF-428B-AFC1-9F3335056DB4}" srcOrd="0" destOrd="0" presId="urn:microsoft.com/office/officeart/2005/8/layout/hierarchy1"/>
    <dgm:cxn modelId="{7FC4908D-8EAF-4D83-AF30-4A3C38CCAE05}" type="presOf" srcId="{536DB300-CEC6-47FF-AB3B-9DF3BF7F4509}" destId="{359F18C8-3D00-4F99-89AD-226B2EE0E994}" srcOrd="0" destOrd="0" presId="urn:microsoft.com/office/officeart/2005/8/layout/hierarchy1"/>
    <dgm:cxn modelId="{05D968D3-3770-4BB3-8015-E88B253F66C1}" type="presOf" srcId="{8741BCF8-9C74-4140-A396-B42F9ED7FF04}" destId="{1190BE11-C844-4A8F-AA5C-803CE438E751}" srcOrd="0" destOrd="0" presId="urn:microsoft.com/office/officeart/2005/8/layout/hierarchy1"/>
    <dgm:cxn modelId="{EBFB9BDA-5413-4A42-8026-DB48A4CBE2C7}" type="presOf" srcId="{337390A4-AA34-44AB-94C4-C99BC99B0DBC}" destId="{9293BE78-0A7F-416B-AE4C-0E78933E34D8}" srcOrd="0" destOrd="0" presId="urn:microsoft.com/office/officeart/2005/8/layout/hierarchy1"/>
    <dgm:cxn modelId="{488BAE2C-9281-49D4-83F1-EC541F2445F0}" type="presParOf" srcId="{1190BE11-C844-4A8F-AA5C-803CE438E751}" destId="{A2F56060-F781-4107-BD02-6E26688A10FA}" srcOrd="0" destOrd="0" presId="urn:microsoft.com/office/officeart/2005/8/layout/hierarchy1"/>
    <dgm:cxn modelId="{7A1108B1-E793-4D54-9C84-F52DC165F0C8}" type="presParOf" srcId="{A2F56060-F781-4107-BD02-6E26688A10FA}" destId="{B8641A81-9D4F-4C72-9BAF-4430032C07BD}" srcOrd="0" destOrd="0" presId="urn:microsoft.com/office/officeart/2005/8/layout/hierarchy1"/>
    <dgm:cxn modelId="{2F4248BD-D03B-40A9-AA65-43FF2500250E}" type="presParOf" srcId="{B8641A81-9D4F-4C72-9BAF-4430032C07BD}" destId="{A7123348-B47D-467D-95D2-2E56A3AE849B}" srcOrd="0" destOrd="0" presId="urn:microsoft.com/office/officeart/2005/8/layout/hierarchy1"/>
    <dgm:cxn modelId="{9A7AB2CD-C7F2-4DC4-A7DA-24CCE798AEEE}" type="presParOf" srcId="{B8641A81-9D4F-4C72-9BAF-4430032C07BD}" destId="{359F18C8-3D00-4F99-89AD-226B2EE0E994}" srcOrd="1" destOrd="0" presId="urn:microsoft.com/office/officeart/2005/8/layout/hierarchy1"/>
    <dgm:cxn modelId="{E64FA9B2-68CB-4FBF-B1CA-92220AFBB8B4}" type="presParOf" srcId="{A2F56060-F781-4107-BD02-6E26688A10FA}" destId="{DD24F972-8F4A-48BA-8054-CE338743384A}" srcOrd="1" destOrd="0" presId="urn:microsoft.com/office/officeart/2005/8/layout/hierarchy1"/>
    <dgm:cxn modelId="{8BAF0BC1-8413-41AA-9FD8-EA8BDAF01583}" type="presParOf" srcId="{1190BE11-C844-4A8F-AA5C-803CE438E751}" destId="{0675E84A-D7BD-452F-AD4B-091DB0F9AFF9}" srcOrd="1" destOrd="0" presId="urn:microsoft.com/office/officeart/2005/8/layout/hierarchy1"/>
    <dgm:cxn modelId="{14FA1D2D-05C5-4FF1-80C7-1E3D3064FE62}" type="presParOf" srcId="{0675E84A-D7BD-452F-AD4B-091DB0F9AFF9}" destId="{2FCC1265-F7DD-4802-9CB6-A6D2A9B90209}" srcOrd="0" destOrd="0" presId="urn:microsoft.com/office/officeart/2005/8/layout/hierarchy1"/>
    <dgm:cxn modelId="{5180701F-C9AC-47FF-B1A7-66EDB7A1A45F}" type="presParOf" srcId="{2FCC1265-F7DD-4802-9CB6-A6D2A9B90209}" destId="{FB85865D-7EA1-4918-B4DE-718EF6BDB4B0}" srcOrd="0" destOrd="0" presId="urn:microsoft.com/office/officeart/2005/8/layout/hierarchy1"/>
    <dgm:cxn modelId="{0C69DB34-2380-467D-844A-66C798B10BE6}" type="presParOf" srcId="{2FCC1265-F7DD-4802-9CB6-A6D2A9B90209}" destId="{9293BE78-0A7F-416B-AE4C-0E78933E34D8}" srcOrd="1" destOrd="0" presId="urn:microsoft.com/office/officeart/2005/8/layout/hierarchy1"/>
    <dgm:cxn modelId="{CEAEE86E-B98B-460C-8B5E-C2A456F6BD55}" type="presParOf" srcId="{0675E84A-D7BD-452F-AD4B-091DB0F9AFF9}" destId="{47510AC0-DEE7-47AF-B284-DC978B05B5A9}" srcOrd="1" destOrd="0" presId="urn:microsoft.com/office/officeart/2005/8/layout/hierarchy1"/>
    <dgm:cxn modelId="{184885A1-23A8-42AE-AE04-69074065513B}" type="presParOf" srcId="{1190BE11-C844-4A8F-AA5C-803CE438E751}" destId="{F38B6423-2EBD-44A6-951F-45D73167BCEC}" srcOrd="2" destOrd="0" presId="urn:microsoft.com/office/officeart/2005/8/layout/hierarchy1"/>
    <dgm:cxn modelId="{096884AE-966B-4CAD-BDB2-70BAFF17B8E8}" type="presParOf" srcId="{F38B6423-2EBD-44A6-951F-45D73167BCEC}" destId="{1EEE765D-B181-451B-92FE-3CA1F9E30181}" srcOrd="0" destOrd="0" presId="urn:microsoft.com/office/officeart/2005/8/layout/hierarchy1"/>
    <dgm:cxn modelId="{B13D32C6-5A31-4B78-9154-7B6CDDC0D2AF}" type="presParOf" srcId="{1EEE765D-B181-451B-92FE-3CA1F9E30181}" destId="{801A273E-DE64-4960-B6AD-3E73D97547EE}" srcOrd="0" destOrd="0" presId="urn:microsoft.com/office/officeart/2005/8/layout/hierarchy1"/>
    <dgm:cxn modelId="{ED3D01A4-C01D-464E-9CAF-4EFA03383D41}" type="presParOf" srcId="{1EEE765D-B181-451B-92FE-3CA1F9E30181}" destId="{030C7C63-5DBF-428B-AFC1-9F3335056DB4}" srcOrd="1" destOrd="0" presId="urn:microsoft.com/office/officeart/2005/8/layout/hierarchy1"/>
    <dgm:cxn modelId="{AE1EDDA0-3BA4-4CDC-9090-7CD7B4AAF247}" type="presParOf" srcId="{F38B6423-2EBD-44A6-951F-45D73167BCEC}" destId="{6197894B-F352-4669-BBF1-5AF4C5C9DF37}"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4A1EEF8-DA4A-4B67-8CE4-60BA49BB232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C6E56B8-9F4D-4591-9237-EC553A1B8150}">
      <dgm:prSet/>
      <dgm:spPr/>
      <dgm:t>
        <a:bodyPr/>
        <a:lstStyle/>
        <a:p>
          <a:r>
            <a:rPr lang="en-US"/>
            <a:t>The outcome will be classified as Ready, Conditionally Ready, or Not Ready.</a:t>
          </a:r>
        </a:p>
      </dgm:t>
    </dgm:pt>
    <dgm:pt modelId="{BCA3F126-594E-4F03-83C7-C52A3AB33D46}" type="parTrans" cxnId="{4A927527-3C38-46BF-9542-4BFBCF0DA772}">
      <dgm:prSet/>
      <dgm:spPr/>
      <dgm:t>
        <a:bodyPr/>
        <a:lstStyle/>
        <a:p>
          <a:endParaRPr lang="en-US"/>
        </a:p>
      </dgm:t>
    </dgm:pt>
    <dgm:pt modelId="{7658F853-CA9F-495B-A68B-55194BF854F7}" type="sibTrans" cxnId="{4A927527-3C38-46BF-9542-4BFBCF0DA772}">
      <dgm:prSet/>
      <dgm:spPr/>
      <dgm:t>
        <a:bodyPr/>
        <a:lstStyle/>
        <a:p>
          <a:endParaRPr lang="en-US"/>
        </a:p>
      </dgm:t>
    </dgm:pt>
    <dgm:pt modelId="{EBDAA0D0-0284-4129-B9B6-BF43494E686B}">
      <dgm:prSet/>
      <dgm:spPr/>
      <dgm:t>
        <a:bodyPr/>
        <a:lstStyle/>
        <a:p>
          <a:r>
            <a:rPr lang="en-US"/>
            <a:t>The decision is evidence-based and documented.</a:t>
          </a:r>
        </a:p>
      </dgm:t>
    </dgm:pt>
    <dgm:pt modelId="{DCD11402-4573-4DEC-91AE-76BA57B206C6}" type="parTrans" cxnId="{9FB292AC-D328-45CE-A57D-A43335453B4E}">
      <dgm:prSet/>
      <dgm:spPr/>
      <dgm:t>
        <a:bodyPr/>
        <a:lstStyle/>
        <a:p>
          <a:endParaRPr lang="en-US"/>
        </a:p>
      </dgm:t>
    </dgm:pt>
    <dgm:pt modelId="{198DD1F9-B030-44BB-B512-DDFEA302FE7F}" type="sibTrans" cxnId="{9FB292AC-D328-45CE-A57D-A43335453B4E}">
      <dgm:prSet/>
      <dgm:spPr/>
      <dgm:t>
        <a:bodyPr/>
        <a:lstStyle/>
        <a:p>
          <a:endParaRPr lang="en-US"/>
        </a:p>
      </dgm:t>
    </dgm:pt>
    <dgm:pt modelId="{AEB34656-0AC4-4884-8BF3-67483ED032CA}">
      <dgm:prSet/>
      <dgm:spPr/>
      <dgm:t>
        <a:bodyPr/>
        <a:lstStyle/>
        <a:p>
          <a:r>
            <a:rPr lang="en-US"/>
            <a:t>Improvement actions will be tracked.</a:t>
          </a:r>
        </a:p>
      </dgm:t>
    </dgm:pt>
    <dgm:pt modelId="{05AB8B3F-F319-411C-B0FF-49467F376945}" type="parTrans" cxnId="{42048910-07F1-498F-975A-798497B93F16}">
      <dgm:prSet/>
      <dgm:spPr/>
      <dgm:t>
        <a:bodyPr/>
        <a:lstStyle/>
        <a:p>
          <a:endParaRPr lang="en-US"/>
        </a:p>
      </dgm:t>
    </dgm:pt>
    <dgm:pt modelId="{9E202C62-8CDD-44E2-B0A1-AF84B50B8951}" type="sibTrans" cxnId="{42048910-07F1-498F-975A-798497B93F16}">
      <dgm:prSet/>
      <dgm:spPr/>
      <dgm:t>
        <a:bodyPr/>
        <a:lstStyle/>
        <a:p>
          <a:endParaRPr lang="en-US"/>
        </a:p>
      </dgm:t>
    </dgm:pt>
    <dgm:pt modelId="{1D10459C-DA5D-474D-A009-4FB43FB46F19}" type="pres">
      <dgm:prSet presAssocID="{A4A1EEF8-DA4A-4B67-8CE4-60BA49BB2327}" presName="root" presStyleCnt="0">
        <dgm:presLayoutVars>
          <dgm:dir/>
          <dgm:resizeHandles val="exact"/>
        </dgm:presLayoutVars>
      </dgm:prSet>
      <dgm:spPr/>
    </dgm:pt>
    <dgm:pt modelId="{042320A1-95A5-4476-A59F-16B2B7AF75BA}" type="pres">
      <dgm:prSet presAssocID="{CC6E56B8-9F4D-4591-9237-EC553A1B8150}" presName="compNode" presStyleCnt="0"/>
      <dgm:spPr/>
    </dgm:pt>
    <dgm:pt modelId="{E69A3B43-9689-4B33-9687-538689C91ADE}" type="pres">
      <dgm:prSet presAssocID="{CC6E56B8-9F4D-4591-9237-EC553A1B8150}" presName="bgRect" presStyleLbl="bgShp" presStyleIdx="0" presStyleCnt="3"/>
      <dgm:spPr/>
    </dgm:pt>
    <dgm:pt modelId="{DA3E4B3D-E0C8-4C5C-A365-FD700B930C6E}" type="pres">
      <dgm:prSet presAssocID="{CC6E56B8-9F4D-4591-9237-EC553A1B815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 Sign"/>
        </a:ext>
      </dgm:extLst>
    </dgm:pt>
    <dgm:pt modelId="{A244529D-8C51-45A0-894E-17DBD4ACE4E9}" type="pres">
      <dgm:prSet presAssocID="{CC6E56B8-9F4D-4591-9237-EC553A1B8150}" presName="spaceRect" presStyleCnt="0"/>
      <dgm:spPr/>
    </dgm:pt>
    <dgm:pt modelId="{3A7153E8-ADF9-4D2C-A135-D4863E919671}" type="pres">
      <dgm:prSet presAssocID="{CC6E56B8-9F4D-4591-9237-EC553A1B8150}" presName="parTx" presStyleLbl="revTx" presStyleIdx="0" presStyleCnt="3">
        <dgm:presLayoutVars>
          <dgm:chMax val="0"/>
          <dgm:chPref val="0"/>
        </dgm:presLayoutVars>
      </dgm:prSet>
      <dgm:spPr/>
    </dgm:pt>
    <dgm:pt modelId="{DAE33ED6-90F9-41B0-8156-784AC7F422FF}" type="pres">
      <dgm:prSet presAssocID="{7658F853-CA9F-495B-A68B-55194BF854F7}" presName="sibTrans" presStyleCnt="0"/>
      <dgm:spPr/>
    </dgm:pt>
    <dgm:pt modelId="{DA79476D-4765-477B-80A7-18EEDCF12F38}" type="pres">
      <dgm:prSet presAssocID="{EBDAA0D0-0284-4129-B9B6-BF43494E686B}" presName="compNode" presStyleCnt="0"/>
      <dgm:spPr/>
    </dgm:pt>
    <dgm:pt modelId="{831F3DC6-4CD2-4628-B4D2-464B90A66AEC}" type="pres">
      <dgm:prSet presAssocID="{EBDAA0D0-0284-4129-B9B6-BF43494E686B}" presName="bgRect" presStyleLbl="bgShp" presStyleIdx="1" presStyleCnt="3"/>
      <dgm:spPr/>
    </dgm:pt>
    <dgm:pt modelId="{F0EE3C3B-2902-4AEB-8622-182FC1B40E51}" type="pres">
      <dgm:prSet presAssocID="{EBDAA0D0-0284-4129-B9B6-BF43494E686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Checklist"/>
        </a:ext>
      </dgm:extLst>
    </dgm:pt>
    <dgm:pt modelId="{D7DB89C2-05B7-4C83-8A1C-E024FD3D6CAD}" type="pres">
      <dgm:prSet presAssocID="{EBDAA0D0-0284-4129-B9B6-BF43494E686B}" presName="spaceRect" presStyleCnt="0"/>
      <dgm:spPr/>
    </dgm:pt>
    <dgm:pt modelId="{579D6A85-3D7F-4F66-AA0A-B897A2A8F48C}" type="pres">
      <dgm:prSet presAssocID="{EBDAA0D0-0284-4129-B9B6-BF43494E686B}" presName="parTx" presStyleLbl="revTx" presStyleIdx="1" presStyleCnt="3">
        <dgm:presLayoutVars>
          <dgm:chMax val="0"/>
          <dgm:chPref val="0"/>
        </dgm:presLayoutVars>
      </dgm:prSet>
      <dgm:spPr/>
    </dgm:pt>
    <dgm:pt modelId="{31B50671-533B-44B6-BA2A-6EF0C1F8D185}" type="pres">
      <dgm:prSet presAssocID="{198DD1F9-B030-44BB-B512-DDFEA302FE7F}" presName="sibTrans" presStyleCnt="0"/>
      <dgm:spPr/>
    </dgm:pt>
    <dgm:pt modelId="{A555D2A6-A319-470A-B02E-C9A0993C8020}" type="pres">
      <dgm:prSet presAssocID="{AEB34656-0AC4-4884-8BF3-67483ED032CA}" presName="compNode" presStyleCnt="0"/>
      <dgm:spPr/>
    </dgm:pt>
    <dgm:pt modelId="{A5419ACE-3C6F-4B80-9C74-B3A1D43439A0}" type="pres">
      <dgm:prSet presAssocID="{AEB34656-0AC4-4884-8BF3-67483ED032CA}" presName="bgRect" presStyleLbl="bgShp" presStyleIdx="2" presStyleCnt="3"/>
      <dgm:spPr/>
    </dgm:pt>
    <dgm:pt modelId="{AB88D041-DB59-46CC-B3B8-185E60668A77}" type="pres">
      <dgm:prSet presAssocID="{AEB34656-0AC4-4884-8BF3-67483ED032C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rection"/>
        </a:ext>
      </dgm:extLst>
    </dgm:pt>
    <dgm:pt modelId="{3FB60EB0-6D40-46FF-9165-9ECA01A67019}" type="pres">
      <dgm:prSet presAssocID="{AEB34656-0AC4-4884-8BF3-67483ED032CA}" presName="spaceRect" presStyleCnt="0"/>
      <dgm:spPr/>
    </dgm:pt>
    <dgm:pt modelId="{84803B9B-7A72-4521-8E48-C1D515F6DC21}" type="pres">
      <dgm:prSet presAssocID="{AEB34656-0AC4-4884-8BF3-67483ED032CA}" presName="parTx" presStyleLbl="revTx" presStyleIdx="2" presStyleCnt="3">
        <dgm:presLayoutVars>
          <dgm:chMax val="0"/>
          <dgm:chPref val="0"/>
        </dgm:presLayoutVars>
      </dgm:prSet>
      <dgm:spPr/>
    </dgm:pt>
  </dgm:ptLst>
  <dgm:cxnLst>
    <dgm:cxn modelId="{42048910-07F1-498F-975A-798497B93F16}" srcId="{A4A1EEF8-DA4A-4B67-8CE4-60BA49BB2327}" destId="{AEB34656-0AC4-4884-8BF3-67483ED032CA}" srcOrd="2" destOrd="0" parTransId="{05AB8B3F-F319-411C-B0FF-49467F376945}" sibTransId="{9E202C62-8CDD-44E2-B0A1-AF84B50B8951}"/>
    <dgm:cxn modelId="{4A927527-3C38-46BF-9542-4BFBCF0DA772}" srcId="{A4A1EEF8-DA4A-4B67-8CE4-60BA49BB2327}" destId="{CC6E56B8-9F4D-4591-9237-EC553A1B8150}" srcOrd="0" destOrd="0" parTransId="{BCA3F126-594E-4F03-83C7-C52A3AB33D46}" sibTransId="{7658F853-CA9F-495B-A68B-55194BF854F7}"/>
    <dgm:cxn modelId="{FB538354-6EBB-486A-A736-9FB8EBE9F82B}" type="presOf" srcId="{A4A1EEF8-DA4A-4B67-8CE4-60BA49BB2327}" destId="{1D10459C-DA5D-474D-A009-4FB43FB46F19}" srcOrd="0" destOrd="0" presId="urn:microsoft.com/office/officeart/2018/2/layout/IconVerticalSolidList"/>
    <dgm:cxn modelId="{B37BA68E-D251-4DBE-BA68-13D75340B5CB}" type="presOf" srcId="{EBDAA0D0-0284-4129-B9B6-BF43494E686B}" destId="{579D6A85-3D7F-4F66-AA0A-B897A2A8F48C}" srcOrd="0" destOrd="0" presId="urn:microsoft.com/office/officeart/2018/2/layout/IconVerticalSolidList"/>
    <dgm:cxn modelId="{85C798A9-7D7E-406B-8AD0-52768FE3A02F}" type="presOf" srcId="{CC6E56B8-9F4D-4591-9237-EC553A1B8150}" destId="{3A7153E8-ADF9-4D2C-A135-D4863E919671}" srcOrd="0" destOrd="0" presId="urn:microsoft.com/office/officeart/2018/2/layout/IconVerticalSolidList"/>
    <dgm:cxn modelId="{8405DBAA-B668-40ED-A052-482998D76A84}" type="presOf" srcId="{AEB34656-0AC4-4884-8BF3-67483ED032CA}" destId="{84803B9B-7A72-4521-8E48-C1D515F6DC21}" srcOrd="0" destOrd="0" presId="urn:microsoft.com/office/officeart/2018/2/layout/IconVerticalSolidList"/>
    <dgm:cxn modelId="{9FB292AC-D328-45CE-A57D-A43335453B4E}" srcId="{A4A1EEF8-DA4A-4B67-8CE4-60BA49BB2327}" destId="{EBDAA0D0-0284-4129-B9B6-BF43494E686B}" srcOrd="1" destOrd="0" parTransId="{DCD11402-4573-4DEC-91AE-76BA57B206C6}" sibTransId="{198DD1F9-B030-44BB-B512-DDFEA302FE7F}"/>
    <dgm:cxn modelId="{8EE1ED7D-6D4C-4F8D-B944-44DD397725B7}" type="presParOf" srcId="{1D10459C-DA5D-474D-A009-4FB43FB46F19}" destId="{042320A1-95A5-4476-A59F-16B2B7AF75BA}" srcOrd="0" destOrd="0" presId="urn:microsoft.com/office/officeart/2018/2/layout/IconVerticalSolidList"/>
    <dgm:cxn modelId="{7B2D8196-D8EB-4034-BFCD-20916C8A68C1}" type="presParOf" srcId="{042320A1-95A5-4476-A59F-16B2B7AF75BA}" destId="{E69A3B43-9689-4B33-9687-538689C91ADE}" srcOrd="0" destOrd="0" presId="urn:microsoft.com/office/officeart/2018/2/layout/IconVerticalSolidList"/>
    <dgm:cxn modelId="{6EDA4C92-C19B-423E-9204-F67A08CD996C}" type="presParOf" srcId="{042320A1-95A5-4476-A59F-16B2B7AF75BA}" destId="{DA3E4B3D-E0C8-4C5C-A365-FD700B930C6E}" srcOrd="1" destOrd="0" presId="urn:microsoft.com/office/officeart/2018/2/layout/IconVerticalSolidList"/>
    <dgm:cxn modelId="{34D7816A-D51F-4E5F-B6E3-CF09DAB0A21F}" type="presParOf" srcId="{042320A1-95A5-4476-A59F-16B2B7AF75BA}" destId="{A244529D-8C51-45A0-894E-17DBD4ACE4E9}" srcOrd="2" destOrd="0" presId="urn:microsoft.com/office/officeart/2018/2/layout/IconVerticalSolidList"/>
    <dgm:cxn modelId="{5419C7AD-DAF0-4FB8-8546-FEAC771A24A7}" type="presParOf" srcId="{042320A1-95A5-4476-A59F-16B2B7AF75BA}" destId="{3A7153E8-ADF9-4D2C-A135-D4863E919671}" srcOrd="3" destOrd="0" presId="urn:microsoft.com/office/officeart/2018/2/layout/IconVerticalSolidList"/>
    <dgm:cxn modelId="{790E6D7E-36E2-455A-80A3-8B23ABBEF299}" type="presParOf" srcId="{1D10459C-DA5D-474D-A009-4FB43FB46F19}" destId="{DAE33ED6-90F9-41B0-8156-784AC7F422FF}" srcOrd="1" destOrd="0" presId="urn:microsoft.com/office/officeart/2018/2/layout/IconVerticalSolidList"/>
    <dgm:cxn modelId="{7B9E7FE3-AAD8-4346-B861-EC80B2B95322}" type="presParOf" srcId="{1D10459C-DA5D-474D-A009-4FB43FB46F19}" destId="{DA79476D-4765-477B-80A7-18EEDCF12F38}" srcOrd="2" destOrd="0" presId="urn:microsoft.com/office/officeart/2018/2/layout/IconVerticalSolidList"/>
    <dgm:cxn modelId="{B1D9D83B-CD66-4494-AC81-35D61CFB63D7}" type="presParOf" srcId="{DA79476D-4765-477B-80A7-18EEDCF12F38}" destId="{831F3DC6-4CD2-4628-B4D2-464B90A66AEC}" srcOrd="0" destOrd="0" presId="urn:microsoft.com/office/officeart/2018/2/layout/IconVerticalSolidList"/>
    <dgm:cxn modelId="{76B6DAB5-4BC7-47E6-B321-B6F541401D32}" type="presParOf" srcId="{DA79476D-4765-477B-80A7-18EEDCF12F38}" destId="{F0EE3C3B-2902-4AEB-8622-182FC1B40E51}" srcOrd="1" destOrd="0" presId="urn:microsoft.com/office/officeart/2018/2/layout/IconVerticalSolidList"/>
    <dgm:cxn modelId="{94B9F638-88EE-4B87-9615-DCE81D1A84F0}" type="presParOf" srcId="{DA79476D-4765-477B-80A7-18EEDCF12F38}" destId="{D7DB89C2-05B7-4C83-8A1C-E024FD3D6CAD}" srcOrd="2" destOrd="0" presId="urn:microsoft.com/office/officeart/2018/2/layout/IconVerticalSolidList"/>
    <dgm:cxn modelId="{EA3F75AF-31A4-4BF5-8CA1-192679E86C86}" type="presParOf" srcId="{DA79476D-4765-477B-80A7-18EEDCF12F38}" destId="{579D6A85-3D7F-4F66-AA0A-B897A2A8F48C}" srcOrd="3" destOrd="0" presId="urn:microsoft.com/office/officeart/2018/2/layout/IconVerticalSolidList"/>
    <dgm:cxn modelId="{DC9586FB-A305-45EC-9E6F-F386D9EB8CC2}" type="presParOf" srcId="{1D10459C-DA5D-474D-A009-4FB43FB46F19}" destId="{31B50671-533B-44B6-BA2A-6EF0C1F8D185}" srcOrd="3" destOrd="0" presId="urn:microsoft.com/office/officeart/2018/2/layout/IconVerticalSolidList"/>
    <dgm:cxn modelId="{FF4FBB41-192F-43B4-A6D0-AB795C78C5F0}" type="presParOf" srcId="{1D10459C-DA5D-474D-A009-4FB43FB46F19}" destId="{A555D2A6-A319-470A-B02E-C9A0993C8020}" srcOrd="4" destOrd="0" presId="urn:microsoft.com/office/officeart/2018/2/layout/IconVerticalSolidList"/>
    <dgm:cxn modelId="{1D6CD004-3A90-4141-93B4-DF8FB20489CB}" type="presParOf" srcId="{A555D2A6-A319-470A-B02E-C9A0993C8020}" destId="{A5419ACE-3C6F-4B80-9C74-B3A1D43439A0}" srcOrd="0" destOrd="0" presId="urn:microsoft.com/office/officeart/2018/2/layout/IconVerticalSolidList"/>
    <dgm:cxn modelId="{11354ECD-73AA-4D29-95FB-391E18C506EE}" type="presParOf" srcId="{A555D2A6-A319-470A-B02E-C9A0993C8020}" destId="{AB88D041-DB59-46CC-B3B8-185E60668A77}" srcOrd="1" destOrd="0" presId="urn:microsoft.com/office/officeart/2018/2/layout/IconVerticalSolidList"/>
    <dgm:cxn modelId="{BAB8DD49-CB34-433F-8853-5802061E5B0B}" type="presParOf" srcId="{A555D2A6-A319-470A-B02E-C9A0993C8020}" destId="{3FB60EB0-6D40-46FF-9165-9ECA01A67019}" srcOrd="2" destOrd="0" presId="urn:microsoft.com/office/officeart/2018/2/layout/IconVerticalSolidList"/>
    <dgm:cxn modelId="{18933CA9-8A49-410E-BDD1-C59F2E83EF73}" type="presParOf" srcId="{A555D2A6-A319-470A-B02E-C9A0993C8020}" destId="{84803B9B-7A72-4521-8E48-C1D515F6DC2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B6C8F65-D79D-455B-A442-52ABEDC2282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89E7CA9-30FA-4F3F-8290-B0BBD673757A}">
      <dgm:prSet/>
      <dgm:spPr/>
      <dgm:t>
        <a:bodyPr/>
        <a:lstStyle/>
        <a:p>
          <a:r>
            <a:rPr lang="en-US"/>
            <a:t>This framework governs PPT design, meetings, feedback, and improvement plans.</a:t>
          </a:r>
        </a:p>
      </dgm:t>
    </dgm:pt>
    <dgm:pt modelId="{56EE7016-2937-48D5-8B5E-0955A1D30562}" type="parTrans" cxnId="{D1AE2B13-2896-4BBC-B1AE-7FC050D1BEEE}">
      <dgm:prSet/>
      <dgm:spPr/>
      <dgm:t>
        <a:bodyPr/>
        <a:lstStyle/>
        <a:p>
          <a:endParaRPr lang="en-US"/>
        </a:p>
      </dgm:t>
    </dgm:pt>
    <dgm:pt modelId="{8E743511-5BD9-43E3-9E7E-D595E2699449}" type="sibTrans" cxnId="{D1AE2B13-2896-4BBC-B1AE-7FC050D1BEEE}">
      <dgm:prSet/>
      <dgm:spPr/>
      <dgm:t>
        <a:bodyPr/>
        <a:lstStyle/>
        <a:p>
          <a:endParaRPr lang="en-US"/>
        </a:p>
      </dgm:t>
    </dgm:pt>
    <dgm:pt modelId="{21CE28BD-3D71-4580-8D68-8B08B066EA56}">
      <dgm:prSet/>
      <dgm:spPr/>
      <dgm:t>
        <a:bodyPr/>
        <a:lstStyle/>
        <a:p>
          <a:r>
            <a:rPr lang="en-US"/>
            <a:t>Missing structure or vague feedback is not acceptable.</a:t>
          </a:r>
        </a:p>
      </dgm:t>
    </dgm:pt>
    <dgm:pt modelId="{45FB0175-E5F8-4D3C-843A-8E75E222C0C7}" type="parTrans" cxnId="{035FC3AC-AADE-4430-95A8-50F385F69DFE}">
      <dgm:prSet/>
      <dgm:spPr/>
      <dgm:t>
        <a:bodyPr/>
        <a:lstStyle/>
        <a:p>
          <a:endParaRPr lang="en-US"/>
        </a:p>
      </dgm:t>
    </dgm:pt>
    <dgm:pt modelId="{56DC3F68-297B-4D7E-9A70-8D54BCEA27DD}" type="sibTrans" cxnId="{035FC3AC-AADE-4430-95A8-50F385F69DFE}">
      <dgm:prSet/>
      <dgm:spPr/>
      <dgm:t>
        <a:bodyPr/>
        <a:lstStyle/>
        <a:p>
          <a:endParaRPr lang="en-US"/>
        </a:p>
      </dgm:t>
    </dgm:pt>
    <dgm:pt modelId="{4944133D-422C-4BDD-BC29-6118823B9C9D}">
      <dgm:prSet/>
      <dgm:spPr/>
      <dgm:t>
        <a:bodyPr/>
        <a:lstStyle/>
        <a:p>
          <a:r>
            <a:rPr lang="en-US"/>
            <a:t>The intent is capability elevation and long-term success.</a:t>
          </a:r>
        </a:p>
      </dgm:t>
    </dgm:pt>
    <dgm:pt modelId="{D7CA2CE5-9442-4049-9569-4C36F560077A}" type="parTrans" cxnId="{0E931529-5395-4A4F-9464-A4CEE19E4D26}">
      <dgm:prSet/>
      <dgm:spPr/>
      <dgm:t>
        <a:bodyPr/>
        <a:lstStyle/>
        <a:p>
          <a:endParaRPr lang="en-US"/>
        </a:p>
      </dgm:t>
    </dgm:pt>
    <dgm:pt modelId="{540390AD-A814-4787-B821-F448921E2881}" type="sibTrans" cxnId="{0E931529-5395-4A4F-9464-A4CEE19E4D26}">
      <dgm:prSet/>
      <dgm:spPr/>
      <dgm:t>
        <a:bodyPr/>
        <a:lstStyle/>
        <a:p>
          <a:endParaRPr lang="en-US"/>
        </a:p>
      </dgm:t>
    </dgm:pt>
    <dgm:pt modelId="{E098FF5D-7AA4-4EEF-8F87-0FD8E6973B3C}" type="pres">
      <dgm:prSet presAssocID="{0B6C8F65-D79D-455B-A442-52ABEDC2282E}" presName="root" presStyleCnt="0">
        <dgm:presLayoutVars>
          <dgm:dir/>
          <dgm:resizeHandles val="exact"/>
        </dgm:presLayoutVars>
      </dgm:prSet>
      <dgm:spPr/>
    </dgm:pt>
    <dgm:pt modelId="{62B02B49-A487-4D75-897D-F39204225AF7}" type="pres">
      <dgm:prSet presAssocID="{489E7CA9-30FA-4F3F-8290-B0BBD673757A}" presName="compNode" presStyleCnt="0"/>
      <dgm:spPr/>
    </dgm:pt>
    <dgm:pt modelId="{836E06FD-FA95-4157-BC58-DCE4E4386580}" type="pres">
      <dgm:prSet presAssocID="{489E7CA9-30FA-4F3F-8290-B0BBD673757A}" presName="bgRect" presStyleLbl="bgShp" presStyleIdx="0" presStyleCnt="3"/>
      <dgm:spPr/>
    </dgm:pt>
    <dgm:pt modelId="{5F7B91E4-84E3-4DEF-8A84-43E258282D26}" type="pres">
      <dgm:prSet presAssocID="{489E7CA9-30FA-4F3F-8290-B0BBD673757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C01665AB-2DEC-438F-BA9C-B6777249A9AF}" type="pres">
      <dgm:prSet presAssocID="{489E7CA9-30FA-4F3F-8290-B0BBD673757A}" presName="spaceRect" presStyleCnt="0"/>
      <dgm:spPr/>
    </dgm:pt>
    <dgm:pt modelId="{8292F868-EF41-4057-BAC6-8CF38FBE5AAC}" type="pres">
      <dgm:prSet presAssocID="{489E7CA9-30FA-4F3F-8290-B0BBD673757A}" presName="parTx" presStyleLbl="revTx" presStyleIdx="0" presStyleCnt="3">
        <dgm:presLayoutVars>
          <dgm:chMax val="0"/>
          <dgm:chPref val="0"/>
        </dgm:presLayoutVars>
      </dgm:prSet>
      <dgm:spPr/>
    </dgm:pt>
    <dgm:pt modelId="{DD839137-BA30-46BE-B5CA-57D5CE8F316B}" type="pres">
      <dgm:prSet presAssocID="{8E743511-5BD9-43E3-9E7E-D595E2699449}" presName="sibTrans" presStyleCnt="0"/>
      <dgm:spPr/>
    </dgm:pt>
    <dgm:pt modelId="{7C5D9D58-4A51-439F-9C20-7B54D0886754}" type="pres">
      <dgm:prSet presAssocID="{21CE28BD-3D71-4580-8D68-8B08B066EA56}" presName="compNode" presStyleCnt="0"/>
      <dgm:spPr/>
    </dgm:pt>
    <dgm:pt modelId="{5873ABF2-F18B-4B20-8666-42B1988DD321}" type="pres">
      <dgm:prSet presAssocID="{21CE28BD-3D71-4580-8D68-8B08B066EA56}" presName="bgRect" presStyleLbl="bgShp" presStyleIdx="1" presStyleCnt="3"/>
      <dgm:spPr/>
    </dgm:pt>
    <dgm:pt modelId="{EEEBE627-0DCE-4259-A409-DFDEC909C669}" type="pres">
      <dgm:prSet presAssocID="{21CE28BD-3D71-4580-8D68-8B08B066EA5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2682C1D4-52E9-4DFF-9B3D-50D9F50270DC}" type="pres">
      <dgm:prSet presAssocID="{21CE28BD-3D71-4580-8D68-8B08B066EA56}" presName="spaceRect" presStyleCnt="0"/>
      <dgm:spPr/>
    </dgm:pt>
    <dgm:pt modelId="{DA559D6C-6648-4AB6-9591-6CDD01BBD808}" type="pres">
      <dgm:prSet presAssocID="{21CE28BD-3D71-4580-8D68-8B08B066EA56}" presName="parTx" presStyleLbl="revTx" presStyleIdx="1" presStyleCnt="3">
        <dgm:presLayoutVars>
          <dgm:chMax val="0"/>
          <dgm:chPref val="0"/>
        </dgm:presLayoutVars>
      </dgm:prSet>
      <dgm:spPr/>
    </dgm:pt>
    <dgm:pt modelId="{E26F6CDA-8B56-4811-AEF2-34D3F9F8B6DC}" type="pres">
      <dgm:prSet presAssocID="{56DC3F68-297B-4D7E-9A70-8D54BCEA27DD}" presName="sibTrans" presStyleCnt="0"/>
      <dgm:spPr/>
    </dgm:pt>
    <dgm:pt modelId="{4B3A9BF3-4FAF-4246-8EF4-FA34CD480D99}" type="pres">
      <dgm:prSet presAssocID="{4944133D-422C-4BDD-BC29-6118823B9C9D}" presName="compNode" presStyleCnt="0"/>
      <dgm:spPr/>
    </dgm:pt>
    <dgm:pt modelId="{6BEE119B-F978-4821-AD34-FCE098C04F67}" type="pres">
      <dgm:prSet presAssocID="{4944133D-422C-4BDD-BC29-6118823B9C9D}" presName="bgRect" presStyleLbl="bgShp" presStyleIdx="2" presStyleCnt="3"/>
      <dgm:spPr/>
    </dgm:pt>
    <dgm:pt modelId="{A9202601-42A5-45EE-988D-BD01987851F6}" type="pres">
      <dgm:prSet presAssocID="{4944133D-422C-4BDD-BC29-6118823B9C9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untains"/>
        </a:ext>
      </dgm:extLst>
    </dgm:pt>
    <dgm:pt modelId="{0F850A91-D95A-47E2-8D9E-46077DA3C413}" type="pres">
      <dgm:prSet presAssocID="{4944133D-422C-4BDD-BC29-6118823B9C9D}" presName="spaceRect" presStyleCnt="0"/>
      <dgm:spPr/>
    </dgm:pt>
    <dgm:pt modelId="{D9AAD527-6FDE-4E48-AD23-84FF51886F7E}" type="pres">
      <dgm:prSet presAssocID="{4944133D-422C-4BDD-BC29-6118823B9C9D}" presName="parTx" presStyleLbl="revTx" presStyleIdx="2" presStyleCnt="3">
        <dgm:presLayoutVars>
          <dgm:chMax val="0"/>
          <dgm:chPref val="0"/>
        </dgm:presLayoutVars>
      </dgm:prSet>
      <dgm:spPr/>
    </dgm:pt>
  </dgm:ptLst>
  <dgm:cxnLst>
    <dgm:cxn modelId="{D1AE2B13-2896-4BBC-B1AE-7FC050D1BEEE}" srcId="{0B6C8F65-D79D-455B-A442-52ABEDC2282E}" destId="{489E7CA9-30FA-4F3F-8290-B0BBD673757A}" srcOrd="0" destOrd="0" parTransId="{56EE7016-2937-48D5-8B5E-0955A1D30562}" sibTransId="{8E743511-5BD9-43E3-9E7E-D595E2699449}"/>
    <dgm:cxn modelId="{64E73B26-5D9B-4D17-92F5-3DE3C1F0717E}" type="presOf" srcId="{489E7CA9-30FA-4F3F-8290-B0BBD673757A}" destId="{8292F868-EF41-4057-BAC6-8CF38FBE5AAC}" srcOrd="0" destOrd="0" presId="urn:microsoft.com/office/officeart/2018/2/layout/IconVerticalSolidList"/>
    <dgm:cxn modelId="{0E931529-5395-4A4F-9464-A4CEE19E4D26}" srcId="{0B6C8F65-D79D-455B-A442-52ABEDC2282E}" destId="{4944133D-422C-4BDD-BC29-6118823B9C9D}" srcOrd="2" destOrd="0" parTransId="{D7CA2CE5-9442-4049-9569-4C36F560077A}" sibTransId="{540390AD-A814-4787-B821-F448921E2881}"/>
    <dgm:cxn modelId="{D619B34B-543D-4875-8DDD-6CA9669101FD}" type="presOf" srcId="{4944133D-422C-4BDD-BC29-6118823B9C9D}" destId="{D9AAD527-6FDE-4E48-AD23-84FF51886F7E}" srcOrd="0" destOrd="0" presId="urn:microsoft.com/office/officeart/2018/2/layout/IconVerticalSolidList"/>
    <dgm:cxn modelId="{C8D1D89C-6400-4575-90FB-919FEF1A28A6}" type="presOf" srcId="{21CE28BD-3D71-4580-8D68-8B08B066EA56}" destId="{DA559D6C-6648-4AB6-9591-6CDD01BBD808}" srcOrd="0" destOrd="0" presId="urn:microsoft.com/office/officeart/2018/2/layout/IconVerticalSolidList"/>
    <dgm:cxn modelId="{035FC3AC-AADE-4430-95A8-50F385F69DFE}" srcId="{0B6C8F65-D79D-455B-A442-52ABEDC2282E}" destId="{21CE28BD-3D71-4580-8D68-8B08B066EA56}" srcOrd="1" destOrd="0" parTransId="{45FB0175-E5F8-4D3C-843A-8E75E222C0C7}" sibTransId="{56DC3F68-297B-4D7E-9A70-8D54BCEA27DD}"/>
    <dgm:cxn modelId="{E1E3C4C4-2E23-4A25-B41A-6D0CFA8F1FA3}" type="presOf" srcId="{0B6C8F65-D79D-455B-A442-52ABEDC2282E}" destId="{E098FF5D-7AA4-4EEF-8F87-0FD8E6973B3C}" srcOrd="0" destOrd="0" presId="urn:microsoft.com/office/officeart/2018/2/layout/IconVerticalSolidList"/>
    <dgm:cxn modelId="{4CE440FE-9ACA-43C5-A2D4-8B05B1A7D179}" type="presParOf" srcId="{E098FF5D-7AA4-4EEF-8F87-0FD8E6973B3C}" destId="{62B02B49-A487-4D75-897D-F39204225AF7}" srcOrd="0" destOrd="0" presId="urn:microsoft.com/office/officeart/2018/2/layout/IconVerticalSolidList"/>
    <dgm:cxn modelId="{817DD1E2-D4B1-4CA1-9E95-2B04F3BF8E35}" type="presParOf" srcId="{62B02B49-A487-4D75-897D-F39204225AF7}" destId="{836E06FD-FA95-4157-BC58-DCE4E4386580}" srcOrd="0" destOrd="0" presId="urn:microsoft.com/office/officeart/2018/2/layout/IconVerticalSolidList"/>
    <dgm:cxn modelId="{0F31470B-9A02-4787-A723-6E5FA3F4FD84}" type="presParOf" srcId="{62B02B49-A487-4D75-897D-F39204225AF7}" destId="{5F7B91E4-84E3-4DEF-8A84-43E258282D26}" srcOrd="1" destOrd="0" presId="urn:microsoft.com/office/officeart/2018/2/layout/IconVerticalSolidList"/>
    <dgm:cxn modelId="{2F6E7122-0F37-4F28-94CD-F6EFC45D3CE4}" type="presParOf" srcId="{62B02B49-A487-4D75-897D-F39204225AF7}" destId="{C01665AB-2DEC-438F-BA9C-B6777249A9AF}" srcOrd="2" destOrd="0" presId="urn:microsoft.com/office/officeart/2018/2/layout/IconVerticalSolidList"/>
    <dgm:cxn modelId="{792F4077-CC75-4EFA-9350-5B713011C23D}" type="presParOf" srcId="{62B02B49-A487-4D75-897D-F39204225AF7}" destId="{8292F868-EF41-4057-BAC6-8CF38FBE5AAC}" srcOrd="3" destOrd="0" presId="urn:microsoft.com/office/officeart/2018/2/layout/IconVerticalSolidList"/>
    <dgm:cxn modelId="{DE96BB1E-BAE0-46DD-8A36-8AB1C06B27A5}" type="presParOf" srcId="{E098FF5D-7AA4-4EEF-8F87-0FD8E6973B3C}" destId="{DD839137-BA30-46BE-B5CA-57D5CE8F316B}" srcOrd="1" destOrd="0" presId="urn:microsoft.com/office/officeart/2018/2/layout/IconVerticalSolidList"/>
    <dgm:cxn modelId="{1C890564-4107-4815-9539-8C3298C2D8B1}" type="presParOf" srcId="{E098FF5D-7AA4-4EEF-8F87-0FD8E6973B3C}" destId="{7C5D9D58-4A51-439F-9C20-7B54D0886754}" srcOrd="2" destOrd="0" presId="urn:microsoft.com/office/officeart/2018/2/layout/IconVerticalSolidList"/>
    <dgm:cxn modelId="{93294021-0F34-4CF0-B1EF-8E2D4F02126A}" type="presParOf" srcId="{7C5D9D58-4A51-439F-9C20-7B54D0886754}" destId="{5873ABF2-F18B-4B20-8666-42B1988DD321}" srcOrd="0" destOrd="0" presId="urn:microsoft.com/office/officeart/2018/2/layout/IconVerticalSolidList"/>
    <dgm:cxn modelId="{62FE59D3-BDD4-4A14-87DF-F0988B950419}" type="presParOf" srcId="{7C5D9D58-4A51-439F-9C20-7B54D0886754}" destId="{EEEBE627-0DCE-4259-A409-DFDEC909C669}" srcOrd="1" destOrd="0" presId="urn:microsoft.com/office/officeart/2018/2/layout/IconVerticalSolidList"/>
    <dgm:cxn modelId="{760DEE5D-64E9-4577-A44F-6CE07D257D6E}" type="presParOf" srcId="{7C5D9D58-4A51-439F-9C20-7B54D0886754}" destId="{2682C1D4-52E9-4DFF-9B3D-50D9F50270DC}" srcOrd="2" destOrd="0" presId="urn:microsoft.com/office/officeart/2018/2/layout/IconVerticalSolidList"/>
    <dgm:cxn modelId="{E0F36AC9-5F98-4FA5-984F-A961D3B07233}" type="presParOf" srcId="{7C5D9D58-4A51-439F-9C20-7B54D0886754}" destId="{DA559D6C-6648-4AB6-9591-6CDD01BBD808}" srcOrd="3" destOrd="0" presId="urn:microsoft.com/office/officeart/2018/2/layout/IconVerticalSolidList"/>
    <dgm:cxn modelId="{E76628B8-2FAE-4D6D-B00F-66D8C32E3CF4}" type="presParOf" srcId="{E098FF5D-7AA4-4EEF-8F87-0FD8E6973B3C}" destId="{E26F6CDA-8B56-4811-AEF2-34D3F9F8B6DC}" srcOrd="3" destOrd="0" presId="urn:microsoft.com/office/officeart/2018/2/layout/IconVerticalSolidList"/>
    <dgm:cxn modelId="{7087BE33-AF3E-42AA-9503-E24CB1784793}" type="presParOf" srcId="{E098FF5D-7AA4-4EEF-8F87-0FD8E6973B3C}" destId="{4B3A9BF3-4FAF-4246-8EF4-FA34CD480D99}" srcOrd="4" destOrd="0" presId="urn:microsoft.com/office/officeart/2018/2/layout/IconVerticalSolidList"/>
    <dgm:cxn modelId="{B5E2C361-40E0-4B4F-ADB8-A2ED07AA6ED8}" type="presParOf" srcId="{4B3A9BF3-4FAF-4246-8EF4-FA34CD480D99}" destId="{6BEE119B-F978-4821-AD34-FCE098C04F67}" srcOrd="0" destOrd="0" presId="urn:microsoft.com/office/officeart/2018/2/layout/IconVerticalSolidList"/>
    <dgm:cxn modelId="{F7000A2D-DAD7-48DB-800A-FE1EF984BE50}" type="presParOf" srcId="{4B3A9BF3-4FAF-4246-8EF4-FA34CD480D99}" destId="{A9202601-42A5-45EE-988D-BD01987851F6}" srcOrd="1" destOrd="0" presId="urn:microsoft.com/office/officeart/2018/2/layout/IconVerticalSolidList"/>
    <dgm:cxn modelId="{8B09AC76-F4F4-43B5-9840-310DBCF7CD0D}" type="presParOf" srcId="{4B3A9BF3-4FAF-4246-8EF4-FA34CD480D99}" destId="{0F850A91-D95A-47E2-8D9E-46077DA3C413}" srcOrd="2" destOrd="0" presId="urn:microsoft.com/office/officeart/2018/2/layout/IconVerticalSolidList"/>
    <dgm:cxn modelId="{41D616DE-1189-42FE-8FD8-EB38B26FFF2A}" type="presParOf" srcId="{4B3A9BF3-4FAF-4246-8EF4-FA34CD480D99}" destId="{D9AAD527-6FDE-4E48-AD23-84FF51886F7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29CFC8-FC49-4896-9722-F00437EAA6CD}">
      <dsp:nvSpPr>
        <dsp:cNvPr id="0" name=""/>
        <dsp:cNvSpPr/>
      </dsp:nvSpPr>
      <dsp:spPr>
        <a:xfrm>
          <a:off x="0" y="80644"/>
          <a:ext cx="6666833" cy="170469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This review is designed to validate delivery readiness for enterprise clients.</a:t>
          </a:r>
        </a:p>
      </dsp:txBody>
      <dsp:txXfrm>
        <a:off x="83216" y="163860"/>
        <a:ext cx="6500401" cy="1538258"/>
      </dsp:txXfrm>
    </dsp:sp>
    <dsp:sp modelId="{391A7F89-2CB1-4077-BD0E-A3586478294C}">
      <dsp:nvSpPr>
        <dsp:cNvPr id="0" name=""/>
        <dsp:cNvSpPr/>
      </dsp:nvSpPr>
      <dsp:spPr>
        <a:xfrm>
          <a:off x="0" y="1874614"/>
          <a:ext cx="6666833" cy="170469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It is not an escalation or disciplinary discussion.</a:t>
          </a:r>
        </a:p>
      </dsp:txBody>
      <dsp:txXfrm>
        <a:off x="83216" y="1957830"/>
        <a:ext cx="6500401" cy="1538258"/>
      </dsp:txXfrm>
    </dsp:sp>
    <dsp:sp modelId="{9236C3AB-134B-41AE-BE3E-F0A4CB17F633}">
      <dsp:nvSpPr>
        <dsp:cNvPr id="0" name=""/>
        <dsp:cNvSpPr/>
      </dsp:nvSpPr>
      <dsp:spPr>
        <a:xfrm>
          <a:off x="0" y="3668585"/>
          <a:ext cx="6666833" cy="170469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The intent is to align expectations, identify gaps, and define measurable improvement actions.</a:t>
          </a:r>
        </a:p>
      </dsp:txBody>
      <dsp:txXfrm>
        <a:off x="83216" y="3751801"/>
        <a:ext cx="6500401" cy="15382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C890B1-5DA5-46A6-BA8B-F5229FE9A15D}">
      <dsp:nvSpPr>
        <dsp:cNvPr id="0" name=""/>
        <dsp:cNvSpPr/>
      </dsp:nvSpPr>
      <dsp:spPr>
        <a:xfrm>
          <a:off x="947201" y="818755"/>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56E8DE-BC39-4B30-9D93-17C6371507B9}">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All readiness decisions must be based on authoritative and verifiable inputs.</a:t>
          </a:r>
        </a:p>
      </dsp:txBody>
      <dsp:txXfrm>
        <a:off x="59990" y="2654049"/>
        <a:ext cx="3226223" cy="720000"/>
      </dsp:txXfrm>
    </dsp:sp>
    <dsp:sp modelId="{7252423D-DD6B-448E-A2B3-E6679D00E8D9}">
      <dsp:nvSpPr>
        <dsp:cNvPr id="0" name=""/>
        <dsp:cNvSpPr/>
      </dsp:nvSpPr>
      <dsp:spPr>
        <a:xfrm>
          <a:off x="4738014" y="818755"/>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C3C3B5-E5DA-4E6A-9DB8-4E6F4AA23D64}">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Personal opinions or informal comparisons are not valid.</a:t>
          </a:r>
        </a:p>
      </dsp:txBody>
      <dsp:txXfrm>
        <a:off x="3850802" y="2654049"/>
        <a:ext cx="3226223" cy="720000"/>
      </dsp:txXfrm>
    </dsp:sp>
    <dsp:sp modelId="{1B1B104B-CA60-4E72-AA84-BE65D11FE7E4}">
      <dsp:nvSpPr>
        <dsp:cNvPr id="0" name=""/>
        <dsp:cNvSpPr/>
      </dsp:nvSpPr>
      <dsp:spPr>
        <a:xfrm>
          <a:off x="8528826" y="818755"/>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74B269-D1B7-405D-8C28-97C8F109A064}">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If feedback is given, it must be traceable to evidence.</a:t>
          </a:r>
        </a:p>
      </dsp:txBody>
      <dsp:txXfrm>
        <a:off x="7641615" y="2654049"/>
        <a:ext cx="3226223"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944926-9F09-465F-B834-4EFF0B3A0B32}">
      <dsp:nvSpPr>
        <dsp:cNvPr id="0" name=""/>
        <dsp:cNvSpPr/>
      </dsp:nvSpPr>
      <dsp:spPr>
        <a:xfrm>
          <a:off x="3082131" y="0"/>
          <a:ext cx="4351338" cy="4351338"/>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9A2142-9EDD-4F1F-9C50-EFE8DE93383B}">
      <dsp:nvSpPr>
        <dsp:cNvPr id="0" name=""/>
        <dsp:cNvSpPr/>
      </dsp:nvSpPr>
      <dsp:spPr>
        <a:xfrm>
          <a:off x="3495508" y="413377"/>
          <a:ext cx="1697021" cy="169702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Official Microsoft certification-aligned course structure.</a:t>
          </a:r>
        </a:p>
      </dsp:txBody>
      <dsp:txXfrm>
        <a:off x="3578350" y="496219"/>
        <a:ext cx="1531337" cy="1531337"/>
      </dsp:txXfrm>
    </dsp:sp>
    <dsp:sp modelId="{E8424972-3397-4897-BC4F-78FB64BBB4DC}">
      <dsp:nvSpPr>
        <dsp:cNvPr id="0" name=""/>
        <dsp:cNvSpPr/>
      </dsp:nvSpPr>
      <dsp:spPr>
        <a:xfrm>
          <a:off x="5323070" y="413377"/>
          <a:ext cx="1697021" cy="169702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Microsoft Learn learning paths and skill expectations.</a:t>
          </a:r>
        </a:p>
      </dsp:txBody>
      <dsp:txXfrm>
        <a:off x="5405912" y="496219"/>
        <a:ext cx="1531337" cy="1531337"/>
      </dsp:txXfrm>
    </dsp:sp>
    <dsp:sp modelId="{C7E289C2-58CD-44DA-B2B6-A0F3DA64C8D1}">
      <dsp:nvSpPr>
        <dsp:cNvPr id="0" name=""/>
        <dsp:cNvSpPr/>
      </dsp:nvSpPr>
      <dsp:spPr>
        <a:xfrm>
          <a:off x="3495508" y="2240939"/>
          <a:ext cx="1697021" cy="169702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Qubits scores compared against defined minimum thresholds.</a:t>
          </a:r>
        </a:p>
      </dsp:txBody>
      <dsp:txXfrm>
        <a:off x="3578350" y="2323781"/>
        <a:ext cx="1531337" cy="1531337"/>
      </dsp:txXfrm>
    </dsp:sp>
    <dsp:sp modelId="{E44DE0EB-0CC5-4AAC-AF3D-9A934FA27794}">
      <dsp:nvSpPr>
        <dsp:cNvPr id="0" name=""/>
        <dsp:cNvSpPr/>
      </dsp:nvSpPr>
      <dsp:spPr>
        <a:xfrm>
          <a:off x="5323070" y="2240939"/>
          <a:ext cx="1697021" cy="169702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Mock session observations and client feedback where available.</a:t>
          </a:r>
        </a:p>
      </dsp:txBody>
      <dsp:txXfrm>
        <a:off x="5405912" y="2323781"/>
        <a:ext cx="1531337" cy="15313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3C98F4-5377-4D79-9951-BD75A427AC9A}">
      <dsp:nvSpPr>
        <dsp:cNvPr id="0" name=""/>
        <dsp:cNvSpPr/>
      </dsp:nvSpPr>
      <dsp:spPr>
        <a:xfrm>
          <a:off x="0" y="2288"/>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911B60-39CF-4E19-841F-2F5F22685071}">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DCCDCB-DB9E-4485-B573-1464ED521C7B}">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US" sz="2200" kern="1200"/>
            <a:t>Readiness is evaluated across two delivery paths.</a:t>
          </a:r>
        </a:p>
      </dsp:txBody>
      <dsp:txXfrm>
        <a:off x="1339618" y="2288"/>
        <a:ext cx="5024605" cy="1159843"/>
      </dsp:txXfrm>
    </dsp:sp>
    <dsp:sp modelId="{143ADC9B-CD44-43D7-ACD5-85282620319F}">
      <dsp:nvSpPr>
        <dsp:cNvPr id="0" name=""/>
        <dsp:cNvSpPr/>
      </dsp:nvSpPr>
      <dsp:spPr>
        <a:xfrm>
          <a:off x="0" y="1452092"/>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F749B7-E2C3-417A-A816-0537C50C3295}">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BE18A1-419C-4D7A-B5E0-19D4A4A7B1D8}">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US" sz="2200" kern="1200"/>
            <a:t>First, certification-aligned instructor-led delivery.</a:t>
          </a:r>
        </a:p>
      </dsp:txBody>
      <dsp:txXfrm>
        <a:off x="1339618" y="1452092"/>
        <a:ext cx="5024605" cy="1159843"/>
      </dsp:txXfrm>
    </dsp:sp>
    <dsp:sp modelId="{43BEB20C-632C-4A4A-B3D4-AA45E59FCDC1}">
      <dsp:nvSpPr>
        <dsp:cNvPr id="0" name=""/>
        <dsp:cNvSpPr/>
      </dsp:nvSpPr>
      <dsp:spPr>
        <a:xfrm>
          <a:off x="0" y="2901896"/>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A54927-6EF5-428C-B4DE-2134AC5E8593}">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974A33-2A29-4102-BC7F-69E9B56BEAB7}">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US" sz="2200" kern="1200"/>
            <a:t>Second, mock-based capability validation.</a:t>
          </a:r>
        </a:p>
      </dsp:txBody>
      <dsp:txXfrm>
        <a:off x="1339618" y="2901896"/>
        <a:ext cx="5024605" cy="1159843"/>
      </dsp:txXfrm>
    </dsp:sp>
    <dsp:sp modelId="{53C10BDD-F795-47A0-9612-DF95CF380BA5}">
      <dsp:nvSpPr>
        <dsp:cNvPr id="0" name=""/>
        <dsp:cNvSpPr/>
      </dsp:nvSpPr>
      <dsp:spPr>
        <a:xfrm>
          <a:off x="0" y="4351700"/>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DBA80E-BB9F-42A2-A515-3C719E2D8203}">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E6478B-088B-409D-8B0D-783CB65C896F}">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US" sz="2200" kern="1200"/>
            <a:t>Both are assessed independently before a final decision.</a:t>
          </a:r>
        </a:p>
      </dsp:txBody>
      <dsp:txXfrm>
        <a:off x="1339618" y="4351700"/>
        <a:ext cx="5024605" cy="11598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7E1459-0C43-4C40-A5FF-5513ED10404C}">
      <dsp:nvSpPr>
        <dsp:cNvPr id="0" name=""/>
        <dsp:cNvSpPr/>
      </dsp:nvSpPr>
      <dsp:spPr>
        <a:xfrm>
          <a:off x="0" y="595"/>
          <a:ext cx="6781800" cy="13930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E8AB9E-CF34-4C46-B62E-4891B2FB8845}">
      <dsp:nvSpPr>
        <dsp:cNvPr id="0" name=""/>
        <dsp:cNvSpPr/>
      </dsp:nvSpPr>
      <dsp:spPr>
        <a:xfrm>
          <a:off x="421391" y="314027"/>
          <a:ext cx="766167" cy="7661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0EB553-104E-435D-AA44-93C6A3B644B0}">
      <dsp:nvSpPr>
        <dsp:cNvPr id="0" name=""/>
        <dsp:cNvSpPr/>
      </dsp:nvSpPr>
      <dsp:spPr>
        <a:xfrm>
          <a:off x="1608951" y="595"/>
          <a:ext cx="5172848" cy="1393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429" tIns="147429" rIns="147429" bIns="147429" numCol="1" spcCol="1270" anchor="ctr" anchorCtr="0">
          <a:noAutofit/>
        </a:bodyPr>
        <a:lstStyle/>
        <a:p>
          <a:pPr marL="0" lvl="0" indent="0" algn="l" defTabSz="1111250">
            <a:lnSpc>
              <a:spcPct val="90000"/>
            </a:lnSpc>
            <a:spcBef>
              <a:spcPct val="0"/>
            </a:spcBef>
            <a:spcAft>
              <a:spcPct val="35000"/>
            </a:spcAft>
            <a:buNone/>
          </a:pPr>
          <a:r>
            <a:rPr lang="en-US" sz="2500" kern="1200"/>
            <a:t>The trainer must explain concepts clearly, not just demonstrate steps.</a:t>
          </a:r>
        </a:p>
      </dsp:txBody>
      <dsp:txXfrm>
        <a:off x="1608951" y="595"/>
        <a:ext cx="5172848" cy="1393031"/>
      </dsp:txXfrm>
    </dsp:sp>
    <dsp:sp modelId="{5B62B680-BD7A-46B1-BE4A-F16D417BD72C}">
      <dsp:nvSpPr>
        <dsp:cNvPr id="0" name=""/>
        <dsp:cNvSpPr/>
      </dsp:nvSpPr>
      <dsp:spPr>
        <a:xfrm>
          <a:off x="0" y="1741884"/>
          <a:ext cx="6781800" cy="13930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FD3C23-E4B2-42D7-B075-6BAF9560E6A0}">
      <dsp:nvSpPr>
        <dsp:cNvPr id="0" name=""/>
        <dsp:cNvSpPr/>
      </dsp:nvSpPr>
      <dsp:spPr>
        <a:xfrm>
          <a:off x="421391" y="2055316"/>
          <a:ext cx="766167" cy="7661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D94A54-C621-4E74-AABF-E2581C6E308B}">
      <dsp:nvSpPr>
        <dsp:cNvPr id="0" name=""/>
        <dsp:cNvSpPr/>
      </dsp:nvSpPr>
      <dsp:spPr>
        <a:xfrm>
          <a:off x="1608951" y="1741884"/>
          <a:ext cx="5172848" cy="1393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429" tIns="147429" rIns="147429" bIns="147429" numCol="1" spcCol="1270" anchor="ctr" anchorCtr="0">
          <a:noAutofit/>
        </a:bodyPr>
        <a:lstStyle/>
        <a:p>
          <a:pPr marL="0" lvl="0" indent="0" algn="l" defTabSz="1111250">
            <a:lnSpc>
              <a:spcPct val="90000"/>
            </a:lnSpc>
            <a:spcBef>
              <a:spcPct val="0"/>
            </a:spcBef>
            <a:spcAft>
              <a:spcPct val="35000"/>
            </a:spcAft>
            <a:buNone/>
          </a:pPr>
          <a:r>
            <a:rPr lang="en-US" sz="2500" kern="1200"/>
            <a:t>Delivery must align with exam objectives and real-world usage.</a:t>
          </a:r>
        </a:p>
      </dsp:txBody>
      <dsp:txXfrm>
        <a:off x="1608951" y="1741884"/>
        <a:ext cx="5172848" cy="1393031"/>
      </dsp:txXfrm>
    </dsp:sp>
    <dsp:sp modelId="{899C3C98-8F37-41A2-B596-34AEEF4487A2}">
      <dsp:nvSpPr>
        <dsp:cNvPr id="0" name=""/>
        <dsp:cNvSpPr/>
      </dsp:nvSpPr>
      <dsp:spPr>
        <a:xfrm>
          <a:off x="0" y="3483173"/>
          <a:ext cx="6781800" cy="13930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33489A-C1B0-44D4-8212-18C8A96E4D19}">
      <dsp:nvSpPr>
        <dsp:cNvPr id="0" name=""/>
        <dsp:cNvSpPr/>
      </dsp:nvSpPr>
      <dsp:spPr>
        <a:xfrm>
          <a:off x="421391" y="3796605"/>
          <a:ext cx="766167" cy="7661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4FD1A0-A268-4F88-8724-AFF52EF6BEF4}">
      <dsp:nvSpPr>
        <dsp:cNvPr id="0" name=""/>
        <dsp:cNvSpPr/>
      </dsp:nvSpPr>
      <dsp:spPr>
        <a:xfrm>
          <a:off x="1608951" y="3483173"/>
          <a:ext cx="5172848" cy="1393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429" tIns="147429" rIns="147429" bIns="147429" numCol="1" spcCol="1270" anchor="ctr" anchorCtr="0">
          <a:noAutofit/>
        </a:bodyPr>
        <a:lstStyle/>
        <a:p>
          <a:pPr marL="0" lvl="0" indent="0" algn="l" defTabSz="1111250">
            <a:lnSpc>
              <a:spcPct val="90000"/>
            </a:lnSpc>
            <a:spcBef>
              <a:spcPct val="0"/>
            </a:spcBef>
            <a:spcAft>
              <a:spcPct val="35000"/>
            </a:spcAft>
            <a:buNone/>
          </a:pPr>
          <a:r>
            <a:rPr lang="en-US" sz="2500" kern="1200"/>
            <a:t>Learners must understand why a concept exists and where it is applied.</a:t>
          </a:r>
        </a:p>
      </dsp:txBody>
      <dsp:txXfrm>
        <a:off x="1608951" y="3483173"/>
        <a:ext cx="5172848" cy="139303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54DAFB-C347-482A-89F2-9195771D6926}">
      <dsp:nvSpPr>
        <dsp:cNvPr id="0" name=""/>
        <dsp:cNvSpPr/>
      </dsp:nvSpPr>
      <dsp:spPr>
        <a:xfrm>
          <a:off x="3364992" y="2124"/>
          <a:ext cx="3785616" cy="1402286"/>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a:t>Mock sessions validate structure, clarity, and delivery maturity.</a:t>
          </a:r>
        </a:p>
      </dsp:txBody>
      <dsp:txXfrm>
        <a:off x="3433446" y="70578"/>
        <a:ext cx="3648708" cy="1265378"/>
      </dsp:txXfrm>
    </dsp:sp>
    <dsp:sp modelId="{1DF25426-A068-4774-9906-5414FB82C5B8}">
      <dsp:nvSpPr>
        <dsp:cNvPr id="0" name=""/>
        <dsp:cNvSpPr/>
      </dsp:nvSpPr>
      <dsp:spPr>
        <a:xfrm>
          <a:off x="3364992" y="1474525"/>
          <a:ext cx="3785616" cy="1402286"/>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a:t>Confidence, flow, and authority are evaluated.</a:t>
          </a:r>
        </a:p>
      </dsp:txBody>
      <dsp:txXfrm>
        <a:off x="3433446" y="1542979"/>
        <a:ext cx="3648708" cy="1265378"/>
      </dsp:txXfrm>
    </dsp:sp>
    <dsp:sp modelId="{660F91A3-E327-4DBD-9D16-CEC2FC30355C}">
      <dsp:nvSpPr>
        <dsp:cNvPr id="0" name=""/>
        <dsp:cNvSpPr/>
      </dsp:nvSpPr>
      <dsp:spPr>
        <a:xfrm>
          <a:off x="3364992" y="2946926"/>
          <a:ext cx="3785616" cy="1402286"/>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a:t>Mocks are treated as rehearsal for real enterprise delivery.</a:t>
          </a:r>
        </a:p>
      </dsp:txBody>
      <dsp:txXfrm>
        <a:off x="3433446" y="3015380"/>
        <a:ext cx="3648708" cy="126537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F7216C-3375-45C5-A265-D9961177E843}">
      <dsp:nvSpPr>
        <dsp:cNvPr id="0" name=""/>
        <dsp:cNvSpPr/>
      </dsp:nvSpPr>
      <dsp:spPr>
        <a:xfrm>
          <a:off x="679050" y="578168"/>
          <a:ext cx="1887187" cy="18871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F33C9A-2AC9-4043-A228-0E6201C8C7F3}">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DFED0B-7381-43DA-8032-7531578F58C3}">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Each module must follow a clear progression.</a:t>
          </a:r>
        </a:p>
      </dsp:txBody>
      <dsp:txXfrm>
        <a:off x="75768" y="3053169"/>
        <a:ext cx="3093750" cy="720000"/>
      </dsp:txXfrm>
    </dsp:sp>
    <dsp:sp modelId="{D16E8419-B5B4-4074-A8A2-666E99DC4C05}">
      <dsp:nvSpPr>
        <dsp:cNvPr id="0" name=""/>
        <dsp:cNvSpPr/>
      </dsp:nvSpPr>
      <dsp:spPr>
        <a:xfrm>
          <a:off x="4314206" y="578168"/>
          <a:ext cx="1887187" cy="18871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E2C04F-C7C2-4DD4-8A33-98E4C9F38727}">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E51557-68EC-4AAC-8516-FBB59E875E81}">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Foundation leads to concept, then implementation, then application.</a:t>
          </a:r>
        </a:p>
      </dsp:txBody>
      <dsp:txXfrm>
        <a:off x="3710925" y="3053169"/>
        <a:ext cx="3093750" cy="720000"/>
      </dsp:txXfrm>
    </dsp:sp>
    <dsp:sp modelId="{861235FE-B00C-46AB-9F67-595C186137DD}">
      <dsp:nvSpPr>
        <dsp:cNvPr id="0" name=""/>
        <dsp:cNvSpPr/>
      </dsp:nvSpPr>
      <dsp:spPr>
        <a:xfrm>
          <a:off x="7949362" y="578168"/>
          <a:ext cx="1887187" cy="188718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8C1E1B-6FA1-40E4-963A-E69FAB610A98}">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C343E9-2BD2-4BF4-9624-A05A63893C92}">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The trainer must know what the learner should be able to do at the end.</a:t>
          </a:r>
        </a:p>
      </dsp:txBody>
      <dsp:txXfrm>
        <a:off x="7346081" y="3053169"/>
        <a:ext cx="3093750"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48EB25-78BD-4F40-987B-42C07B8889E7}">
      <dsp:nvSpPr>
        <dsp:cNvPr id="0" name=""/>
        <dsp:cNvSpPr/>
      </dsp:nvSpPr>
      <dsp:spPr>
        <a:xfrm>
          <a:off x="679050" y="578168"/>
          <a:ext cx="1887187" cy="1887187"/>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11A690-A43F-4095-B51E-D053A6955EA4}">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D887F7-85D4-4673-8FA3-A82ED6CD5CE2}">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Random topic jumps are not acceptable.</a:t>
          </a:r>
        </a:p>
      </dsp:txBody>
      <dsp:txXfrm>
        <a:off x="75768" y="3053169"/>
        <a:ext cx="3093750" cy="720000"/>
      </dsp:txXfrm>
    </dsp:sp>
    <dsp:sp modelId="{3395F57C-E231-4A77-841F-CD5A3F29F161}">
      <dsp:nvSpPr>
        <dsp:cNvPr id="0" name=""/>
        <dsp:cNvSpPr/>
      </dsp:nvSpPr>
      <dsp:spPr>
        <a:xfrm>
          <a:off x="4314206" y="578168"/>
          <a:ext cx="1887187" cy="1887187"/>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4A7D5E-39EB-4A46-89A3-F34D048EE68B}">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E32CBD-19A2-45B4-A910-6AD75FAEC84C}">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Prior knowledge must not be assumed unless explicitly stated.</a:t>
          </a:r>
        </a:p>
      </dsp:txBody>
      <dsp:txXfrm>
        <a:off x="3710925" y="3053169"/>
        <a:ext cx="3093750" cy="720000"/>
      </dsp:txXfrm>
    </dsp:sp>
    <dsp:sp modelId="{50592871-EA8F-4A9E-A2AB-37F011F38940}">
      <dsp:nvSpPr>
        <dsp:cNvPr id="0" name=""/>
        <dsp:cNvSpPr/>
      </dsp:nvSpPr>
      <dsp:spPr>
        <a:xfrm>
          <a:off x="7949362" y="578168"/>
          <a:ext cx="1887187" cy="1887187"/>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3CA43F-B19A-4C77-9900-3DA2B9B52B0A}">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267CA9-1D81-4BAC-8967-2F0C6F9359B7}">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Each topic must have a clear opening and closure.</a:t>
          </a:r>
        </a:p>
      </dsp:txBody>
      <dsp:txXfrm>
        <a:off x="7346081" y="3053169"/>
        <a:ext cx="3093750" cy="720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94F55A-63A5-45D5-B67B-05862DCD6162}">
      <dsp:nvSpPr>
        <dsp:cNvPr id="0" name=""/>
        <dsp:cNvSpPr/>
      </dsp:nvSpPr>
      <dsp:spPr>
        <a:xfrm>
          <a:off x="718664" y="453902"/>
          <a:ext cx="1955812" cy="19558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038FCF-83B5-4672-BC9F-A382AA2127A3}">
      <dsp:nvSpPr>
        <dsp:cNvPr id="0" name=""/>
        <dsp:cNvSpPr/>
      </dsp:nvSpPr>
      <dsp:spPr>
        <a:xfrm>
          <a:off x="1135476" y="870714"/>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2DA03B-D3D9-405E-93E3-5F5922F254F9}">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Common gaps include missing explanations and rushed transitions.</a:t>
          </a:r>
        </a:p>
      </dsp:txBody>
      <dsp:txXfrm>
        <a:off x="93445" y="3018902"/>
        <a:ext cx="3206250" cy="720000"/>
      </dsp:txXfrm>
    </dsp:sp>
    <dsp:sp modelId="{9CB8108D-0C3B-46A5-B945-545D6FE141A2}">
      <dsp:nvSpPr>
        <dsp:cNvPr id="0" name=""/>
        <dsp:cNvSpPr/>
      </dsp:nvSpPr>
      <dsp:spPr>
        <a:xfrm>
          <a:off x="4486008" y="453902"/>
          <a:ext cx="1955812" cy="19558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A1D4C1-DF59-4D27-9054-3C4F2902A920}">
      <dsp:nvSpPr>
        <dsp:cNvPr id="0" name=""/>
        <dsp:cNvSpPr/>
      </dsp:nvSpPr>
      <dsp:spPr>
        <a:xfrm>
          <a:off x="4902820" y="870714"/>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087020-2347-499B-9642-5E8E7E6516A5}">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Over-dependence on slides reduces delivery effectiveness.</a:t>
          </a:r>
        </a:p>
      </dsp:txBody>
      <dsp:txXfrm>
        <a:off x="3860789" y="3018902"/>
        <a:ext cx="3206250" cy="720000"/>
      </dsp:txXfrm>
    </dsp:sp>
    <dsp:sp modelId="{CFFF5A94-27D0-49B6-B0A1-BD0F7F8F2F15}">
      <dsp:nvSpPr>
        <dsp:cNvPr id="0" name=""/>
        <dsp:cNvSpPr/>
      </dsp:nvSpPr>
      <dsp:spPr>
        <a:xfrm>
          <a:off x="8253352" y="453902"/>
          <a:ext cx="1955812" cy="19558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3A34C8-26F5-4697-A50D-7DE68F94014B}">
      <dsp:nvSpPr>
        <dsp:cNvPr id="0" name=""/>
        <dsp:cNvSpPr/>
      </dsp:nvSpPr>
      <dsp:spPr>
        <a:xfrm>
          <a:off x="8670164" y="870714"/>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0A938F-FA0F-4930-9D40-781104826750}">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Weak summaries indicate incomplete learning closure.</a:t>
          </a:r>
        </a:p>
      </dsp:txBody>
      <dsp:txXfrm>
        <a:off x="7628133" y="3018902"/>
        <a:ext cx="3206250" cy="7200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1FB953-04F9-4B02-A436-88FC4F1BC57A}">
      <dsp:nvSpPr>
        <dsp:cNvPr id="0" name=""/>
        <dsp:cNvSpPr/>
      </dsp:nvSpPr>
      <dsp:spPr>
        <a:xfrm>
          <a:off x="3364992" y="2124"/>
          <a:ext cx="3785616" cy="140228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After every two to three concepts, understanding must be validated.</a:t>
          </a:r>
        </a:p>
      </dsp:txBody>
      <dsp:txXfrm>
        <a:off x="3433446" y="70578"/>
        <a:ext cx="3648708" cy="1265378"/>
      </dsp:txXfrm>
    </dsp:sp>
    <dsp:sp modelId="{AC2ABB54-A409-4E6D-98CE-7FDBCCE61C2B}">
      <dsp:nvSpPr>
        <dsp:cNvPr id="0" name=""/>
        <dsp:cNvSpPr/>
      </dsp:nvSpPr>
      <dsp:spPr>
        <a:xfrm>
          <a:off x="3364992" y="1474525"/>
          <a:ext cx="3785616" cy="140228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This includes verbal checks, scenario questions, and recap prompts.</a:t>
          </a:r>
        </a:p>
      </dsp:txBody>
      <dsp:txXfrm>
        <a:off x="3433446" y="1542979"/>
        <a:ext cx="3648708" cy="1265378"/>
      </dsp:txXfrm>
    </dsp:sp>
    <dsp:sp modelId="{1F41B585-5E57-46C0-85C7-B4053B9335B3}">
      <dsp:nvSpPr>
        <dsp:cNvPr id="0" name=""/>
        <dsp:cNvSpPr/>
      </dsp:nvSpPr>
      <dsp:spPr>
        <a:xfrm>
          <a:off x="3364992" y="2946926"/>
          <a:ext cx="3785616" cy="140228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Knowledge checks are delivery behavior, not slide content.</a:t>
          </a:r>
        </a:p>
      </dsp:txBody>
      <dsp:txXfrm>
        <a:off x="3433446" y="3015380"/>
        <a:ext cx="3648708" cy="126537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B107A1-8088-4A61-ABEA-66E014DB9B58}">
      <dsp:nvSpPr>
        <dsp:cNvPr id="0" name=""/>
        <dsp:cNvSpPr/>
      </dsp:nvSpPr>
      <dsp:spPr>
        <a:xfrm>
          <a:off x="2103120" y="1359"/>
          <a:ext cx="8412480" cy="139378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54022" rIns="163225" bIns="354022" numCol="1" spcCol="1270" anchor="ctr" anchorCtr="0">
          <a:noAutofit/>
        </a:bodyPr>
        <a:lstStyle/>
        <a:p>
          <a:pPr marL="0" lvl="0" indent="0" algn="l" defTabSz="1066800">
            <a:lnSpc>
              <a:spcPct val="90000"/>
            </a:lnSpc>
            <a:spcBef>
              <a:spcPct val="0"/>
            </a:spcBef>
            <a:spcAft>
              <a:spcPct val="35000"/>
            </a:spcAft>
            <a:buNone/>
          </a:pPr>
          <a:r>
            <a:rPr lang="en-US" sz="2400" kern="1200"/>
            <a:t>Every technical concept must map to hands-on execution.</a:t>
          </a:r>
        </a:p>
      </dsp:txBody>
      <dsp:txXfrm>
        <a:off x="2103120" y="1359"/>
        <a:ext cx="8412480" cy="1393787"/>
      </dsp:txXfrm>
    </dsp:sp>
    <dsp:sp modelId="{808F6B40-50E4-4E29-82DE-ADE0E0BFE209}">
      <dsp:nvSpPr>
        <dsp:cNvPr id="0" name=""/>
        <dsp:cNvSpPr/>
      </dsp:nvSpPr>
      <dsp:spPr>
        <a:xfrm>
          <a:off x="0" y="1359"/>
          <a:ext cx="2103120" cy="139378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37675" rIns="111290" bIns="137675" numCol="1" spcCol="1270" anchor="ctr" anchorCtr="0">
          <a:noAutofit/>
        </a:bodyPr>
        <a:lstStyle/>
        <a:p>
          <a:pPr marL="0" lvl="0" indent="0" algn="ctr" defTabSz="1244600">
            <a:lnSpc>
              <a:spcPct val="90000"/>
            </a:lnSpc>
            <a:spcBef>
              <a:spcPct val="0"/>
            </a:spcBef>
            <a:spcAft>
              <a:spcPct val="35000"/>
            </a:spcAft>
            <a:buNone/>
          </a:pPr>
          <a:r>
            <a:rPr lang="en-US" sz="2800" kern="1200"/>
            <a:t>Map</a:t>
          </a:r>
        </a:p>
      </dsp:txBody>
      <dsp:txXfrm>
        <a:off x="0" y="1359"/>
        <a:ext cx="2103120" cy="1393787"/>
      </dsp:txXfrm>
    </dsp:sp>
    <dsp:sp modelId="{C14AFC3D-A6F1-467A-9D70-BF9650BC3E41}">
      <dsp:nvSpPr>
        <dsp:cNvPr id="0" name=""/>
        <dsp:cNvSpPr/>
      </dsp:nvSpPr>
      <dsp:spPr>
        <a:xfrm>
          <a:off x="2103120" y="1478775"/>
          <a:ext cx="8412480" cy="139378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54022" rIns="163225" bIns="354022" numCol="1" spcCol="1270" anchor="ctr" anchorCtr="0">
          <a:noAutofit/>
        </a:bodyPr>
        <a:lstStyle/>
        <a:p>
          <a:pPr marL="0" lvl="0" indent="0" algn="l" defTabSz="1066800">
            <a:lnSpc>
              <a:spcPct val="90000"/>
            </a:lnSpc>
            <a:spcBef>
              <a:spcPct val="0"/>
            </a:spcBef>
            <a:spcAft>
              <a:spcPct val="35000"/>
            </a:spcAft>
            <a:buNone/>
          </a:pPr>
          <a:r>
            <a:rPr lang="en-US" sz="2400" kern="1200"/>
            <a:t>The trainer must explain intent before execution.</a:t>
          </a:r>
        </a:p>
      </dsp:txBody>
      <dsp:txXfrm>
        <a:off x="2103120" y="1478775"/>
        <a:ext cx="8412480" cy="1393787"/>
      </dsp:txXfrm>
    </dsp:sp>
    <dsp:sp modelId="{05201662-1B5B-4B9E-ADC4-4CBAA94C1A0C}">
      <dsp:nvSpPr>
        <dsp:cNvPr id="0" name=""/>
        <dsp:cNvSpPr/>
      </dsp:nvSpPr>
      <dsp:spPr>
        <a:xfrm>
          <a:off x="0" y="1478775"/>
          <a:ext cx="2103120" cy="139378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37675" rIns="111290" bIns="137675" numCol="1" spcCol="1270" anchor="ctr" anchorCtr="0">
          <a:noAutofit/>
        </a:bodyPr>
        <a:lstStyle/>
        <a:p>
          <a:pPr marL="0" lvl="0" indent="0" algn="ctr" defTabSz="1244600">
            <a:lnSpc>
              <a:spcPct val="90000"/>
            </a:lnSpc>
            <a:spcBef>
              <a:spcPct val="0"/>
            </a:spcBef>
            <a:spcAft>
              <a:spcPct val="35000"/>
            </a:spcAft>
            <a:buNone/>
          </a:pPr>
          <a:r>
            <a:rPr lang="en-US" sz="2800" kern="1200"/>
            <a:t>Explain</a:t>
          </a:r>
        </a:p>
      </dsp:txBody>
      <dsp:txXfrm>
        <a:off x="0" y="1478775"/>
        <a:ext cx="2103120" cy="1393787"/>
      </dsp:txXfrm>
    </dsp:sp>
    <dsp:sp modelId="{693893AD-A790-4C72-BBE9-95CA6174D4B0}">
      <dsp:nvSpPr>
        <dsp:cNvPr id="0" name=""/>
        <dsp:cNvSpPr/>
      </dsp:nvSpPr>
      <dsp:spPr>
        <a:xfrm>
          <a:off x="2103120" y="2956190"/>
          <a:ext cx="8412480" cy="139378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54022" rIns="163225" bIns="354022" numCol="1" spcCol="1270" anchor="ctr" anchorCtr="0">
          <a:noAutofit/>
        </a:bodyPr>
        <a:lstStyle/>
        <a:p>
          <a:pPr marL="0" lvl="0" indent="0" algn="l" defTabSz="1066800">
            <a:lnSpc>
              <a:spcPct val="90000"/>
            </a:lnSpc>
            <a:spcBef>
              <a:spcPct val="0"/>
            </a:spcBef>
            <a:spcAft>
              <a:spcPct val="35000"/>
            </a:spcAft>
            <a:buNone/>
          </a:pPr>
          <a:r>
            <a:rPr lang="en-US" sz="2400" kern="1200"/>
            <a:t>Learning must be summarized after execution.</a:t>
          </a:r>
        </a:p>
      </dsp:txBody>
      <dsp:txXfrm>
        <a:off x="2103120" y="2956190"/>
        <a:ext cx="8412480" cy="1393787"/>
      </dsp:txXfrm>
    </dsp:sp>
    <dsp:sp modelId="{5EFFA88F-C21A-4BA3-B562-7A5E1A455373}">
      <dsp:nvSpPr>
        <dsp:cNvPr id="0" name=""/>
        <dsp:cNvSpPr/>
      </dsp:nvSpPr>
      <dsp:spPr>
        <a:xfrm>
          <a:off x="0" y="2956190"/>
          <a:ext cx="2103120" cy="139378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37675" rIns="111290" bIns="137675" numCol="1" spcCol="1270" anchor="ctr" anchorCtr="0">
          <a:noAutofit/>
        </a:bodyPr>
        <a:lstStyle/>
        <a:p>
          <a:pPr marL="0" lvl="0" indent="0" algn="ctr" defTabSz="1244600">
            <a:lnSpc>
              <a:spcPct val="90000"/>
            </a:lnSpc>
            <a:spcBef>
              <a:spcPct val="0"/>
            </a:spcBef>
            <a:spcAft>
              <a:spcPct val="35000"/>
            </a:spcAft>
            <a:buNone/>
          </a:pPr>
          <a:r>
            <a:rPr lang="en-US" sz="2800" kern="1200"/>
            <a:t>Be</a:t>
          </a:r>
        </a:p>
      </dsp:txBody>
      <dsp:txXfrm>
        <a:off x="0" y="2956190"/>
        <a:ext cx="2103120" cy="139378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D7CF33-A75B-4034-A617-046DEBCD75EB}">
      <dsp:nvSpPr>
        <dsp:cNvPr id="0" name=""/>
        <dsp:cNvSpPr/>
      </dsp:nvSpPr>
      <dsp:spPr>
        <a:xfrm>
          <a:off x="0" y="682"/>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E3BDEE-2FF6-41C0-B4E7-852D4AB0FE7D}">
      <dsp:nvSpPr>
        <dsp:cNvPr id="0" name=""/>
        <dsp:cNvSpPr/>
      </dsp:nvSpPr>
      <dsp:spPr>
        <a:xfrm>
          <a:off x="482961" y="359909"/>
          <a:ext cx="878111" cy="878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26C91C-9F35-439B-93B8-551BEFE914C6}">
      <dsp:nvSpPr>
        <dsp:cNvPr id="0" name=""/>
        <dsp:cNvSpPr/>
      </dsp:nvSpPr>
      <dsp:spPr>
        <a:xfrm>
          <a:off x="1844034" y="682"/>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Slides must support explanation, not replace it.</a:t>
          </a:r>
        </a:p>
      </dsp:txBody>
      <dsp:txXfrm>
        <a:off x="1844034" y="682"/>
        <a:ext cx="4401230" cy="1596566"/>
      </dsp:txXfrm>
    </dsp:sp>
    <dsp:sp modelId="{778F8EF0-26F1-4ADD-A066-78632E0FD32F}">
      <dsp:nvSpPr>
        <dsp:cNvPr id="0" name=""/>
        <dsp:cNvSpPr/>
      </dsp:nvSpPr>
      <dsp:spPr>
        <a:xfrm>
          <a:off x="0" y="1996390"/>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12B5B7-211C-4489-B1F0-46B77A6754A2}">
      <dsp:nvSpPr>
        <dsp:cNvPr id="0" name=""/>
        <dsp:cNvSpPr/>
      </dsp:nvSpPr>
      <dsp:spPr>
        <a:xfrm>
          <a:off x="482961" y="2355617"/>
          <a:ext cx="878111" cy="878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2CDA03-1DD6-404E-8C1E-624F77DF3D9A}">
      <dsp:nvSpPr>
        <dsp:cNvPr id="0" name=""/>
        <dsp:cNvSpPr/>
      </dsp:nvSpPr>
      <dsp:spPr>
        <a:xfrm>
          <a:off x="1844034" y="1996390"/>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Controlled pacing and structured narration are mandatory.</a:t>
          </a:r>
        </a:p>
      </dsp:txBody>
      <dsp:txXfrm>
        <a:off x="1844034" y="1996390"/>
        <a:ext cx="4401230" cy="1596566"/>
      </dsp:txXfrm>
    </dsp:sp>
    <dsp:sp modelId="{57EA4A4C-425A-4C9D-B0D3-F0D600B1673A}">
      <dsp:nvSpPr>
        <dsp:cNvPr id="0" name=""/>
        <dsp:cNvSpPr/>
      </dsp:nvSpPr>
      <dsp:spPr>
        <a:xfrm>
          <a:off x="0" y="3992098"/>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866F19-9E0A-410D-A24A-2493BC85B2F3}">
      <dsp:nvSpPr>
        <dsp:cNvPr id="0" name=""/>
        <dsp:cNvSpPr/>
      </dsp:nvSpPr>
      <dsp:spPr>
        <a:xfrm>
          <a:off x="482961" y="4351325"/>
          <a:ext cx="878111" cy="878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FF2943-7B8E-4FD0-A7A8-C222BA98CFA6}">
      <dsp:nvSpPr>
        <dsp:cNvPr id="0" name=""/>
        <dsp:cNvSpPr/>
      </dsp:nvSpPr>
      <dsp:spPr>
        <a:xfrm>
          <a:off x="1844034" y="3992098"/>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Excessive fillers reduce authority and confidence.</a:t>
          </a:r>
        </a:p>
      </dsp:txBody>
      <dsp:txXfrm>
        <a:off x="1844034" y="3992098"/>
        <a:ext cx="4401230" cy="159656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1263B3-787E-4BBB-8845-8E828C23D35E}">
      <dsp:nvSpPr>
        <dsp:cNvPr id="0" name=""/>
        <dsp:cNvSpPr/>
      </dsp:nvSpPr>
      <dsp:spPr>
        <a:xfrm>
          <a:off x="0" y="730523"/>
          <a:ext cx="6245265" cy="13127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Delivery must maintain a corporate, professional tone.</a:t>
          </a:r>
        </a:p>
      </dsp:txBody>
      <dsp:txXfrm>
        <a:off x="64083" y="794606"/>
        <a:ext cx="6117099" cy="1184574"/>
      </dsp:txXfrm>
    </dsp:sp>
    <dsp:sp modelId="{2BDE4854-AEFB-4F9B-B601-F03D78C17729}">
      <dsp:nvSpPr>
        <dsp:cNvPr id="0" name=""/>
        <dsp:cNvSpPr/>
      </dsp:nvSpPr>
      <dsp:spPr>
        <a:xfrm>
          <a:off x="0" y="2138303"/>
          <a:ext cx="6245265" cy="131274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Learning should be progressive, not information dumping.</a:t>
          </a:r>
        </a:p>
      </dsp:txBody>
      <dsp:txXfrm>
        <a:off x="64083" y="2202386"/>
        <a:ext cx="6117099" cy="1184574"/>
      </dsp:txXfrm>
    </dsp:sp>
    <dsp:sp modelId="{E0374837-F37B-4082-990D-C9745BDDDE81}">
      <dsp:nvSpPr>
        <dsp:cNvPr id="0" name=""/>
        <dsp:cNvSpPr/>
      </dsp:nvSpPr>
      <dsp:spPr>
        <a:xfrm>
          <a:off x="0" y="3546083"/>
          <a:ext cx="6245265" cy="131274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Attention span and revision loops must be respected.</a:t>
          </a:r>
        </a:p>
      </dsp:txBody>
      <dsp:txXfrm>
        <a:off x="64083" y="3610166"/>
        <a:ext cx="6117099" cy="118457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123348-B47D-467D-95D2-2E56A3AE849B}">
      <dsp:nvSpPr>
        <dsp:cNvPr id="0" name=""/>
        <dsp:cNvSpPr/>
      </dsp:nvSpPr>
      <dsp:spPr>
        <a:xfrm>
          <a:off x="0" y="524133"/>
          <a:ext cx="2918936" cy="185352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9F18C8-3D00-4F99-89AD-226B2EE0E994}">
      <dsp:nvSpPr>
        <dsp:cNvPr id="0" name=""/>
        <dsp:cNvSpPr/>
      </dsp:nvSpPr>
      <dsp:spPr>
        <a:xfrm>
          <a:off x="324326" y="832243"/>
          <a:ext cx="2918936" cy="185352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External resources may be used to improve articulation and confidence.</a:t>
          </a:r>
        </a:p>
      </dsp:txBody>
      <dsp:txXfrm>
        <a:off x="378614" y="886531"/>
        <a:ext cx="2810360" cy="1744948"/>
      </dsp:txXfrm>
    </dsp:sp>
    <dsp:sp modelId="{FB85865D-7EA1-4918-B4DE-718EF6BDB4B0}">
      <dsp:nvSpPr>
        <dsp:cNvPr id="0" name=""/>
        <dsp:cNvSpPr/>
      </dsp:nvSpPr>
      <dsp:spPr>
        <a:xfrm>
          <a:off x="3567588" y="524133"/>
          <a:ext cx="2918936" cy="185352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93BE78-0A7F-416B-AE4C-0E78933E34D8}">
      <dsp:nvSpPr>
        <dsp:cNvPr id="0" name=""/>
        <dsp:cNvSpPr/>
      </dsp:nvSpPr>
      <dsp:spPr>
        <a:xfrm>
          <a:off x="3891915" y="832243"/>
          <a:ext cx="2918936" cy="185352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They are supplementary and do not replace internal validation.</a:t>
          </a:r>
        </a:p>
      </dsp:txBody>
      <dsp:txXfrm>
        <a:off x="3946203" y="886531"/>
        <a:ext cx="2810360" cy="1744948"/>
      </dsp:txXfrm>
    </dsp:sp>
    <dsp:sp modelId="{801A273E-DE64-4960-B6AD-3E73D97547EE}">
      <dsp:nvSpPr>
        <dsp:cNvPr id="0" name=""/>
        <dsp:cNvSpPr/>
      </dsp:nvSpPr>
      <dsp:spPr>
        <a:xfrm>
          <a:off x="7135177" y="524133"/>
          <a:ext cx="2918936" cy="185352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0C7C63-5DBF-428B-AFC1-9F3335056DB4}">
      <dsp:nvSpPr>
        <dsp:cNvPr id="0" name=""/>
        <dsp:cNvSpPr/>
      </dsp:nvSpPr>
      <dsp:spPr>
        <a:xfrm>
          <a:off x="7459503" y="832243"/>
          <a:ext cx="2918936" cy="185352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Polish is supported, authority is governed internally.</a:t>
          </a:r>
        </a:p>
      </dsp:txBody>
      <dsp:txXfrm>
        <a:off x="7513791" y="886531"/>
        <a:ext cx="2810360" cy="174494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A3B43-9689-4B33-9687-538689C91ADE}">
      <dsp:nvSpPr>
        <dsp:cNvPr id="0" name=""/>
        <dsp:cNvSpPr/>
      </dsp:nvSpPr>
      <dsp:spPr>
        <a:xfrm>
          <a:off x="0" y="682"/>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3E4B3D-E0C8-4C5C-A365-FD700B930C6E}">
      <dsp:nvSpPr>
        <dsp:cNvPr id="0" name=""/>
        <dsp:cNvSpPr/>
      </dsp:nvSpPr>
      <dsp:spPr>
        <a:xfrm>
          <a:off x="482961" y="359909"/>
          <a:ext cx="878111" cy="878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7153E8-ADF9-4D2C-A135-D4863E919671}">
      <dsp:nvSpPr>
        <dsp:cNvPr id="0" name=""/>
        <dsp:cNvSpPr/>
      </dsp:nvSpPr>
      <dsp:spPr>
        <a:xfrm>
          <a:off x="1844034" y="682"/>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022350">
            <a:lnSpc>
              <a:spcPct val="90000"/>
            </a:lnSpc>
            <a:spcBef>
              <a:spcPct val="0"/>
            </a:spcBef>
            <a:spcAft>
              <a:spcPct val="35000"/>
            </a:spcAft>
            <a:buNone/>
          </a:pPr>
          <a:r>
            <a:rPr lang="en-US" sz="2300" kern="1200"/>
            <a:t>The outcome will be classified as Ready, Conditionally Ready, or Not Ready.</a:t>
          </a:r>
        </a:p>
      </dsp:txBody>
      <dsp:txXfrm>
        <a:off x="1844034" y="682"/>
        <a:ext cx="4401230" cy="1596566"/>
      </dsp:txXfrm>
    </dsp:sp>
    <dsp:sp modelId="{831F3DC6-4CD2-4628-B4D2-464B90A66AEC}">
      <dsp:nvSpPr>
        <dsp:cNvPr id="0" name=""/>
        <dsp:cNvSpPr/>
      </dsp:nvSpPr>
      <dsp:spPr>
        <a:xfrm>
          <a:off x="0" y="1996390"/>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EE3C3B-2902-4AEB-8622-182FC1B40E51}">
      <dsp:nvSpPr>
        <dsp:cNvPr id="0" name=""/>
        <dsp:cNvSpPr/>
      </dsp:nvSpPr>
      <dsp:spPr>
        <a:xfrm>
          <a:off x="482961" y="2355617"/>
          <a:ext cx="878111" cy="878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9D6A85-3D7F-4F66-AA0A-B897A2A8F48C}">
      <dsp:nvSpPr>
        <dsp:cNvPr id="0" name=""/>
        <dsp:cNvSpPr/>
      </dsp:nvSpPr>
      <dsp:spPr>
        <a:xfrm>
          <a:off x="1844034" y="1996390"/>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022350">
            <a:lnSpc>
              <a:spcPct val="90000"/>
            </a:lnSpc>
            <a:spcBef>
              <a:spcPct val="0"/>
            </a:spcBef>
            <a:spcAft>
              <a:spcPct val="35000"/>
            </a:spcAft>
            <a:buNone/>
          </a:pPr>
          <a:r>
            <a:rPr lang="en-US" sz="2300" kern="1200"/>
            <a:t>The decision is evidence-based and documented.</a:t>
          </a:r>
        </a:p>
      </dsp:txBody>
      <dsp:txXfrm>
        <a:off x="1844034" y="1996390"/>
        <a:ext cx="4401230" cy="1596566"/>
      </dsp:txXfrm>
    </dsp:sp>
    <dsp:sp modelId="{A5419ACE-3C6F-4B80-9C74-B3A1D43439A0}">
      <dsp:nvSpPr>
        <dsp:cNvPr id="0" name=""/>
        <dsp:cNvSpPr/>
      </dsp:nvSpPr>
      <dsp:spPr>
        <a:xfrm>
          <a:off x="0" y="3992098"/>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88D041-DB59-46CC-B3B8-185E60668A77}">
      <dsp:nvSpPr>
        <dsp:cNvPr id="0" name=""/>
        <dsp:cNvSpPr/>
      </dsp:nvSpPr>
      <dsp:spPr>
        <a:xfrm>
          <a:off x="482961" y="4351325"/>
          <a:ext cx="878111" cy="878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803B9B-7A72-4521-8E48-C1D515F6DC21}">
      <dsp:nvSpPr>
        <dsp:cNvPr id="0" name=""/>
        <dsp:cNvSpPr/>
      </dsp:nvSpPr>
      <dsp:spPr>
        <a:xfrm>
          <a:off x="1844034" y="3992098"/>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022350">
            <a:lnSpc>
              <a:spcPct val="90000"/>
            </a:lnSpc>
            <a:spcBef>
              <a:spcPct val="0"/>
            </a:spcBef>
            <a:spcAft>
              <a:spcPct val="35000"/>
            </a:spcAft>
            <a:buNone/>
          </a:pPr>
          <a:r>
            <a:rPr lang="en-US" sz="2300" kern="1200"/>
            <a:t>Improvement actions will be tracked.</a:t>
          </a:r>
        </a:p>
      </dsp:txBody>
      <dsp:txXfrm>
        <a:off x="1844034" y="3992098"/>
        <a:ext cx="4401230" cy="159656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6E06FD-FA95-4157-BC58-DCE4E4386580}">
      <dsp:nvSpPr>
        <dsp:cNvPr id="0" name=""/>
        <dsp:cNvSpPr/>
      </dsp:nvSpPr>
      <dsp:spPr>
        <a:xfrm>
          <a:off x="0" y="682"/>
          <a:ext cx="6245265" cy="159656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7B91E4-84E3-4DEF-8A84-43E258282D26}">
      <dsp:nvSpPr>
        <dsp:cNvPr id="0" name=""/>
        <dsp:cNvSpPr/>
      </dsp:nvSpPr>
      <dsp:spPr>
        <a:xfrm>
          <a:off x="482961" y="359909"/>
          <a:ext cx="878111" cy="878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92F868-EF41-4057-BAC6-8CF38FBE5AAC}">
      <dsp:nvSpPr>
        <dsp:cNvPr id="0" name=""/>
        <dsp:cNvSpPr/>
      </dsp:nvSpPr>
      <dsp:spPr>
        <a:xfrm>
          <a:off x="1844034" y="682"/>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This framework governs PPT design, meetings, feedback, and improvement plans.</a:t>
          </a:r>
        </a:p>
      </dsp:txBody>
      <dsp:txXfrm>
        <a:off x="1844034" y="682"/>
        <a:ext cx="4401230" cy="1596566"/>
      </dsp:txXfrm>
    </dsp:sp>
    <dsp:sp modelId="{5873ABF2-F18B-4B20-8666-42B1988DD321}">
      <dsp:nvSpPr>
        <dsp:cNvPr id="0" name=""/>
        <dsp:cNvSpPr/>
      </dsp:nvSpPr>
      <dsp:spPr>
        <a:xfrm>
          <a:off x="0" y="1996390"/>
          <a:ext cx="6245265" cy="159656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EBE627-0DCE-4259-A409-DFDEC909C669}">
      <dsp:nvSpPr>
        <dsp:cNvPr id="0" name=""/>
        <dsp:cNvSpPr/>
      </dsp:nvSpPr>
      <dsp:spPr>
        <a:xfrm>
          <a:off x="482961" y="2355617"/>
          <a:ext cx="878111" cy="878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559D6C-6648-4AB6-9591-6CDD01BBD808}">
      <dsp:nvSpPr>
        <dsp:cNvPr id="0" name=""/>
        <dsp:cNvSpPr/>
      </dsp:nvSpPr>
      <dsp:spPr>
        <a:xfrm>
          <a:off x="1844034" y="1996390"/>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Missing structure or vague feedback is not acceptable.</a:t>
          </a:r>
        </a:p>
      </dsp:txBody>
      <dsp:txXfrm>
        <a:off x="1844034" y="1996390"/>
        <a:ext cx="4401230" cy="1596566"/>
      </dsp:txXfrm>
    </dsp:sp>
    <dsp:sp modelId="{6BEE119B-F978-4821-AD34-FCE098C04F67}">
      <dsp:nvSpPr>
        <dsp:cNvPr id="0" name=""/>
        <dsp:cNvSpPr/>
      </dsp:nvSpPr>
      <dsp:spPr>
        <a:xfrm>
          <a:off x="0" y="3992098"/>
          <a:ext cx="6245265" cy="159656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202601-42A5-45EE-988D-BD01987851F6}">
      <dsp:nvSpPr>
        <dsp:cNvPr id="0" name=""/>
        <dsp:cNvSpPr/>
      </dsp:nvSpPr>
      <dsp:spPr>
        <a:xfrm>
          <a:off x="482961" y="4351325"/>
          <a:ext cx="878111" cy="878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AAD527-6FDE-4E48-AD23-84FF51886F7E}">
      <dsp:nvSpPr>
        <dsp:cNvPr id="0" name=""/>
        <dsp:cNvSpPr/>
      </dsp:nvSpPr>
      <dsp:spPr>
        <a:xfrm>
          <a:off x="1844034" y="3992098"/>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The intent is capability elevation and long-term success.</a:t>
          </a:r>
        </a:p>
      </dsp:txBody>
      <dsp:txXfrm>
        <a:off x="1844034" y="3992098"/>
        <a:ext cx="4401230" cy="159656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4E3F08-4862-4CCE-AF29-B16C684E387C}"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1EFB24-47D7-4D5D-B08C-8E5407D77222}" type="slidenum">
              <a:rPr lang="en-US" smtClean="0"/>
              <a:t>‹#›</a:t>
            </a:fld>
            <a:endParaRPr lang="en-US"/>
          </a:p>
        </p:txBody>
      </p:sp>
    </p:spTree>
    <p:extLst>
      <p:ext uri="{BB962C8B-B14F-4D97-AF65-F5344CB8AC3E}">
        <p14:creationId xmlns:p14="http://schemas.microsoft.com/office/powerpoint/2010/main" val="1018296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anywhere else, let me set the frame for this conversation. This is a huddle, not a lecture, not an interrogation, and not a one-way verdict. The reason we use the word </a:t>
            </a:r>
            <a:r>
              <a:rPr lang="en-US" i="1" dirty="0"/>
              <a:t>huddle</a:t>
            </a:r>
            <a:r>
              <a:rPr lang="en-US" dirty="0"/>
              <a:t> is because it implies alignment — everyone understands the play before stepping onto the field. (pause) What we’re doing today is aligning expectations around delivery, professionalism, and readiness, so that there is no ambiguity later. Are you with me so far?</a:t>
            </a:r>
          </a:p>
        </p:txBody>
      </p:sp>
      <p:sp>
        <p:nvSpPr>
          <p:cNvPr id="4" name="Slide Number Placeholder 3"/>
          <p:cNvSpPr>
            <a:spLocks noGrp="1"/>
          </p:cNvSpPr>
          <p:nvPr>
            <p:ph type="sldNum" sz="quarter" idx="5"/>
          </p:nvPr>
        </p:nvSpPr>
        <p:spPr/>
        <p:txBody>
          <a:bodyPr/>
          <a:lstStyle/>
          <a:p>
            <a:fld id="{C01EFB24-47D7-4D5D-B08C-8E5407D77222}" type="slidenum">
              <a:rPr lang="en-US" smtClean="0"/>
              <a:t>1</a:t>
            </a:fld>
            <a:endParaRPr lang="en-US"/>
          </a:p>
        </p:txBody>
      </p:sp>
    </p:spTree>
    <p:extLst>
      <p:ext uri="{BB962C8B-B14F-4D97-AF65-F5344CB8AC3E}">
        <p14:creationId xmlns:p14="http://schemas.microsoft.com/office/powerpoint/2010/main" val="244208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this session will flow. First, we’ll align on </a:t>
            </a:r>
            <a:r>
              <a:rPr lang="en-US" i="1" dirty="0"/>
              <a:t>why</a:t>
            </a:r>
            <a:r>
              <a:rPr lang="en-US" dirty="0"/>
              <a:t> this review exists and what tone we’re operating in. Then we’ll talk about how evaluation is governed, what readiness actually means, and where execution matters most. (pause) This is structured on purpose — clarity removes anxiety. If at any point something feels unclear, we stop and address it immediately. That’s the intent.</a:t>
            </a:r>
          </a:p>
        </p:txBody>
      </p:sp>
      <p:sp>
        <p:nvSpPr>
          <p:cNvPr id="4" name="Slide Number Placeholder 3"/>
          <p:cNvSpPr>
            <a:spLocks noGrp="1"/>
          </p:cNvSpPr>
          <p:nvPr>
            <p:ph type="sldNum" sz="quarter" idx="5"/>
          </p:nvPr>
        </p:nvSpPr>
        <p:spPr/>
        <p:txBody>
          <a:bodyPr/>
          <a:lstStyle/>
          <a:p>
            <a:fld id="{C01EFB24-47D7-4D5D-B08C-8E5407D77222}" type="slidenum">
              <a:rPr lang="en-US" smtClean="0"/>
              <a:t>2</a:t>
            </a:fld>
            <a:endParaRPr lang="en-US"/>
          </a:p>
        </p:txBody>
      </p:sp>
    </p:spTree>
    <p:extLst>
      <p:ext uri="{BB962C8B-B14F-4D97-AF65-F5344CB8AC3E}">
        <p14:creationId xmlns:p14="http://schemas.microsoft.com/office/powerpoint/2010/main" val="2552236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someone walks out of your session, what should they feel — informed, confident, or guided? (pause) Delivery readiness is about that feeling. It’s not about how many slides were covered or how fast the demo went. It’s about whether learners feel safe trusting your direction. Today’s discussion is about establishing that level of readiness and identifying what needs tightening so you can operate confidently in any classroom.</a:t>
            </a:r>
          </a:p>
        </p:txBody>
      </p:sp>
      <p:sp>
        <p:nvSpPr>
          <p:cNvPr id="4" name="Slide Number Placeholder 3"/>
          <p:cNvSpPr>
            <a:spLocks noGrp="1"/>
          </p:cNvSpPr>
          <p:nvPr>
            <p:ph type="sldNum" sz="quarter" idx="5"/>
          </p:nvPr>
        </p:nvSpPr>
        <p:spPr/>
        <p:txBody>
          <a:bodyPr/>
          <a:lstStyle/>
          <a:p>
            <a:fld id="{C01EFB24-47D7-4D5D-B08C-8E5407D77222}" type="slidenum">
              <a:rPr lang="en-US" smtClean="0"/>
              <a:t>3</a:t>
            </a:fld>
            <a:endParaRPr lang="en-US"/>
          </a:p>
        </p:txBody>
      </p:sp>
    </p:spTree>
    <p:extLst>
      <p:ext uri="{BB962C8B-B14F-4D97-AF65-F5344CB8AC3E}">
        <p14:creationId xmlns:p14="http://schemas.microsoft.com/office/powerpoint/2010/main" val="3976494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this like a quality audit before a product goes live. The audit isn’t personal — it protects both the product and the owner. Similarly, governance here exists to protect you and the organization. (lower tone) This is not escalation, not blame, not micromanagement. It’s about defining the bar clearly so growth is intentional, not accidental.</a:t>
            </a:r>
          </a:p>
        </p:txBody>
      </p:sp>
      <p:sp>
        <p:nvSpPr>
          <p:cNvPr id="4" name="Slide Number Placeholder 3"/>
          <p:cNvSpPr>
            <a:spLocks noGrp="1"/>
          </p:cNvSpPr>
          <p:nvPr>
            <p:ph type="sldNum" sz="quarter" idx="5"/>
          </p:nvPr>
        </p:nvSpPr>
        <p:spPr/>
        <p:txBody>
          <a:bodyPr/>
          <a:lstStyle/>
          <a:p>
            <a:fld id="{C01EFB24-47D7-4D5D-B08C-8E5407D77222}" type="slidenum">
              <a:rPr lang="en-US" smtClean="0"/>
              <a:t>4</a:t>
            </a:fld>
            <a:endParaRPr lang="en-US"/>
          </a:p>
        </p:txBody>
      </p:sp>
    </p:spTree>
    <p:extLst>
      <p:ext uri="{BB962C8B-B14F-4D97-AF65-F5344CB8AC3E}">
        <p14:creationId xmlns:p14="http://schemas.microsoft.com/office/powerpoint/2010/main" val="1582935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into rules of the game. And this part matters because it removes subjectivity. From this point onward, everything we discuss is anchored to evidence — not style, not personality, not comparisons. This is how professional environments operate. Once governance is clear, conversations become productive instead of emotional.</a:t>
            </a:r>
          </a:p>
        </p:txBody>
      </p:sp>
      <p:sp>
        <p:nvSpPr>
          <p:cNvPr id="4" name="Slide Number Placeholder 3"/>
          <p:cNvSpPr>
            <a:spLocks noGrp="1"/>
          </p:cNvSpPr>
          <p:nvPr>
            <p:ph type="sldNum" sz="quarter" idx="5"/>
          </p:nvPr>
        </p:nvSpPr>
        <p:spPr/>
        <p:txBody>
          <a:bodyPr/>
          <a:lstStyle/>
          <a:p>
            <a:fld id="{C01EFB24-47D7-4D5D-B08C-8E5407D77222}" type="slidenum">
              <a:rPr lang="en-US" smtClean="0"/>
              <a:t>5</a:t>
            </a:fld>
            <a:endParaRPr lang="en-US"/>
          </a:p>
        </p:txBody>
      </p:sp>
    </p:spTree>
    <p:extLst>
      <p:ext uri="{BB962C8B-B14F-4D97-AF65-F5344CB8AC3E}">
        <p14:creationId xmlns:p14="http://schemas.microsoft.com/office/powerpoint/2010/main" val="3027525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decides what correct delivery looks like? (pause) Not me. Not you. The authority comes from the ecosystem — Microsoft Learn, certification objectives, and real-world usage patterns. Your role as a trainer is to translate that authority clearly. The moment delivery drifts away from that anchor, confusion enters the classroom. This is a key area where consistency matters.</a:t>
            </a:r>
          </a:p>
        </p:txBody>
      </p:sp>
      <p:sp>
        <p:nvSpPr>
          <p:cNvPr id="4" name="Slide Number Placeholder 3"/>
          <p:cNvSpPr>
            <a:spLocks noGrp="1"/>
          </p:cNvSpPr>
          <p:nvPr>
            <p:ph type="sldNum" sz="quarter" idx="5"/>
          </p:nvPr>
        </p:nvSpPr>
        <p:spPr/>
        <p:txBody>
          <a:bodyPr/>
          <a:lstStyle/>
          <a:p>
            <a:fld id="{C01EFB24-47D7-4D5D-B08C-8E5407D77222}" type="slidenum">
              <a:rPr lang="en-US" smtClean="0"/>
              <a:t>6</a:t>
            </a:fld>
            <a:endParaRPr lang="en-US"/>
          </a:p>
        </p:txBody>
      </p:sp>
    </p:spTree>
    <p:extLst>
      <p:ext uri="{BB962C8B-B14F-4D97-AF65-F5344CB8AC3E}">
        <p14:creationId xmlns:p14="http://schemas.microsoft.com/office/powerpoint/2010/main" val="2273195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works like dashboard indicators in a car. One light doesn’t define the vehicle, but multiple indicators together tell you what needs attention. Qubits scores, mock feedback, client inputs — they don’t label you, they guide us. The expectation is simple: we look at signals honestly, without defensiveness. That’s how professionals improve. Clear till here?</a:t>
            </a:r>
          </a:p>
        </p:txBody>
      </p:sp>
      <p:sp>
        <p:nvSpPr>
          <p:cNvPr id="4" name="Slide Number Placeholder 3"/>
          <p:cNvSpPr>
            <a:spLocks noGrp="1"/>
          </p:cNvSpPr>
          <p:nvPr>
            <p:ph type="sldNum" sz="quarter" idx="5"/>
          </p:nvPr>
        </p:nvSpPr>
        <p:spPr/>
        <p:txBody>
          <a:bodyPr/>
          <a:lstStyle/>
          <a:p>
            <a:fld id="{C01EFB24-47D7-4D5D-B08C-8E5407D77222}" type="slidenum">
              <a:rPr lang="en-US" smtClean="0"/>
              <a:t>7</a:t>
            </a:fld>
            <a:endParaRPr lang="en-US"/>
          </a:p>
        </p:txBody>
      </p:sp>
    </p:spTree>
    <p:extLst>
      <p:ext uri="{BB962C8B-B14F-4D97-AF65-F5344CB8AC3E}">
        <p14:creationId xmlns:p14="http://schemas.microsoft.com/office/powerpoint/2010/main" val="827098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governance clear, let’s talk about how readiness is actually evaluated. This model is simple, repeatable, and fair. Once you understand it, you’ll always know where you stand and what to work on. No guessing, no mixed signals.</a:t>
            </a:r>
          </a:p>
        </p:txBody>
      </p:sp>
      <p:sp>
        <p:nvSpPr>
          <p:cNvPr id="4" name="Slide Number Placeholder 3"/>
          <p:cNvSpPr>
            <a:spLocks noGrp="1"/>
          </p:cNvSpPr>
          <p:nvPr>
            <p:ph type="sldNum" sz="quarter" idx="5"/>
          </p:nvPr>
        </p:nvSpPr>
        <p:spPr/>
        <p:txBody>
          <a:bodyPr/>
          <a:lstStyle/>
          <a:p>
            <a:fld id="{C01EFB24-47D7-4D5D-B08C-8E5407D77222}" type="slidenum">
              <a:rPr lang="en-US" smtClean="0"/>
              <a:t>8</a:t>
            </a:fld>
            <a:endParaRPr lang="en-US"/>
          </a:p>
        </p:txBody>
      </p:sp>
    </p:spTree>
    <p:extLst>
      <p:ext uri="{BB962C8B-B14F-4D97-AF65-F5344CB8AC3E}">
        <p14:creationId xmlns:p14="http://schemas.microsoft.com/office/powerpoint/2010/main" val="3552433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moments where delivery reveals itself. One is live training, where learner reactions are immediate. The second is mocks, where structure and thinking become visible. Treating mocks casually is risky — they are rehearsals, not formalities. What shows up in mocks almost always shows up later in class. That’s why we take them seriously.</a:t>
            </a:r>
          </a:p>
        </p:txBody>
      </p:sp>
      <p:sp>
        <p:nvSpPr>
          <p:cNvPr id="4" name="Slide Number Placeholder 3"/>
          <p:cNvSpPr>
            <a:spLocks noGrp="1"/>
          </p:cNvSpPr>
          <p:nvPr>
            <p:ph type="sldNum" sz="quarter" idx="5"/>
          </p:nvPr>
        </p:nvSpPr>
        <p:spPr/>
        <p:txBody>
          <a:bodyPr/>
          <a:lstStyle/>
          <a:p>
            <a:fld id="{C01EFB24-47D7-4D5D-B08C-8E5407D77222}" type="slidenum">
              <a:rPr lang="en-US" smtClean="0"/>
              <a:t>9</a:t>
            </a:fld>
            <a:endParaRPr lang="en-US"/>
          </a:p>
        </p:txBody>
      </p:sp>
    </p:spTree>
    <p:extLst>
      <p:ext uri="{BB962C8B-B14F-4D97-AF65-F5344CB8AC3E}">
        <p14:creationId xmlns:p14="http://schemas.microsoft.com/office/powerpoint/2010/main" val="298886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very clear here. Explaining steps is not teaching. Teaching means explaining </a:t>
            </a:r>
            <a:r>
              <a:rPr lang="en-US" b="1" dirty="0"/>
              <a:t>why something exists</a:t>
            </a:r>
            <a:r>
              <a:rPr lang="en-US" dirty="0"/>
              <a:t>, </a:t>
            </a:r>
            <a:r>
              <a:rPr lang="en-US" b="1" dirty="0"/>
              <a:t>where it is used</a:t>
            </a:r>
            <a:r>
              <a:rPr lang="en-US" dirty="0"/>
              <a:t>, and </a:t>
            </a:r>
            <a:r>
              <a:rPr lang="en-US" b="1" dirty="0"/>
              <a:t>what breaks if it’s misunderstood</a:t>
            </a:r>
            <a:r>
              <a:rPr lang="en-US" dirty="0"/>
              <a:t>. If learners can repeat actions but cannot explain purpose, the delivery is incomplete. This is one of the key areas where improvement is required — and it’s fixable with conscious structuring.</a:t>
            </a:r>
          </a:p>
        </p:txBody>
      </p:sp>
      <p:sp>
        <p:nvSpPr>
          <p:cNvPr id="4" name="Slide Number Placeholder 3"/>
          <p:cNvSpPr>
            <a:spLocks noGrp="1"/>
          </p:cNvSpPr>
          <p:nvPr>
            <p:ph type="sldNum" sz="quarter" idx="5"/>
          </p:nvPr>
        </p:nvSpPr>
        <p:spPr/>
        <p:txBody>
          <a:bodyPr/>
          <a:lstStyle/>
          <a:p>
            <a:fld id="{C01EFB24-47D7-4D5D-B08C-8E5407D77222}" type="slidenum">
              <a:rPr lang="en-US" smtClean="0"/>
              <a:t>10</a:t>
            </a:fld>
            <a:endParaRPr lang="en-US"/>
          </a:p>
        </p:txBody>
      </p:sp>
    </p:spTree>
    <p:extLst>
      <p:ext uri="{BB962C8B-B14F-4D97-AF65-F5344CB8AC3E}">
        <p14:creationId xmlns:p14="http://schemas.microsoft.com/office/powerpoint/2010/main" val="1221077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Mocks are not designed to catch mistakes — they’re designed to prevent future ones. They give us a controlled space to slow down explanations, improve transitions, and strengthen openings and closures. Experience will smooth this out, but only if feedback is applied deliberately, not passively.</a:t>
            </a:r>
          </a:p>
        </p:txBody>
      </p:sp>
      <p:sp>
        <p:nvSpPr>
          <p:cNvPr id="4" name="Slide Number Placeholder 3"/>
          <p:cNvSpPr>
            <a:spLocks noGrp="1"/>
          </p:cNvSpPr>
          <p:nvPr>
            <p:ph type="sldNum" sz="quarter" idx="5"/>
          </p:nvPr>
        </p:nvSpPr>
        <p:spPr/>
        <p:txBody>
          <a:bodyPr/>
          <a:lstStyle/>
          <a:p>
            <a:fld id="{C01EFB24-47D7-4D5D-B08C-8E5407D77222}" type="slidenum">
              <a:rPr lang="en-US" smtClean="0"/>
              <a:t>11</a:t>
            </a:fld>
            <a:endParaRPr lang="en-US"/>
          </a:p>
        </p:txBody>
      </p:sp>
    </p:spTree>
    <p:extLst>
      <p:ext uri="{BB962C8B-B14F-4D97-AF65-F5344CB8AC3E}">
        <p14:creationId xmlns:p14="http://schemas.microsoft.com/office/powerpoint/2010/main" val="2985436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training never feels random. It feels guided. Learners should always know where they are, why they’re there, and what comes next. That sense of direction doesn’t come from slides — it comes from structured delivery.</a:t>
            </a:r>
          </a:p>
          <a:p>
            <a:endParaRPr lang="en-US" dirty="0"/>
          </a:p>
        </p:txBody>
      </p:sp>
      <p:sp>
        <p:nvSpPr>
          <p:cNvPr id="4" name="Slide Number Placeholder 3"/>
          <p:cNvSpPr>
            <a:spLocks noGrp="1"/>
          </p:cNvSpPr>
          <p:nvPr>
            <p:ph type="sldNum" sz="quarter" idx="5"/>
          </p:nvPr>
        </p:nvSpPr>
        <p:spPr/>
        <p:txBody>
          <a:bodyPr/>
          <a:lstStyle/>
          <a:p>
            <a:fld id="{C01EFB24-47D7-4D5D-B08C-8E5407D77222}" type="slidenum">
              <a:rPr lang="en-US" smtClean="0"/>
              <a:t>12</a:t>
            </a:fld>
            <a:endParaRPr lang="en-US"/>
          </a:p>
        </p:txBody>
      </p:sp>
    </p:spTree>
    <p:extLst>
      <p:ext uri="{BB962C8B-B14F-4D97-AF65-F5344CB8AC3E}">
        <p14:creationId xmlns:p14="http://schemas.microsoft.com/office/powerpoint/2010/main" val="2409469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learning like building a house. You don’t start with furniture. You lay the foundation, then structure, then finishing. Foundation, concept, implementation, application — this order matters. When this sequence breaks, learners get lost. Slowing down here actually speeds up understanding later.</a:t>
            </a:r>
          </a:p>
        </p:txBody>
      </p:sp>
      <p:sp>
        <p:nvSpPr>
          <p:cNvPr id="4" name="Slide Number Placeholder 3"/>
          <p:cNvSpPr>
            <a:spLocks noGrp="1"/>
          </p:cNvSpPr>
          <p:nvPr>
            <p:ph type="sldNum" sz="quarter" idx="5"/>
          </p:nvPr>
        </p:nvSpPr>
        <p:spPr/>
        <p:txBody>
          <a:bodyPr/>
          <a:lstStyle/>
          <a:p>
            <a:fld id="{C01EFB24-47D7-4D5D-B08C-8E5407D77222}" type="slidenum">
              <a:rPr lang="en-US" smtClean="0"/>
              <a:t>13</a:t>
            </a:fld>
            <a:endParaRPr lang="en-US"/>
          </a:p>
        </p:txBody>
      </p:sp>
    </p:spTree>
    <p:extLst>
      <p:ext uri="{BB962C8B-B14F-4D97-AF65-F5344CB8AC3E}">
        <p14:creationId xmlns:p14="http://schemas.microsoft.com/office/powerpoint/2010/main" val="78060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jumps, rushed transitions, or assumed knowledge create silent confusion. Learners may not interrupt, but they disconnect mentally. Each topic needs a clean opening and a clear closure. This is an area where discipline — not effort — makes the difference.</a:t>
            </a:r>
          </a:p>
        </p:txBody>
      </p:sp>
      <p:sp>
        <p:nvSpPr>
          <p:cNvPr id="4" name="Slide Number Placeholder 3"/>
          <p:cNvSpPr>
            <a:spLocks noGrp="1"/>
          </p:cNvSpPr>
          <p:nvPr>
            <p:ph type="sldNum" sz="quarter" idx="5"/>
          </p:nvPr>
        </p:nvSpPr>
        <p:spPr/>
        <p:txBody>
          <a:bodyPr/>
          <a:lstStyle/>
          <a:p>
            <a:fld id="{C01EFB24-47D7-4D5D-B08C-8E5407D77222}" type="slidenum">
              <a:rPr lang="en-US" smtClean="0"/>
              <a:t>14</a:t>
            </a:fld>
            <a:endParaRPr lang="en-US"/>
          </a:p>
        </p:txBody>
      </p:sp>
    </p:spTree>
    <p:extLst>
      <p:ext uri="{BB962C8B-B14F-4D97-AF65-F5344CB8AC3E}">
        <p14:creationId xmlns:p14="http://schemas.microsoft.com/office/powerpoint/2010/main" val="2840587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talk about classroom maturity. This is where good trainers become reliable trainers.</a:t>
            </a:r>
          </a:p>
        </p:txBody>
      </p:sp>
      <p:sp>
        <p:nvSpPr>
          <p:cNvPr id="4" name="Slide Number Placeholder 3"/>
          <p:cNvSpPr>
            <a:spLocks noGrp="1"/>
          </p:cNvSpPr>
          <p:nvPr>
            <p:ph type="sldNum" sz="quarter" idx="5"/>
          </p:nvPr>
        </p:nvSpPr>
        <p:spPr/>
        <p:txBody>
          <a:bodyPr/>
          <a:lstStyle/>
          <a:p>
            <a:fld id="{C01EFB24-47D7-4D5D-B08C-8E5407D77222}" type="slidenum">
              <a:rPr lang="en-US" smtClean="0"/>
              <a:t>15</a:t>
            </a:fld>
            <a:endParaRPr lang="en-US"/>
          </a:p>
        </p:txBody>
      </p:sp>
    </p:spTree>
    <p:extLst>
      <p:ext uri="{BB962C8B-B14F-4D97-AF65-F5344CB8AC3E}">
        <p14:creationId xmlns:p14="http://schemas.microsoft.com/office/powerpoint/2010/main" val="20285269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Every trainer has gaps — the problem is ignoring them. Identifying gaps is not weakness; it’s professionalism. Structure, pacing, and clarity are skills that improve with awareness and repetition. The expectation is not perfection, but visible progress.</a:t>
            </a:r>
          </a:p>
          <a:p>
            <a:endParaRPr lang="en-US" dirty="0"/>
          </a:p>
        </p:txBody>
      </p:sp>
      <p:sp>
        <p:nvSpPr>
          <p:cNvPr id="4" name="Slide Number Placeholder 3"/>
          <p:cNvSpPr>
            <a:spLocks noGrp="1"/>
          </p:cNvSpPr>
          <p:nvPr>
            <p:ph type="sldNum" sz="quarter" idx="5"/>
          </p:nvPr>
        </p:nvSpPr>
        <p:spPr/>
        <p:txBody>
          <a:bodyPr/>
          <a:lstStyle/>
          <a:p>
            <a:fld id="{C01EFB24-47D7-4D5D-B08C-8E5407D77222}" type="slidenum">
              <a:rPr lang="en-US" smtClean="0"/>
              <a:t>16</a:t>
            </a:fld>
            <a:endParaRPr lang="en-US"/>
          </a:p>
        </p:txBody>
      </p:sp>
    </p:spTree>
    <p:extLst>
      <p:ext uri="{BB962C8B-B14F-4D97-AF65-F5344CB8AC3E}">
        <p14:creationId xmlns:p14="http://schemas.microsoft.com/office/powerpoint/2010/main" val="1089605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 learners following? Are they lost? You don’t wait till the end to find out. Small check-ins every few concepts keep the room aligned. This habit alone can transform delivery effectiveness.</a:t>
            </a:r>
          </a:p>
        </p:txBody>
      </p:sp>
      <p:sp>
        <p:nvSpPr>
          <p:cNvPr id="4" name="Slide Number Placeholder 3"/>
          <p:cNvSpPr>
            <a:spLocks noGrp="1"/>
          </p:cNvSpPr>
          <p:nvPr>
            <p:ph type="sldNum" sz="quarter" idx="5"/>
          </p:nvPr>
        </p:nvSpPr>
        <p:spPr/>
        <p:txBody>
          <a:bodyPr/>
          <a:lstStyle/>
          <a:p>
            <a:fld id="{C01EFB24-47D7-4D5D-B08C-8E5407D77222}" type="slidenum">
              <a:rPr lang="en-US" smtClean="0"/>
              <a:t>17</a:t>
            </a:fld>
            <a:endParaRPr lang="en-US"/>
          </a:p>
        </p:txBody>
      </p:sp>
    </p:spTree>
    <p:extLst>
      <p:ext uri="{BB962C8B-B14F-4D97-AF65-F5344CB8AC3E}">
        <p14:creationId xmlns:p14="http://schemas.microsoft.com/office/powerpoint/2010/main" val="18629038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executing anything, explain </a:t>
            </a:r>
            <a:r>
              <a:rPr lang="en-US" i="1" dirty="0"/>
              <a:t>why</a:t>
            </a:r>
            <a:r>
              <a:rPr lang="en-US" dirty="0"/>
              <a:t> you’re doing it. During execution, explain </a:t>
            </a:r>
            <a:r>
              <a:rPr lang="en-US" i="1" dirty="0"/>
              <a:t>what’s happening</a:t>
            </a:r>
            <a:r>
              <a:rPr lang="en-US" dirty="0"/>
              <a:t>. After execution, summarize </a:t>
            </a:r>
            <a:r>
              <a:rPr lang="en-US" i="1" dirty="0"/>
              <a:t>what was learned</a:t>
            </a:r>
            <a:r>
              <a:rPr lang="en-US" dirty="0"/>
              <a:t>. This before–during–after rhythm builds confidence and retention. Skipping any part weakens learning.</a:t>
            </a:r>
          </a:p>
        </p:txBody>
      </p:sp>
      <p:sp>
        <p:nvSpPr>
          <p:cNvPr id="4" name="Slide Number Placeholder 3"/>
          <p:cNvSpPr>
            <a:spLocks noGrp="1"/>
          </p:cNvSpPr>
          <p:nvPr>
            <p:ph type="sldNum" sz="quarter" idx="5"/>
          </p:nvPr>
        </p:nvSpPr>
        <p:spPr/>
        <p:txBody>
          <a:bodyPr/>
          <a:lstStyle/>
          <a:p>
            <a:fld id="{C01EFB24-47D7-4D5D-B08C-8E5407D77222}" type="slidenum">
              <a:rPr lang="en-US" smtClean="0"/>
              <a:t>18</a:t>
            </a:fld>
            <a:endParaRPr lang="en-US"/>
          </a:p>
        </p:txBody>
      </p:sp>
    </p:spTree>
    <p:extLst>
      <p:ext uri="{BB962C8B-B14F-4D97-AF65-F5344CB8AC3E}">
        <p14:creationId xmlns:p14="http://schemas.microsoft.com/office/powerpoint/2010/main" val="18596498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Slides are support tools, not crutches. Authority comes from clarity, pacing, and intent. Overuse of fillers, repetitive sentence starts — these dilute impact. This is not about personality; it’s about control. And control can be practiced.</a:t>
            </a:r>
          </a:p>
          <a:p>
            <a:endParaRPr lang="en-US" dirty="0"/>
          </a:p>
        </p:txBody>
      </p:sp>
      <p:sp>
        <p:nvSpPr>
          <p:cNvPr id="4" name="Slide Number Placeholder 3"/>
          <p:cNvSpPr>
            <a:spLocks noGrp="1"/>
          </p:cNvSpPr>
          <p:nvPr>
            <p:ph type="sldNum" sz="quarter" idx="5"/>
          </p:nvPr>
        </p:nvSpPr>
        <p:spPr/>
        <p:txBody>
          <a:bodyPr/>
          <a:lstStyle/>
          <a:p>
            <a:fld id="{C01EFB24-47D7-4D5D-B08C-8E5407D77222}" type="slidenum">
              <a:rPr lang="en-US" smtClean="0"/>
              <a:t>19</a:t>
            </a:fld>
            <a:endParaRPr lang="en-US"/>
          </a:p>
        </p:txBody>
      </p:sp>
    </p:spTree>
    <p:extLst>
      <p:ext uri="{BB962C8B-B14F-4D97-AF65-F5344CB8AC3E}">
        <p14:creationId xmlns:p14="http://schemas.microsoft.com/office/powerpoint/2010/main" val="30740883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of the day, learners remember how the session felt. Was it calm? Structured? Trustworthy? That experience is the quality bar. And that’s the standard we hold consistently.</a:t>
            </a:r>
          </a:p>
        </p:txBody>
      </p:sp>
      <p:sp>
        <p:nvSpPr>
          <p:cNvPr id="4" name="Slide Number Placeholder 3"/>
          <p:cNvSpPr>
            <a:spLocks noGrp="1"/>
          </p:cNvSpPr>
          <p:nvPr>
            <p:ph type="sldNum" sz="quarter" idx="5"/>
          </p:nvPr>
        </p:nvSpPr>
        <p:spPr/>
        <p:txBody>
          <a:bodyPr/>
          <a:lstStyle/>
          <a:p>
            <a:fld id="{C01EFB24-47D7-4D5D-B08C-8E5407D77222}" type="slidenum">
              <a:rPr lang="en-US" smtClean="0"/>
              <a:t>20</a:t>
            </a:fld>
            <a:endParaRPr lang="en-US"/>
          </a:p>
        </p:txBody>
      </p:sp>
    </p:spTree>
    <p:extLst>
      <p:ext uri="{BB962C8B-B14F-4D97-AF65-F5344CB8AC3E}">
        <p14:creationId xmlns:p14="http://schemas.microsoft.com/office/powerpoint/2010/main" val="31888417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now close the loop — growth, outcomes, and ownership.</a:t>
            </a:r>
          </a:p>
          <a:p>
            <a:endParaRPr lang="en-US" dirty="0"/>
          </a:p>
        </p:txBody>
      </p:sp>
      <p:sp>
        <p:nvSpPr>
          <p:cNvPr id="4" name="Slide Number Placeholder 3"/>
          <p:cNvSpPr>
            <a:spLocks noGrp="1"/>
          </p:cNvSpPr>
          <p:nvPr>
            <p:ph type="sldNum" sz="quarter" idx="5"/>
          </p:nvPr>
        </p:nvSpPr>
        <p:spPr/>
        <p:txBody>
          <a:bodyPr/>
          <a:lstStyle/>
          <a:p>
            <a:fld id="{C01EFB24-47D7-4D5D-B08C-8E5407D77222}" type="slidenum">
              <a:rPr lang="en-US" smtClean="0"/>
              <a:t>21</a:t>
            </a:fld>
            <a:endParaRPr lang="en-US"/>
          </a:p>
        </p:txBody>
      </p:sp>
    </p:spTree>
    <p:extLst>
      <p:ext uri="{BB962C8B-B14F-4D97-AF65-F5344CB8AC3E}">
        <p14:creationId xmlns:p14="http://schemas.microsoft.com/office/powerpoint/2010/main" val="37334621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resources can help polish communication and confidence. But they don’t replace readiness validation. They support growth — the responsibility to apply learning stays with you.</a:t>
            </a:r>
          </a:p>
        </p:txBody>
      </p:sp>
      <p:sp>
        <p:nvSpPr>
          <p:cNvPr id="4" name="Slide Number Placeholder 3"/>
          <p:cNvSpPr>
            <a:spLocks noGrp="1"/>
          </p:cNvSpPr>
          <p:nvPr>
            <p:ph type="sldNum" sz="quarter" idx="5"/>
          </p:nvPr>
        </p:nvSpPr>
        <p:spPr/>
        <p:txBody>
          <a:bodyPr/>
          <a:lstStyle/>
          <a:p>
            <a:fld id="{C01EFB24-47D7-4D5D-B08C-8E5407D77222}" type="slidenum">
              <a:rPr lang="en-US" smtClean="0"/>
              <a:t>22</a:t>
            </a:fld>
            <a:endParaRPr lang="en-US"/>
          </a:p>
        </p:txBody>
      </p:sp>
    </p:spTree>
    <p:extLst>
      <p:ext uri="{BB962C8B-B14F-4D97-AF65-F5344CB8AC3E}">
        <p14:creationId xmlns:p14="http://schemas.microsoft.com/office/powerpoint/2010/main" val="41090531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are simple — ready, conditionally ready, or not ready. These are not labels; they are checkpoints. Movement between them is expected, based on observable improvement.</a:t>
            </a:r>
          </a:p>
        </p:txBody>
      </p:sp>
      <p:sp>
        <p:nvSpPr>
          <p:cNvPr id="4" name="Slide Number Placeholder 3"/>
          <p:cNvSpPr>
            <a:spLocks noGrp="1"/>
          </p:cNvSpPr>
          <p:nvPr>
            <p:ph type="sldNum" sz="quarter" idx="5"/>
          </p:nvPr>
        </p:nvSpPr>
        <p:spPr/>
        <p:txBody>
          <a:bodyPr/>
          <a:lstStyle/>
          <a:p>
            <a:fld id="{C01EFB24-47D7-4D5D-B08C-8E5407D77222}" type="slidenum">
              <a:rPr lang="en-US" smtClean="0"/>
              <a:t>23</a:t>
            </a:fld>
            <a:endParaRPr lang="en-US"/>
          </a:p>
        </p:txBody>
      </p:sp>
    </p:spTree>
    <p:extLst>
      <p:ext uri="{BB962C8B-B14F-4D97-AF65-F5344CB8AC3E}">
        <p14:creationId xmlns:p14="http://schemas.microsoft.com/office/powerpoint/2010/main" val="10633235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own execution of improvement actions. I own readiness sign-off. Progress is measured by change in delivery behavior, not effort or intention. This clarity protects both sides.</a:t>
            </a:r>
          </a:p>
        </p:txBody>
      </p:sp>
      <p:sp>
        <p:nvSpPr>
          <p:cNvPr id="4" name="Slide Number Placeholder 3"/>
          <p:cNvSpPr>
            <a:spLocks noGrp="1"/>
          </p:cNvSpPr>
          <p:nvPr>
            <p:ph type="sldNum" sz="quarter" idx="5"/>
          </p:nvPr>
        </p:nvSpPr>
        <p:spPr/>
        <p:txBody>
          <a:bodyPr/>
          <a:lstStyle/>
          <a:p>
            <a:fld id="{C01EFB24-47D7-4D5D-B08C-8E5407D77222}" type="slidenum">
              <a:rPr lang="en-US" smtClean="0"/>
              <a:t>24</a:t>
            </a:fld>
            <a:endParaRPr lang="en-US"/>
          </a:p>
        </p:txBody>
      </p:sp>
    </p:spTree>
    <p:extLst>
      <p:ext uri="{BB962C8B-B14F-4D97-AF65-F5344CB8AC3E}">
        <p14:creationId xmlns:p14="http://schemas.microsoft.com/office/powerpoint/2010/main" val="13988065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expectations apply going forward — not just for this review, but for all future deliveries. Once standards are clear, consistency becomes easier. (pause) If you work within this framework, growth is inevitable. </a:t>
            </a:r>
            <a:r>
              <a:rPr lang="en-US"/>
              <a:t>That’s the close.</a:t>
            </a:r>
          </a:p>
        </p:txBody>
      </p:sp>
      <p:sp>
        <p:nvSpPr>
          <p:cNvPr id="4" name="Slide Number Placeholder 3"/>
          <p:cNvSpPr>
            <a:spLocks noGrp="1"/>
          </p:cNvSpPr>
          <p:nvPr>
            <p:ph type="sldNum" sz="quarter" idx="5"/>
          </p:nvPr>
        </p:nvSpPr>
        <p:spPr/>
        <p:txBody>
          <a:bodyPr/>
          <a:lstStyle/>
          <a:p>
            <a:fld id="{C01EFB24-47D7-4D5D-B08C-8E5407D77222}" type="slidenum">
              <a:rPr lang="en-US" smtClean="0"/>
              <a:t>25</a:t>
            </a:fld>
            <a:endParaRPr lang="en-US"/>
          </a:p>
        </p:txBody>
      </p:sp>
    </p:spTree>
    <p:extLst>
      <p:ext uri="{BB962C8B-B14F-4D97-AF65-F5344CB8AC3E}">
        <p14:creationId xmlns:p14="http://schemas.microsoft.com/office/powerpoint/2010/main" val="3907308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708C5-2BC5-F010-24C5-5C92533E5A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0CB0E0-4705-DA22-4B9C-5B95EFD1FC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4C1750-4FAE-2D8E-57DE-E754E24453C5}"/>
              </a:ext>
            </a:extLst>
          </p:cNvPr>
          <p:cNvSpPr>
            <a:spLocks noGrp="1"/>
          </p:cNvSpPr>
          <p:nvPr>
            <p:ph type="dt" sz="half" idx="10"/>
          </p:nvPr>
        </p:nvSpPr>
        <p:spPr/>
        <p:txBody>
          <a:bodyPr/>
          <a:lstStyle/>
          <a:p>
            <a:fld id="{9FC4BDA8-E81D-43FE-8CAE-845CF9BEE1FA}" type="datetimeFigureOut">
              <a:rPr lang="en-US" smtClean="0"/>
              <a:t>1/30/2026</a:t>
            </a:fld>
            <a:endParaRPr lang="en-US"/>
          </a:p>
        </p:txBody>
      </p:sp>
      <p:sp>
        <p:nvSpPr>
          <p:cNvPr id="5" name="Footer Placeholder 4">
            <a:extLst>
              <a:ext uri="{FF2B5EF4-FFF2-40B4-BE49-F238E27FC236}">
                <a16:creationId xmlns:a16="http://schemas.microsoft.com/office/drawing/2014/main" id="{29B8947F-541A-0B70-98E3-8F06869834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100632-15B1-3966-D75F-F2C24F20ACA9}"/>
              </a:ext>
            </a:extLst>
          </p:cNvPr>
          <p:cNvSpPr>
            <a:spLocks noGrp="1"/>
          </p:cNvSpPr>
          <p:nvPr>
            <p:ph type="sldNum" sz="quarter" idx="12"/>
          </p:nvPr>
        </p:nvSpPr>
        <p:spPr/>
        <p:txBody>
          <a:bodyPr/>
          <a:lstStyle/>
          <a:p>
            <a:fld id="{E01B4E98-C287-46EA-9CF5-D6121D8B1B3C}" type="slidenum">
              <a:rPr lang="en-US" smtClean="0"/>
              <a:t>‹#›</a:t>
            </a:fld>
            <a:endParaRPr lang="en-US"/>
          </a:p>
        </p:txBody>
      </p:sp>
    </p:spTree>
    <p:extLst>
      <p:ext uri="{BB962C8B-B14F-4D97-AF65-F5344CB8AC3E}">
        <p14:creationId xmlns:p14="http://schemas.microsoft.com/office/powerpoint/2010/main" val="895146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DEB6F-1557-CBE8-EC9B-B30F04D07B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B9D511-DE10-9800-65AD-0046A68416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DC17D0-B13A-2245-0516-C66B8C096804}"/>
              </a:ext>
            </a:extLst>
          </p:cNvPr>
          <p:cNvSpPr>
            <a:spLocks noGrp="1"/>
          </p:cNvSpPr>
          <p:nvPr>
            <p:ph type="dt" sz="half" idx="10"/>
          </p:nvPr>
        </p:nvSpPr>
        <p:spPr/>
        <p:txBody>
          <a:bodyPr/>
          <a:lstStyle/>
          <a:p>
            <a:fld id="{9FC4BDA8-E81D-43FE-8CAE-845CF9BEE1FA}" type="datetimeFigureOut">
              <a:rPr lang="en-US" smtClean="0"/>
              <a:t>1/30/2026</a:t>
            </a:fld>
            <a:endParaRPr lang="en-US"/>
          </a:p>
        </p:txBody>
      </p:sp>
      <p:sp>
        <p:nvSpPr>
          <p:cNvPr id="5" name="Footer Placeholder 4">
            <a:extLst>
              <a:ext uri="{FF2B5EF4-FFF2-40B4-BE49-F238E27FC236}">
                <a16:creationId xmlns:a16="http://schemas.microsoft.com/office/drawing/2014/main" id="{C20BF394-3A18-FDAE-BDC7-E658E265EA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332CAD-8561-B316-9772-DA05BC86090F}"/>
              </a:ext>
            </a:extLst>
          </p:cNvPr>
          <p:cNvSpPr>
            <a:spLocks noGrp="1"/>
          </p:cNvSpPr>
          <p:nvPr>
            <p:ph type="sldNum" sz="quarter" idx="12"/>
          </p:nvPr>
        </p:nvSpPr>
        <p:spPr/>
        <p:txBody>
          <a:bodyPr/>
          <a:lstStyle/>
          <a:p>
            <a:fld id="{E01B4E98-C287-46EA-9CF5-D6121D8B1B3C}" type="slidenum">
              <a:rPr lang="en-US" smtClean="0"/>
              <a:t>‹#›</a:t>
            </a:fld>
            <a:endParaRPr lang="en-US"/>
          </a:p>
        </p:txBody>
      </p:sp>
    </p:spTree>
    <p:extLst>
      <p:ext uri="{BB962C8B-B14F-4D97-AF65-F5344CB8AC3E}">
        <p14:creationId xmlns:p14="http://schemas.microsoft.com/office/powerpoint/2010/main" val="2250379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F8C64-6B3B-EFA6-7106-B62068D0F3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120F25-D32F-0F90-58F1-90EE0C0FE9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2DF3CE-FDF0-2140-2827-C6A328555D52}"/>
              </a:ext>
            </a:extLst>
          </p:cNvPr>
          <p:cNvSpPr>
            <a:spLocks noGrp="1"/>
          </p:cNvSpPr>
          <p:nvPr>
            <p:ph type="dt" sz="half" idx="10"/>
          </p:nvPr>
        </p:nvSpPr>
        <p:spPr/>
        <p:txBody>
          <a:bodyPr/>
          <a:lstStyle/>
          <a:p>
            <a:fld id="{9FC4BDA8-E81D-43FE-8CAE-845CF9BEE1FA}" type="datetimeFigureOut">
              <a:rPr lang="en-US" smtClean="0"/>
              <a:t>1/30/2026</a:t>
            </a:fld>
            <a:endParaRPr lang="en-US"/>
          </a:p>
        </p:txBody>
      </p:sp>
      <p:sp>
        <p:nvSpPr>
          <p:cNvPr id="5" name="Footer Placeholder 4">
            <a:extLst>
              <a:ext uri="{FF2B5EF4-FFF2-40B4-BE49-F238E27FC236}">
                <a16:creationId xmlns:a16="http://schemas.microsoft.com/office/drawing/2014/main" id="{1FB86D8B-62D5-8314-41DE-A3CF600CAE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7652F2-2CE7-23DB-98D3-97F9DA4B6D70}"/>
              </a:ext>
            </a:extLst>
          </p:cNvPr>
          <p:cNvSpPr>
            <a:spLocks noGrp="1"/>
          </p:cNvSpPr>
          <p:nvPr>
            <p:ph type="sldNum" sz="quarter" idx="12"/>
          </p:nvPr>
        </p:nvSpPr>
        <p:spPr/>
        <p:txBody>
          <a:bodyPr/>
          <a:lstStyle/>
          <a:p>
            <a:fld id="{E01B4E98-C287-46EA-9CF5-D6121D8B1B3C}" type="slidenum">
              <a:rPr lang="en-US" smtClean="0"/>
              <a:t>‹#›</a:t>
            </a:fld>
            <a:endParaRPr lang="en-US"/>
          </a:p>
        </p:txBody>
      </p:sp>
    </p:spTree>
    <p:extLst>
      <p:ext uri="{BB962C8B-B14F-4D97-AF65-F5344CB8AC3E}">
        <p14:creationId xmlns:p14="http://schemas.microsoft.com/office/powerpoint/2010/main" val="835265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1272A-8F60-8EB1-E3D0-BFA58CF35B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8C9D69-C136-512F-9E91-E12BAE2317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90A15A-22EE-4ED8-3882-B4CE1F7B41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7C02E2-CCF8-C1B2-4A9F-45B3B0837E3B}"/>
              </a:ext>
            </a:extLst>
          </p:cNvPr>
          <p:cNvSpPr>
            <a:spLocks noGrp="1"/>
          </p:cNvSpPr>
          <p:nvPr>
            <p:ph type="dt" sz="half" idx="10"/>
          </p:nvPr>
        </p:nvSpPr>
        <p:spPr/>
        <p:txBody>
          <a:bodyPr/>
          <a:lstStyle/>
          <a:p>
            <a:fld id="{9FC4BDA8-E81D-43FE-8CAE-845CF9BEE1FA}" type="datetimeFigureOut">
              <a:rPr lang="en-US" smtClean="0"/>
              <a:t>1/30/2026</a:t>
            </a:fld>
            <a:endParaRPr lang="en-US"/>
          </a:p>
        </p:txBody>
      </p:sp>
      <p:sp>
        <p:nvSpPr>
          <p:cNvPr id="6" name="Footer Placeholder 5">
            <a:extLst>
              <a:ext uri="{FF2B5EF4-FFF2-40B4-BE49-F238E27FC236}">
                <a16:creationId xmlns:a16="http://schemas.microsoft.com/office/drawing/2014/main" id="{72B4F59B-B9E9-254B-B611-EE03B51435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2B107C-C3B0-07D3-EB56-9AD1A18F6DBE}"/>
              </a:ext>
            </a:extLst>
          </p:cNvPr>
          <p:cNvSpPr>
            <a:spLocks noGrp="1"/>
          </p:cNvSpPr>
          <p:nvPr>
            <p:ph type="sldNum" sz="quarter" idx="12"/>
          </p:nvPr>
        </p:nvSpPr>
        <p:spPr/>
        <p:txBody>
          <a:bodyPr/>
          <a:lstStyle/>
          <a:p>
            <a:fld id="{E01B4E98-C287-46EA-9CF5-D6121D8B1B3C}" type="slidenum">
              <a:rPr lang="en-US" smtClean="0"/>
              <a:t>‹#›</a:t>
            </a:fld>
            <a:endParaRPr lang="en-US"/>
          </a:p>
        </p:txBody>
      </p:sp>
    </p:spTree>
    <p:extLst>
      <p:ext uri="{BB962C8B-B14F-4D97-AF65-F5344CB8AC3E}">
        <p14:creationId xmlns:p14="http://schemas.microsoft.com/office/powerpoint/2010/main" val="1301882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E683-6A9E-3CD3-1C52-8CA19CEC9E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14055F-407E-B6B6-569E-EEA116F9C0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F874B-3156-1BB4-5ED7-0DBC9C2DCF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04CEDA-798C-1586-8F22-0E9A828069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D2C885-ED36-13C3-5C2B-1350D635A2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10B21D-719B-FB58-720D-259F18A46812}"/>
              </a:ext>
            </a:extLst>
          </p:cNvPr>
          <p:cNvSpPr>
            <a:spLocks noGrp="1"/>
          </p:cNvSpPr>
          <p:nvPr>
            <p:ph type="dt" sz="half" idx="10"/>
          </p:nvPr>
        </p:nvSpPr>
        <p:spPr/>
        <p:txBody>
          <a:bodyPr/>
          <a:lstStyle/>
          <a:p>
            <a:fld id="{9FC4BDA8-E81D-43FE-8CAE-845CF9BEE1FA}" type="datetimeFigureOut">
              <a:rPr lang="en-US" smtClean="0"/>
              <a:t>1/30/2026</a:t>
            </a:fld>
            <a:endParaRPr lang="en-US"/>
          </a:p>
        </p:txBody>
      </p:sp>
      <p:sp>
        <p:nvSpPr>
          <p:cNvPr id="8" name="Footer Placeholder 7">
            <a:extLst>
              <a:ext uri="{FF2B5EF4-FFF2-40B4-BE49-F238E27FC236}">
                <a16:creationId xmlns:a16="http://schemas.microsoft.com/office/drawing/2014/main" id="{84FE5483-C3C8-9671-4D5E-09727543CA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2DD877-7462-695D-A00B-0CF38776DCED}"/>
              </a:ext>
            </a:extLst>
          </p:cNvPr>
          <p:cNvSpPr>
            <a:spLocks noGrp="1"/>
          </p:cNvSpPr>
          <p:nvPr>
            <p:ph type="sldNum" sz="quarter" idx="12"/>
          </p:nvPr>
        </p:nvSpPr>
        <p:spPr/>
        <p:txBody>
          <a:bodyPr/>
          <a:lstStyle/>
          <a:p>
            <a:fld id="{E01B4E98-C287-46EA-9CF5-D6121D8B1B3C}" type="slidenum">
              <a:rPr lang="en-US" smtClean="0"/>
              <a:t>‹#›</a:t>
            </a:fld>
            <a:endParaRPr lang="en-US"/>
          </a:p>
        </p:txBody>
      </p:sp>
    </p:spTree>
    <p:extLst>
      <p:ext uri="{BB962C8B-B14F-4D97-AF65-F5344CB8AC3E}">
        <p14:creationId xmlns:p14="http://schemas.microsoft.com/office/powerpoint/2010/main" val="3738973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3EF23-6135-B0B8-5F21-E4634584BE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816CF6-6A3B-B421-1761-D0AF2058E46A}"/>
              </a:ext>
            </a:extLst>
          </p:cNvPr>
          <p:cNvSpPr>
            <a:spLocks noGrp="1"/>
          </p:cNvSpPr>
          <p:nvPr>
            <p:ph type="dt" sz="half" idx="10"/>
          </p:nvPr>
        </p:nvSpPr>
        <p:spPr/>
        <p:txBody>
          <a:bodyPr/>
          <a:lstStyle/>
          <a:p>
            <a:fld id="{9FC4BDA8-E81D-43FE-8CAE-845CF9BEE1FA}" type="datetimeFigureOut">
              <a:rPr lang="en-US" smtClean="0"/>
              <a:t>1/30/2026</a:t>
            </a:fld>
            <a:endParaRPr lang="en-US"/>
          </a:p>
        </p:txBody>
      </p:sp>
      <p:sp>
        <p:nvSpPr>
          <p:cNvPr id="4" name="Footer Placeholder 3">
            <a:extLst>
              <a:ext uri="{FF2B5EF4-FFF2-40B4-BE49-F238E27FC236}">
                <a16:creationId xmlns:a16="http://schemas.microsoft.com/office/drawing/2014/main" id="{61ADAD6B-E981-CCD0-1E94-A59D37E465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F4F350-B4EA-B03F-6C9C-E7E799F78133}"/>
              </a:ext>
            </a:extLst>
          </p:cNvPr>
          <p:cNvSpPr>
            <a:spLocks noGrp="1"/>
          </p:cNvSpPr>
          <p:nvPr>
            <p:ph type="sldNum" sz="quarter" idx="12"/>
          </p:nvPr>
        </p:nvSpPr>
        <p:spPr/>
        <p:txBody>
          <a:bodyPr/>
          <a:lstStyle/>
          <a:p>
            <a:fld id="{E01B4E98-C287-46EA-9CF5-D6121D8B1B3C}" type="slidenum">
              <a:rPr lang="en-US" smtClean="0"/>
              <a:t>‹#›</a:t>
            </a:fld>
            <a:endParaRPr lang="en-US"/>
          </a:p>
        </p:txBody>
      </p:sp>
    </p:spTree>
    <p:extLst>
      <p:ext uri="{BB962C8B-B14F-4D97-AF65-F5344CB8AC3E}">
        <p14:creationId xmlns:p14="http://schemas.microsoft.com/office/powerpoint/2010/main" val="2977810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C2FD57-4439-9EBD-683F-C428DC3892C6}"/>
              </a:ext>
            </a:extLst>
          </p:cNvPr>
          <p:cNvSpPr>
            <a:spLocks noGrp="1"/>
          </p:cNvSpPr>
          <p:nvPr>
            <p:ph type="dt" sz="half" idx="10"/>
          </p:nvPr>
        </p:nvSpPr>
        <p:spPr/>
        <p:txBody>
          <a:bodyPr/>
          <a:lstStyle/>
          <a:p>
            <a:fld id="{9FC4BDA8-E81D-43FE-8CAE-845CF9BEE1FA}" type="datetimeFigureOut">
              <a:rPr lang="en-US" smtClean="0"/>
              <a:t>1/30/2026</a:t>
            </a:fld>
            <a:endParaRPr lang="en-US"/>
          </a:p>
        </p:txBody>
      </p:sp>
      <p:sp>
        <p:nvSpPr>
          <p:cNvPr id="3" name="Footer Placeholder 2">
            <a:extLst>
              <a:ext uri="{FF2B5EF4-FFF2-40B4-BE49-F238E27FC236}">
                <a16:creationId xmlns:a16="http://schemas.microsoft.com/office/drawing/2014/main" id="{06122428-EBA9-72C9-A8F3-E07758D766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756146-D4CD-5892-4D01-389EDC54ED9A}"/>
              </a:ext>
            </a:extLst>
          </p:cNvPr>
          <p:cNvSpPr>
            <a:spLocks noGrp="1"/>
          </p:cNvSpPr>
          <p:nvPr>
            <p:ph type="sldNum" sz="quarter" idx="12"/>
          </p:nvPr>
        </p:nvSpPr>
        <p:spPr/>
        <p:txBody>
          <a:bodyPr/>
          <a:lstStyle/>
          <a:p>
            <a:fld id="{E01B4E98-C287-46EA-9CF5-D6121D8B1B3C}" type="slidenum">
              <a:rPr lang="en-US" smtClean="0"/>
              <a:t>‹#›</a:t>
            </a:fld>
            <a:endParaRPr lang="en-US"/>
          </a:p>
        </p:txBody>
      </p:sp>
    </p:spTree>
    <p:extLst>
      <p:ext uri="{BB962C8B-B14F-4D97-AF65-F5344CB8AC3E}">
        <p14:creationId xmlns:p14="http://schemas.microsoft.com/office/powerpoint/2010/main" val="946175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6762-13C3-5726-A937-398EEB111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70BA1D-4AF1-5ACF-0EC3-C5463BC268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B0B71C-76F0-4471-191C-85BE83FBAB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2FED1D-5C8A-07CE-4D6B-1DA05ACA23F6}"/>
              </a:ext>
            </a:extLst>
          </p:cNvPr>
          <p:cNvSpPr>
            <a:spLocks noGrp="1"/>
          </p:cNvSpPr>
          <p:nvPr>
            <p:ph type="dt" sz="half" idx="10"/>
          </p:nvPr>
        </p:nvSpPr>
        <p:spPr/>
        <p:txBody>
          <a:bodyPr/>
          <a:lstStyle/>
          <a:p>
            <a:fld id="{9FC4BDA8-E81D-43FE-8CAE-845CF9BEE1FA}" type="datetimeFigureOut">
              <a:rPr lang="en-US" smtClean="0"/>
              <a:t>1/30/2026</a:t>
            </a:fld>
            <a:endParaRPr lang="en-US"/>
          </a:p>
        </p:txBody>
      </p:sp>
      <p:sp>
        <p:nvSpPr>
          <p:cNvPr id="6" name="Footer Placeholder 5">
            <a:extLst>
              <a:ext uri="{FF2B5EF4-FFF2-40B4-BE49-F238E27FC236}">
                <a16:creationId xmlns:a16="http://schemas.microsoft.com/office/drawing/2014/main" id="{097714C0-1C56-BB9F-90E6-177E6E071F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E7527F-7800-AABD-71B3-0D05DF336883}"/>
              </a:ext>
            </a:extLst>
          </p:cNvPr>
          <p:cNvSpPr>
            <a:spLocks noGrp="1"/>
          </p:cNvSpPr>
          <p:nvPr>
            <p:ph type="sldNum" sz="quarter" idx="12"/>
          </p:nvPr>
        </p:nvSpPr>
        <p:spPr/>
        <p:txBody>
          <a:bodyPr/>
          <a:lstStyle/>
          <a:p>
            <a:fld id="{E01B4E98-C287-46EA-9CF5-D6121D8B1B3C}" type="slidenum">
              <a:rPr lang="en-US" smtClean="0"/>
              <a:t>‹#›</a:t>
            </a:fld>
            <a:endParaRPr lang="en-US"/>
          </a:p>
        </p:txBody>
      </p:sp>
    </p:spTree>
    <p:extLst>
      <p:ext uri="{BB962C8B-B14F-4D97-AF65-F5344CB8AC3E}">
        <p14:creationId xmlns:p14="http://schemas.microsoft.com/office/powerpoint/2010/main" val="3646591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773AB-859A-F38E-697D-5F83C493CC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1D5F8D-FD8B-2E14-8016-19C62BF676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0ACEEF-29BA-6BA5-E7CF-A412AF4071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1191F3-00CE-FDE7-86F4-9978127AD2B1}"/>
              </a:ext>
            </a:extLst>
          </p:cNvPr>
          <p:cNvSpPr>
            <a:spLocks noGrp="1"/>
          </p:cNvSpPr>
          <p:nvPr>
            <p:ph type="dt" sz="half" idx="10"/>
          </p:nvPr>
        </p:nvSpPr>
        <p:spPr/>
        <p:txBody>
          <a:bodyPr/>
          <a:lstStyle/>
          <a:p>
            <a:fld id="{9FC4BDA8-E81D-43FE-8CAE-845CF9BEE1FA}" type="datetimeFigureOut">
              <a:rPr lang="en-US" smtClean="0"/>
              <a:t>1/30/2026</a:t>
            </a:fld>
            <a:endParaRPr lang="en-US"/>
          </a:p>
        </p:txBody>
      </p:sp>
      <p:sp>
        <p:nvSpPr>
          <p:cNvPr id="6" name="Footer Placeholder 5">
            <a:extLst>
              <a:ext uri="{FF2B5EF4-FFF2-40B4-BE49-F238E27FC236}">
                <a16:creationId xmlns:a16="http://schemas.microsoft.com/office/drawing/2014/main" id="{A0C82871-E569-ECD5-6124-7DB5D29ADD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08C67-80D8-0ADE-0395-B0F5E5FB7EAF}"/>
              </a:ext>
            </a:extLst>
          </p:cNvPr>
          <p:cNvSpPr>
            <a:spLocks noGrp="1"/>
          </p:cNvSpPr>
          <p:nvPr>
            <p:ph type="sldNum" sz="quarter" idx="12"/>
          </p:nvPr>
        </p:nvSpPr>
        <p:spPr/>
        <p:txBody>
          <a:bodyPr/>
          <a:lstStyle/>
          <a:p>
            <a:fld id="{E01B4E98-C287-46EA-9CF5-D6121D8B1B3C}" type="slidenum">
              <a:rPr lang="en-US" smtClean="0"/>
              <a:t>‹#›</a:t>
            </a:fld>
            <a:endParaRPr lang="en-US"/>
          </a:p>
        </p:txBody>
      </p:sp>
    </p:spTree>
    <p:extLst>
      <p:ext uri="{BB962C8B-B14F-4D97-AF65-F5344CB8AC3E}">
        <p14:creationId xmlns:p14="http://schemas.microsoft.com/office/powerpoint/2010/main" val="1385795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7ECF4-6E1A-CBE0-AA41-9D87C88447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6CE3DB-B940-DC0F-584E-BADC20B500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09B879-9DA0-E877-3C02-C47286A929DD}"/>
              </a:ext>
            </a:extLst>
          </p:cNvPr>
          <p:cNvSpPr>
            <a:spLocks noGrp="1"/>
          </p:cNvSpPr>
          <p:nvPr>
            <p:ph type="dt" sz="half" idx="10"/>
          </p:nvPr>
        </p:nvSpPr>
        <p:spPr/>
        <p:txBody>
          <a:bodyPr/>
          <a:lstStyle/>
          <a:p>
            <a:fld id="{9FC4BDA8-E81D-43FE-8CAE-845CF9BEE1FA}" type="datetimeFigureOut">
              <a:rPr lang="en-US" smtClean="0"/>
              <a:t>1/30/2026</a:t>
            </a:fld>
            <a:endParaRPr lang="en-US"/>
          </a:p>
        </p:txBody>
      </p:sp>
      <p:sp>
        <p:nvSpPr>
          <p:cNvPr id="5" name="Footer Placeholder 4">
            <a:extLst>
              <a:ext uri="{FF2B5EF4-FFF2-40B4-BE49-F238E27FC236}">
                <a16:creationId xmlns:a16="http://schemas.microsoft.com/office/drawing/2014/main" id="{FBE0BAFD-00CE-BAB9-D877-D21E8B9098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005F40-D77C-2EA5-1FAE-F27F4319CAF9}"/>
              </a:ext>
            </a:extLst>
          </p:cNvPr>
          <p:cNvSpPr>
            <a:spLocks noGrp="1"/>
          </p:cNvSpPr>
          <p:nvPr>
            <p:ph type="sldNum" sz="quarter" idx="12"/>
          </p:nvPr>
        </p:nvSpPr>
        <p:spPr/>
        <p:txBody>
          <a:bodyPr/>
          <a:lstStyle/>
          <a:p>
            <a:fld id="{E01B4E98-C287-46EA-9CF5-D6121D8B1B3C}" type="slidenum">
              <a:rPr lang="en-US" smtClean="0"/>
              <a:t>‹#›</a:t>
            </a:fld>
            <a:endParaRPr lang="en-US"/>
          </a:p>
        </p:txBody>
      </p:sp>
    </p:spTree>
    <p:extLst>
      <p:ext uri="{BB962C8B-B14F-4D97-AF65-F5344CB8AC3E}">
        <p14:creationId xmlns:p14="http://schemas.microsoft.com/office/powerpoint/2010/main" val="1529910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DD4A62-5AD3-13FB-4DAC-05054E90B2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61FA6B-2C8A-452E-4B0B-9353ADDAA0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6A6882-58B5-8E8C-553C-79C02D59F00A}"/>
              </a:ext>
            </a:extLst>
          </p:cNvPr>
          <p:cNvSpPr>
            <a:spLocks noGrp="1"/>
          </p:cNvSpPr>
          <p:nvPr>
            <p:ph type="dt" sz="half" idx="10"/>
          </p:nvPr>
        </p:nvSpPr>
        <p:spPr/>
        <p:txBody>
          <a:bodyPr/>
          <a:lstStyle/>
          <a:p>
            <a:fld id="{9FC4BDA8-E81D-43FE-8CAE-845CF9BEE1FA}" type="datetimeFigureOut">
              <a:rPr lang="en-US" smtClean="0"/>
              <a:t>1/30/2026</a:t>
            </a:fld>
            <a:endParaRPr lang="en-US"/>
          </a:p>
        </p:txBody>
      </p:sp>
      <p:sp>
        <p:nvSpPr>
          <p:cNvPr id="5" name="Footer Placeholder 4">
            <a:extLst>
              <a:ext uri="{FF2B5EF4-FFF2-40B4-BE49-F238E27FC236}">
                <a16:creationId xmlns:a16="http://schemas.microsoft.com/office/drawing/2014/main" id="{E3FB9D42-E26C-38AD-EFBE-9C9ED457E8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0F8D93-78C5-07B7-0246-678E397D6B7A}"/>
              </a:ext>
            </a:extLst>
          </p:cNvPr>
          <p:cNvSpPr>
            <a:spLocks noGrp="1"/>
          </p:cNvSpPr>
          <p:nvPr>
            <p:ph type="sldNum" sz="quarter" idx="12"/>
          </p:nvPr>
        </p:nvSpPr>
        <p:spPr/>
        <p:txBody>
          <a:bodyPr/>
          <a:lstStyle/>
          <a:p>
            <a:fld id="{E01B4E98-C287-46EA-9CF5-D6121D8B1B3C}" type="slidenum">
              <a:rPr lang="en-US" smtClean="0"/>
              <a:t>‹#›</a:t>
            </a:fld>
            <a:endParaRPr lang="en-US"/>
          </a:p>
        </p:txBody>
      </p:sp>
    </p:spTree>
    <p:extLst>
      <p:ext uri="{BB962C8B-B14F-4D97-AF65-F5344CB8AC3E}">
        <p14:creationId xmlns:p14="http://schemas.microsoft.com/office/powerpoint/2010/main" val="101969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71DBC-3FB9-1BEF-47B5-04B33CC490D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CBA61C57-3AED-03A8-DDF6-0898FC282C86}"/>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E4E83D-DEEA-ABF1-DCD7-F1FB32D01D0C}"/>
              </a:ext>
            </a:extLst>
          </p:cNvPr>
          <p:cNvSpPr>
            <a:spLocks noGrp="1"/>
          </p:cNvSpPr>
          <p:nvPr>
            <p:ph type="dt" sz="half" idx="10"/>
          </p:nvPr>
        </p:nvSpPr>
        <p:spPr/>
        <p:txBody>
          <a:bodyPr/>
          <a:lstStyle/>
          <a:p>
            <a:fld id="{9FC4BDA8-E81D-43FE-8CAE-845CF9BEE1FA}" type="datetimeFigureOut">
              <a:rPr lang="en-US" smtClean="0"/>
              <a:t>1/30/2026</a:t>
            </a:fld>
            <a:endParaRPr lang="en-US"/>
          </a:p>
        </p:txBody>
      </p:sp>
      <p:sp>
        <p:nvSpPr>
          <p:cNvPr id="5" name="Footer Placeholder 4">
            <a:extLst>
              <a:ext uri="{FF2B5EF4-FFF2-40B4-BE49-F238E27FC236}">
                <a16:creationId xmlns:a16="http://schemas.microsoft.com/office/drawing/2014/main" id="{74F6CC42-CA94-BEFC-E699-9B07DFDE4F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35DC05-8FBB-1767-26BD-49B45446FCF1}"/>
              </a:ext>
            </a:extLst>
          </p:cNvPr>
          <p:cNvSpPr>
            <a:spLocks noGrp="1"/>
          </p:cNvSpPr>
          <p:nvPr>
            <p:ph type="sldNum" sz="quarter" idx="12"/>
          </p:nvPr>
        </p:nvSpPr>
        <p:spPr/>
        <p:txBody>
          <a:bodyPr/>
          <a:lstStyle/>
          <a:p>
            <a:fld id="{E01B4E98-C287-46EA-9CF5-D6121D8B1B3C}" type="slidenum">
              <a:rPr lang="en-US" smtClean="0"/>
              <a:t>‹#›</a:t>
            </a:fld>
            <a:endParaRPr lang="en-US"/>
          </a:p>
        </p:txBody>
      </p:sp>
    </p:spTree>
    <p:extLst>
      <p:ext uri="{BB962C8B-B14F-4D97-AF65-F5344CB8AC3E}">
        <p14:creationId xmlns:p14="http://schemas.microsoft.com/office/powerpoint/2010/main" val="1529299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866A82-E7F7-8BB9-49ED-179513AE49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B2DCA11-0CA7-4361-5301-A24E1C271A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72011A-DBF1-77CB-238D-A9EB6438E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C4BDA8-E81D-43FE-8CAE-845CF9BEE1FA}" type="datetimeFigureOut">
              <a:rPr lang="en-US" smtClean="0"/>
              <a:t>1/30/2026</a:t>
            </a:fld>
            <a:endParaRPr lang="en-US"/>
          </a:p>
        </p:txBody>
      </p:sp>
      <p:sp>
        <p:nvSpPr>
          <p:cNvPr id="5" name="Footer Placeholder 4">
            <a:extLst>
              <a:ext uri="{FF2B5EF4-FFF2-40B4-BE49-F238E27FC236}">
                <a16:creationId xmlns:a16="http://schemas.microsoft.com/office/drawing/2014/main" id="{9BDD4792-E7B4-E828-D3E4-F4D423CB23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3CB83D0-926D-ABCE-A83F-181C7FFCEE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1B4E98-C287-46EA-9CF5-D6121D8B1B3C}" type="slidenum">
              <a:rPr lang="en-US" smtClean="0"/>
              <a:t>‹#›</a:t>
            </a:fld>
            <a:endParaRPr lang="en-US"/>
          </a:p>
        </p:txBody>
      </p:sp>
    </p:spTree>
    <p:extLst>
      <p:ext uri="{BB962C8B-B14F-4D97-AF65-F5344CB8AC3E}">
        <p14:creationId xmlns:p14="http://schemas.microsoft.com/office/powerpoint/2010/main" val="2029769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6.jpeg"/><Relationship Id="rId7" Type="http://schemas.openxmlformats.org/officeDocument/2006/relationships/diagramColors" Target="../diagrams/colors6.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7.jpeg"/><Relationship Id="rId7" Type="http://schemas.openxmlformats.org/officeDocument/2006/relationships/diagramColors" Target="../diagrams/colors7.xml"/><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4.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4.jpeg"/><Relationship Id="rId7" Type="http://schemas.openxmlformats.org/officeDocument/2006/relationships/diagramColors" Target="../diagrams/colors8.xml"/><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2192000" cy="6858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l="-22737" r="-22737"/>
            </a:stretch>
          </a:blipFill>
        </p:spPr>
        <p:txBody>
          <a:bodyPr/>
          <a:lstStyle/>
          <a:p>
            <a:endParaRPr lang="en-IN" sz="1200"/>
          </a:p>
        </p:txBody>
      </p:sp>
      <p:sp>
        <p:nvSpPr>
          <p:cNvPr id="3" name="Freeform 3"/>
          <p:cNvSpPr/>
          <p:nvPr/>
        </p:nvSpPr>
        <p:spPr>
          <a:xfrm>
            <a:off x="4985476" y="2394943"/>
            <a:ext cx="6520724" cy="4140660"/>
          </a:xfrm>
          <a:custGeom>
            <a:avLst/>
            <a:gdLst/>
            <a:ahLst/>
            <a:cxnLst/>
            <a:rect l="l" t="t" r="r" b="b"/>
            <a:pathLst>
              <a:path w="9781086" h="6210990">
                <a:moveTo>
                  <a:pt x="0" y="0"/>
                </a:moveTo>
                <a:lnTo>
                  <a:pt x="9781086" y="0"/>
                </a:lnTo>
                <a:lnTo>
                  <a:pt x="9781086" y="6210989"/>
                </a:lnTo>
                <a:lnTo>
                  <a:pt x="0" y="62109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1200"/>
          </a:p>
        </p:txBody>
      </p:sp>
      <p:sp>
        <p:nvSpPr>
          <p:cNvPr id="4" name="TextBox 4"/>
          <p:cNvSpPr txBox="1"/>
          <p:nvPr/>
        </p:nvSpPr>
        <p:spPr>
          <a:xfrm>
            <a:off x="685800" y="847855"/>
            <a:ext cx="6623705" cy="1320874"/>
          </a:xfrm>
          <a:prstGeom prst="rect">
            <a:avLst/>
          </a:prstGeom>
        </p:spPr>
        <p:txBody>
          <a:bodyPr lIns="0" tIns="0" rIns="0" bIns="0" rtlCol="0" anchor="t">
            <a:spAutoFit/>
          </a:bodyPr>
          <a:lstStyle/>
          <a:p>
            <a:pPr>
              <a:lnSpc>
                <a:spcPts val="10261"/>
              </a:lnSpc>
            </a:pPr>
            <a:r>
              <a:rPr lang="en-US" sz="8696">
                <a:solidFill>
                  <a:srgbClr val="30364E"/>
                </a:solidFill>
                <a:latin typeface="DM Serif Display"/>
                <a:ea typeface="DM Serif Display"/>
                <a:cs typeface="DM Serif Display"/>
                <a:sym typeface="DM Serif Display"/>
              </a:rPr>
              <a:t>Huddle Meet</a:t>
            </a:r>
          </a:p>
        </p:txBody>
      </p:sp>
      <p:sp>
        <p:nvSpPr>
          <p:cNvPr id="5" name="Freeform 5"/>
          <p:cNvSpPr/>
          <p:nvPr/>
        </p:nvSpPr>
        <p:spPr>
          <a:xfrm rot="2357269">
            <a:off x="727252" y="5368845"/>
            <a:ext cx="1062364" cy="936209"/>
          </a:xfrm>
          <a:custGeom>
            <a:avLst/>
            <a:gdLst/>
            <a:ahLst/>
            <a:cxnLst/>
            <a:rect l="l" t="t" r="r" b="b"/>
            <a:pathLst>
              <a:path w="1593546" h="1404313">
                <a:moveTo>
                  <a:pt x="0" y="0"/>
                </a:moveTo>
                <a:lnTo>
                  <a:pt x="1593546" y="0"/>
                </a:lnTo>
                <a:lnTo>
                  <a:pt x="1593546" y="1404313"/>
                </a:lnTo>
                <a:lnTo>
                  <a:pt x="0" y="140431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sz="1200"/>
          </a:p>
        </p:txBody>
      </p:sp>
      <p:sp>
        <p:nvSpPr>
          <p:cNvPr id="6" name="Freeform 6"/>
          <p:cNvSpPr/>
          <p:nvPr/>
        </p:nvSpPr>
        <p:spPr>
          <a:xfrm>
            <a:off x="9658059" y="685801"/>
            <a:ext cx="1848141" cy="1609847"/>
          </a:xfrm>
          <a:custGeom>
            <a:avLst/>
            <a:gdLst/>
            <a:ahLst/>
            <a:cxnLst/>
            <a:rect l="l" t="t" r="r" b="b"/>
            <a:pathLst>
              <a:path w="2772212" h="2414771">
                <a:moveTo>
                  <a:pt x="0" y="0"/>
                </a:moveTo>
                <a:lnTo>
                  <a:pt x="2772212" y="0"/>
                </a:lnTo>
                <a:lnTo>
                  <a:pt x="2772212" y="2414771"/>
                </a:lnTo>
                <a:lnTo>
                  <a:pt x="0" y="241477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sz="1200"/>
          </a:p>
        </p:txBody>
      </p:sp>
      <p:sp>
        <p:nvSpPr>
          <p:cNvPr id="7" name="TextBox 7"/>
          <p:cNvSpPr txBox="1"/>
          <p:nvPr/>
        </p:nvSpPr>
        <p:spPr>
          <a:xfrm>
            <a:off x="2045583" y="5509501"/>
            <a:ext cx="2069217" cy="572464"/>
          </a:xfrm>
          <a:prstGeom prst="rect">
            <a:avLst/>
          </a:prstGeom>
        </p:spPr>
        <p:txBody>
          <a:bodyPr wrap="square" lIns="0" tIns="0" rIns="0" bIns="0" rtlCol="0" anchor="t">
            <a:spAutoFit/>
          </a:bodyPr>
          <a:lstStyle/>
          <a:p>
            <a:pPr algn="ctr">
              <a:lnSpc>
                <a:spcPts val="4853"/>
              </a:lnSpc>
            </a:pPr>
            <a:r>
              <a:rPr lang="en-US" sz="3466" b="1" dirty="0" err="1">
                <a:solidFill>
                  <a:srgbClr val="30364E"/>
                </a:solidFill>
                <a:latin typeface="Canva Sans Bold"/>
                <a:ea typeface="Canva Sans Bold"/>
                <a:cs typeface="Canva Sans Bold"/>
                <a:sym typeface="Canva Sans Bold"/>
              </a:rPr>
              <a:t>SkillSync</a:t>
            </a:r>
            <a:endParaRPr lang="en-US" sz="3466" b="1" dirty="0">
              <a:solidFill>
                <a:srgbClr val="30364E"/>
              </a:solidFill>
              <a:latin typeface="Canva Sans Bold"/>
              <a:ea typeface="Canva Sans Bold"/>
              <a:cs typeface="Canva Sans Bold"/>
              <a:sym typeface="Canva Sans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96A8F154-F7DD-C866-8B1B-6E340FB25C97}"/>
              </a:ext>
            </a:extLst>
          </p:cNvPr>
          <p:cNvSpPr>
            <a:spLocks noGrp="1"/>
          </p:cNvSpPr>
          <p:nvPr>
            <p:ph type="ctrTitle"/>
          </p:nvPr>
        </p:nvSpPr>
        <p:spPr>
          <a:xfrm>
            <a:off x="3880430" y="583345"/>
            <a:ext cx="7160357" cy="4164820"/>
          </a:xfrm>
        </p:spPr>
        <p:txBody>
          <a:bodyPr anchor="t">
            <a:normAutofit/>
          </a:bodyPr>
          <a:lstStyle/>
          <a:p>
            <a:pPr algn="r"/>
            <a:r>
              <a:rPr lang="en-US" sz="8000">
                <a:solidFill>
                  <a:srgbClr val="FFFFFF"/>
                </a:solidFill>
              </a:rPr>
              <a:t>AGENDA 1: Session Context &amp; Intent</a:t>
            </a:r>
          </a:p>
        </p:txBody>
      </p:sp>
      <p:sp>
        <p:nvSpPr>
          <p:cNvPr id="3" name="Subtitle 2">
            <a:extLst>
              <a:ext uri="{FF2B5EF4-FFF2-40B4-BE49-F238E27FC236}">
                <a16:creationId xmlns:a16="http://schemas.microsoft.com/office/drawing/2014/main" id="{AD992857-57D0-F9F2-EB24-553C4213CFEF}"/>
              </a:ext>
            </a:extLst>
          </p:cNvPr>
          <p:cNvSpPr>
            <a:spLocks noGrp="1"/>
          </p:cNvSpPr>
          <p:nvPr>
            <p:ph type="subTitle" idx="1"/>
          </p:nvPr>
        </p:nvSpPr>
        <p:spPr>
          <a:xfrm>
            <a:off x="1208228" y="5972174"/>
            <a:ext cx="8578699" cy="504825"/>
          </a:xfrm>
        </p:spPr>
        <p:txBody>
          <a:bodyPr>
            <a:normAutofit/>
          </a:bodyPr>
          <a:lstStyle/>
          <a:p>
            <a:pPr algn="l"/>
            <a:r>
              <a:rPr lang="en-US" sz="2000">
                <a:solidFill>
                  <a:srgbClr val="FFFFFF"/>
                </a:solidFill>
              </a:rPr>
              <a:t>Purpose, scope, and tone of the review discussion</a:t>
            </a:r>
          </a:p>
        </p:txBody>
      </p:sp>
      <p:sp>
        <p:nvSpPr>
          <p:cNvPr id="2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29"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30"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31" name="Straight Connector 30">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32"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33"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34"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2682840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63C1F321-BB96-4700-B3CE-1A6156067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3FA1AD64-F15F-417D-956C-B2C211FC90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1" y="0"/>
            <a:ext cx="6064235" cy="6858000"/>
            <a:chOff x="651279" y="598259"/>
            <a:chExt cx="10889442" cy="5680742"/>
          </a:xfrm>
        </p:grpSpPr>
        <p:sp>
          <p:nvSpPr>
            <p:cNvPr id="13" name="Color">
              <a:extLst>
                <a:ext uri="{FF2B5EF4-FFF2-40B4-BE49-F238E27FC236}">
                  <a16:creationId xmlns:a16="http://schemas.microsoft.com/office/drawing/2014/main" id="{5F3C79B0-E0DE-407E-B550-3FDEB67B0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A1A2DFA8-F321-4204-9B31-A3713BC652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F7731D5C-FE25-B88F-603B-C94DFEA2C849}"/>
              </a:ext>
            </a:extLst>
          </p:cNvPr>
          <p:cNvSpPr>
            <a:spLocks noGrp="1"/>
          </p:cNvSpPr>
          <p:nvPr>
            <p:ph type="ctrTitle"/>
          </p:nvPr>
        </p:nvSpPr>
        <p:spPr>
          <a:xfrm>
            <a:off x="789708" y="841664"/>
            <a:ext cx="4874661" cy="5156800"/>
          </a:xfrm>
        </p:spPr>
        <p:txBody>
          <a:bodyPr anchor="ctr">
            <a:normAutofit/>
          </a:bodyPr>
          <a:lstStyle/>
          <a:p>
            <a:pPr algn="l"/>
            <a:r>
              <a:rPr lang="en-US" sz="4800">
                <a:solidFill>
                  <a:schemeClr val="bg1"/>
                </a:solidFill>
              </a:rPr>
              <a:t>Trainer Capability Review &amp; Delivery Readiness</a:t>
            </a:r>
          </a:p>
        </p:txBody>
      </p:sp>
      <p:sp>
        <p:nvSpPr>
          <p:cNvPr id="3" name="Subtitle 2">
            <a:extLst>
              <a:ext uri="{FF2B5EF4-FFF2-40B4-BE49-F238E27FC236}">
                <a16:creationId xmlns:a16="http://schemas.microsoft.com/office/drawing/2014/main" id="{47DFBD2D-DB3D-619A-FCD0-78FBA6D4D719}"/>
              </a:ext>
            </a:extLst>
          </p:cNvPr>
          <p:cNvSpPr>
            <a:spLocks noGrp="1"/>
          </p:cNvSpPr>
          <p:nvPr>
            <p:ph type="subTitle" idx="1"/>
          </p:nvPr>
        </p:nvSpPr>
        <p:spPr>
          <a:xfrm>
            <a:off x="6534687" y="841664"/>
            <a:ext cx="4867605" cy="5156800"/>
          </a:xfrm>
        </p:spPr>
        <p:txBody>
          <a:bodyPr anchor="ctr">
            <a:normAutofit/>
          </a:bodyPr>
          <a:lstStyle/>
          <a:p>
            <a:pPr algn="l"/>
            <a:r>
              <a:rPr lang="en-US">
                <a:solidFill>
                  <a:schemeClr val="tx2"/>
                </a:solidFill>
              </a:rPr>
              <a:t>SkillEdge | Individual Trainer Review – Abhinav Samant</a:t>
            </a:r>
          </a:p>
          <a:p>
            <a:pPr algn="l"/>
            <a:r>
              <a:rPr lang="en-US">
                <a:solidFill>
                  <a:schemeClr val="tx2"/>
                </a:solidFill>
              </a:rPr>
              <a:t>Role Assumption: Senior Learning Architect &amp; Research Expert</a:t>
            </a:r>
          </a:p>
          <a:p>
            <a:pPr algn="l"/>
            <a:r>
              <a:rPr lang="en-US">
                <a:solidFill>
                  <a:schemeClr val="tx2"/>
                </a:solidFill>
              </a:rPr>
              <a:t>Purpose: Establish delivery readiness, alignment, and growth expectations</a:t>
            </a:r>
          </a:p>
        </p:txBody>
      </p:sp>
    </p:spTree>
    <p:extLst>
      <p:ext uri="{BB962C8B-B14F-4D97-AF65-F5344CB8AC3E}">
        <p14:creationId xmlns:p14="http://schemas.microsoft.com/office/powerpoint/2010/main" val="3608503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C4844E-6436-F6D1-719B-8CA796297A85}"/>
              </a:ext>
            </a:extLst>
          </p:cNvPr>
          <p:cNvSpPr>
            <a:spLocks noGrp="1"/>
          </p:cNvSpPr>
          <p:nvPr>
            <p:ph type="title"/>
          </p:nvPr>
        </p:nvSpPr>
        <p:spPr>
          <a:xfrm>
            <a:off x="586478" y="1683756"/>
            <a:ext cx="3115265" cy="2396359"/>
          </a:xfrm>
        </p:spPr>
        <p:txBody>
          <a:bodyPr vert="horz" lIns="91440" tIns="45720" rIns="91440" bIns="45720" rtlCol="0" anchor="b">
            <a:normAutofit/>
          </a:bodyPr>
          <a:lstStyle/>
          <a:p>
            <a:pPr algn="r"/>
            <a:r>
              <a:rPr lang="en-US" sz="4000" kern="1200">
                <a:solidFill>
                  <a:srgbClr val="FFFFFF"/>
                </a:solidFill>
                <a:latin typeface="+mj-lt"/>
                <a:ea typeface="+mj-ea"/>
                <a:cs typeface="+mj-cs"/>
              </a:rPr>
              <a:t>Purpose &amp; Governance Intent</a:t>
            </a:r>
          </a:p>
        </p:txBody>
      </p:sp>
      <p:graphicFrame>
        <p:nvGraphicFramePr>
          <p:cNvPr id="5" name="Text Placeholder 2">
            <a:extLst>
              <a:ext uri="{FF2B5EF4-FFF2-40B4-BE49-F238E27FC236}">
                <a16:creationId xmlns:a16="http://schemas.microsoft.com/office/drawing/2014/main" id="{F90E6F76-33E9-4954-AB39-397104BDA22E}"/>
              </a:ext>
            </a:extLst>
          </p:cNvPr>
          <p:cNvGraphicFramePr/>
          <p:nvPr>
            <p:extLst>
              <p:ext uri="{D42A27DB-BD31-4B8C-83A1-F6EECF244321}">
                <p14:modId xmlns:p14="http://schemas.microsoft.com/office/powerpoint/2010/main" val="126630873"/>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36557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7DCFC6C-91BD-15C5-3F62-478F40D3140D}"/>
              </a:ext>
            </a:extLst>
          </p:cNvPr>
          <p:cNvSpPr>
            <a:spLocks noGrp="1"/>
          </p:cNvSpPr>
          <p:nvPr>
            <p:ph type="ctrTitle"/>
          </p:nvPr>
        </p:nvSpPr>
        <p:spPr>
          <a:xfrm>
            <a:off x="3880430" y="583345"/>
            <a:ext cx="7160357" cy="4164820"/>
          </a:xfrm>
        </p:spPr>
        <p:txBody>
          <a:bodyPr anchor="t">
            <a:normAutofit/>
          </a:bodyPr>
          <a:lstStyle/>
          <a:p>
            <a:pPr algn="r"/>
            <a:r>
              <a:rPr lang="en-US" sz="7400">
                <a:solidFill>
                  <a:srgbClr val="FFFFFF"/>
                </a:solidFill>
              </a:rPr>
              <a:t>AGENDA 2: Governance &amp; Evidence Authority</a:t>
            </a:r>
          </a:p>
        </p:txBody>
      </p:sp>
      <p:sp>
        <p:nvSpPr>
          <p:cNvPr id="3" name="Subtitle 2">
            <a:extLst>
              <a:ext uri="{FF2B5EF4-FFF2-40B4-BE49-F238E27FC236}">
                <a16:creationId xmlns:a16="http://schemas.microsoft.com/office/drawing/2014/main" id="{B603AF18-8ED8-A152-1779-81AE8FF69291}"/>
              </a:ext>
            </a:extLst>
          </p:cNvPr>
          <p:cNvSpPr>
            <a:spLocks noGrp="1"/>
          </p:cNvSpPr>
          <p:nvPr>
            <p:ph type="subTitle" idx="1"/>
          </p:nvPr>
        </p:nvSpPr>
        <p:spPr>
          <a:xfrm>
            <a:off x="1208228" y="5972174"/>
            <a:ext cx="8578699" cy="504825"/>
          </a:xfrm>
        </p:spPr>
        <p:txBody>
          <a:bodyPr>
            <a:normAutofit/>
          </a:bodyPr>
          <a:lstStyle/>
          <a:p>
            <a:pPr algn="l"/>
            <a:r>
              <a:rPr lang="en-US" sz="2000">
                <a:solidFill>
                  <a:srgbClr val="FFFFFF"/>
                </a:solidFill>
              </a:rPr>
              <a:t>How evaluation is governed and what inputs are valid</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72699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0901C16-CB82-2156-4413-2DA79EC3824A}"/>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Content Authority &amp; Evidence Alignment</a:t>
            </a:r>
          </a:p>
        </p:txBody>
      </p:sp>
      <p:graphicFrame>
        <p:nvGraphicFramePr>
          <p:cNvPr id="5" name="Text Placeholder 2">
            <a:extLst>
              <a:ext uri="{FF2B5EF4-FFF2-40B4-BE49-F238E27FC236}">
                <a16:creationId xmlns:a16="http://schemas.microsoft.com/office/drawing/2014/main" id="{460D1883-4F22-7A51-DB3C-A224EB72E5A0}"/>
              </a:ext>
            </a:extLst>
          </p:cNvPr>
          <p:cNvGraphicFramePr/>
          <p:nvPr>
            <p:extLst>
              <p:ext uri="{D42A27DB-BD31-4B8C-83A1-F6EECF244321}">
                <p14:modId xmlns:p14="http://schemas.microsoft.com/office/powerpoint/2010/main" val="25154331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27820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6F2BD-5F00-B4BF-7E44-0878EC6A1778}"/>
              </a:ext>
            </a:extLst>
          </p:cNvPr>
          <p:cNvSpPr>
            <a:spLocks noGrp="1"/>
          </p:cNvSpPr>
          <p:nvPr>
            <p:ph type="title"/>
          </p:nvPr>
        </p:nvSpPr>
        <p:spPr/>
        <p:txBody>
          <a:bodyPr/>
          <a:lstStyle/>
          <a:p>
            <a:r>
              <a:rPr lang="en-US"/>
              <a:t>Mandatory Evidence Sources</a:t>
            </a:r>
          </a:p>
        </p:txBody>
      </p:sp>
      <p:graphicFrame>
        <p:nvGraphicFramePr>
          <p:cNvPr id="5" name="Text Placeholder 2">
            <a:extLst>
              <a:ext uri="{FF2B5EF4-FFF2-40B4-BE49-F238E27FC236}">
                <a16:creationId xmlns:a16="http://schemas.microsoft.com/office/drawing/2014/main" id="{87C8E64F-D777-4D7F-80A1-1C14C3F9FF53}"/>
              </a:ext>
            </a:extLst>
          </p:cNvPr>
          <p:cNvGraphicFramePr/>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06701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ADE0CCF-3F68-883D-E392-A885F4C8FE04}"/>
              </a:ext>
            </a:extLst>
          </p:cNvPr>
          <p:cNvSpPr>
            <a:spLocks noGrp="1"/>
          </p:cNvSpPr>
          <p:nvPr>
            <p:ph type="ctrTitle"/>
          </p:nvPr>
        </p:nvSpPr>
        <p:spPr>
          <a:xfrm>
            <a:off x="3880430" y="583345"/>
            <a:ext cx="7160357" cy="4164820"/>
          </a:xfrm>
        </p:spPr>
        <p:txBody>
          <a:bodyPr anchor="t">
            <a:normAutofit/>
          </a:bodyPr>
          <a:lstStyle/>
          <a:p>
            <a:pPr algn="r"/>
            <a:r>
              <a:rPr lang="en-US" sz="7400">
                <a:solidFill>
                  <a:srgbClr val="FFFFFF"/>
                </a:solidFill>
              </a:rPr>
              <a:t>AGENDA 3: Delivery Readiness Model</a:t>
            </a:r>
          </a:p>
        </p:txBody>
      </p:sp>
      <p:sp>
        <p:nvSpPr>
          <p:cNvPr id="3" name="Subtitle 2">
            <a:extLst>
              <a:ext uri="{FF2B5EF4-FFF2-40B4-BE49-F238E27FC236}">
                <a16:creationId xmlns:a16="http://schemas.microsoft.com/office/drawing/2014/main" id="{D6722123-1067-ACD6-9FF3-06042DA0E949}"/>
              </a:ext>
            </a:extLst>
          </p:cNvPr>
          <p:cNvSpPr>
            <a:spLocks noGrp="1"/>
          </p:cNvSpPr>
          <p:nvPr>
            <p:ph type="subTitle" idx="1"/>
          </p:nvPr>
        </p:nvSpPr>
        <p:spPr>
          <a:xfrm>
            <a:off x="1208228" y="5972174"/>
            <a:ext cx="8578699" cy="504825"/>
          </a:xfrm>
        </p:spPr>
        <p:txBody>
          <a:bodyPr>
            <a:normAutofit/>
          </a:bodyPr>
          <a:lstStyle/>
          <a:p>
            <a:pPr algn="l"/>
            <a:r>
              <a:rPr lang="en-US" sz="2000">
                <a:solidFill>
                  <a:srgbClr val="FFFFFF"/>
                </a:solidFill>
              </a:rPr>
              <a:t>How trainer readiness is evaluated</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2559994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203A60-984D-8A8D-0B58-6B70A28EBFDF}"/>
              </a:ext>
            </a:extLst>
          </p:cNvPr>
          <p:cNvSpPr>
            <a:spLocks noGrp="1"/>
          </p:cNvSpPr>
          <p:nvPr>
            <p:ph type="title"/>
          </p:nvPr>
        </p:nvSpPr>
        <p:spPr>
          <a:xfrm>
            <a:off x="621792" y="1161288"/>
            <a:ext cx="3602736" cy="4526280"/>
          </a:xfrm>
        </p:spPr>
        <p:txBody>
          <a:bodyPr vert="horz" lIns="91440" tIns="45720" rIns="91440" bIns="45720" rtlCol="0" anchor="ctr">
            <a:normAutofit/>
          </a:bodyPr>
          <a:lstStyle/>
          <a:p>
            <a:r>
              <a:rPr lang="en-US" sz="4000" kern="1200">
                <a:solidFill>
                  <a:schemeClr val="tx1"/>
                </a:solidFill>
                <a:latin typeface="+mj-lt"/>
                <a:ea typeface="+mj-ea"/>
                <a:cs typeface="+mj-cs"/>
              </a:rPr>
              <a:t>Delivery Scenarios Under Evaluation</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Text Placeholder 2">
            <a:extLst>
              <a:ext uri="{FF2B5EF4-FFF2-40B4-BE49-F238E27FC236}">
                <a16:creationId xmlns:a16="http://schemas.microsoft.com/office/drawing/2014/main" id="{1B8B9BBD-2D70-52BF-CC5B-B8195F0B34C0}"/>
              </a:ext>
            </a:extLst>
          </p:cNvPr>
          <p:cNvGraphicFramePr/>
          <p:nvPr>
            <p:extLst>
              <p:ext uri="{D42A27DB-BD31-4B8C-83A1-F6EECF244321}">
                <p14:modId xmlns:p14="http://schemas.microsoft.com/office/powerpoint/2010/main" val="2100301902"/>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76789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1" name="Group 10">
            <a:extLst>
              <a:ext uri="{FF2B5EF4-FFF2-40B4-BE49-F238E27FC236}">
                <a16:creationId xmlns:a16="http://schemas.microsoft.com/office/drawing/2014/main" id="{D8C3AFD7-4CCE-484E-84C6-80FB3E3E20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67600" y="0"/>
            <a:ext cx="4724400" cy="6858000"/>
            <a:chOff x="7467600" y="0"/>
            <a:chExt cx="4724400" cy="6858000"/>
          </a:xfrm>
        </p:grpSpPr>
        <p:sp>
          <p:nvSpPr>
            <p:cNvPr id="12" name="Rectangle 11">
              <a:extLst>
                <a:ext uri="{FF2B5EF4-FFF2-40B4-BE49-F238E27FC236}">
                  <a16:creationId xmlns:a16="http://schemas.microsoft.com/office/drawing/2014/main" id="{490C807E-560D-4B1E-8911-1B0B4631F6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CCC1DF5-83E7-46A1-8737-18B5AA0F1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5" name="Freeform: Shape 14">
            <a:extLst>
              <a:ext uri="{FF2B5EF4-FFF2-40B4-BE49-F238E27FC236}">
                <a16:creationId xmlns:a16="http://schemas.microsoft.com/office/drawing/2014/main" id="{02114E49-C077-4083-B5C1-6A6E70F4D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7600" y="1"/>
            <a:ext cx="4724400" cy="6857999"/>
          </a:xfrm>
          <a:custGeom>
            <a:avLst/>
            <a:gdLst>
              <a:gd name="connsiteX0" fmla="*/ 0 w 4724400"/>
              <a:gd name="connsiteY0" fmla="*/ 6805948 h 6857999"/>
              <a:gd name="connsiteX1" fmla="*/ 15600 w 4724400"/>
              <a:gd name="connsiteY1" fmla="*/ 6813099 h 6857999"/>
              <a:gd name="connsiteX2" fmla="*/ 117632 w 4724400"/>
              <a:gd name="connsiteY2" fmla="*/ 6850060 h 6857999"/>
              <a:gd name="connsiteX3" fmla="*/ 146175 w 4724400"/>
              <a:gd name="connsiteY3" fmla="*/ 6857998 h 6857999"/>
              <a:gd name="connsiteX4" fmla="*/ 54597 w 4724400"/>
              <a:gd name="connsiteY4" fmla="*/ 6857998 h 6857999"/>
              <a:gd name="connsiteX5" fmla="*/ 0 w 4724400"/>
              <a:gd name="connsiteY5" fmla="*/ 6831490 h 6857999"/>
              <a:gd name="connsiteX6" fmla="*/ 0 w 4724400"/>
              <a:gd name="connsiteY6" fmla="*/ 6736157 h 6857999"/>
              <a:gd name="connsiteX7" fmla="*/ 114811 w 4724400"/>
              <a:gd name="connsiteY7" fmla="*/ 6784122 h 6857999"/>
              <a:gd name="connsiteX8" fmla="*/ 138159 w 4724400"/>
              <a:gd name="connsiteY8" fmla="*/ 6793465 h 6857999"/>
              <a:gd name="connsiteX9" fmla="*/ 270310 w 4724400"/>
              <a:gd name="connsiteY9" fmla="*/ 6840638 h 6857999"/>
              <a:gd name="connsiteX10" fmla="*/ 358932 w 4724400"/>
              <a:gd name="connsiteY10" fmla="*/ 6857999 h 6857999"/>
              <a:gd name="connsiteX11" fmla="*/ 228496 w 4724400"/>
              <a:gd name="connsiteY11" fmla="*/ 6857999 h 6857999"/>
              <a:gd name="connsiteX12" fmla="*/ 126481 w 4724400"/>
              <a:gd name="connsiteY12" fmla="*/ 6821149 h 6857999"/>
              <a:gd name="connsiteX13" fmla="*/ 103134 w 4724400"/>
              <a:gd name="connsiteY13" fmla="*/ 6811799 h 6857999"/>
              <a:gd name="connsiteX14" fmla="*/ 0 w 4724400"/>
              <a:gd name="connsiteY14" fmla="*/ 6767913 h 6857999"/>
              <a:gd name="connsiteX15" fmla="*/ 2460543 w 4724400"/>
              <a:gd name="connsiteY15" fmla="*/ 6515312 h 6857999"/>
              <a:gd name="connsiteX16" fmla="*/ 2286201 w 4724400"/>
              <a:gd name="connsiteY16" fmla="*/ 6525103 h 6857999"/>
              <a:gd name="connsiteX17" fmla="*/ 2110427 w 4724400"/>
              <a:gd name="connsiteY17" fmla="*/ 6532104 h 6857999"/>
              <a:gd name="connsiteX18" fmla="*/ 1956742 w 4724400"/>
              <a:gd name="connsiteY18" fmla="*/ 6528403 h 6857999"/>
              <a:gd name="connsiteX19" fmla="*/ 1534307 w 4724400"/>
              <a:gd name="connsiteY19" fmla="*/ 6560369 h 6857999"/>
              <a:gd name="connsiteX20" fmla="*/ 1454538 w 4724400"/>
              <a:gd name="connsiteY20" fmla="*/ 6591702 h 6857999"/>
              <a:gd name="connsiteX21" fmla="*/ 1619950 w 4724400"/>
              <a:gd name="connsiteY21" fmla="*/ 6599765 h 6857999"/>
              <a:gd name="connsiteX22" fmla="*/ 2044875 w 4724400"/>
              <a:gd name="connsiteY22" fmla="*/ 6563693 h 6857999"/>
              <a:gd name="connsiteX23" fmla="*/ 2460543 w 4724400"/>
              <a:gd name="connsiteY23" fmla="*/ 6515312 h 6857999"/>
              <a:gd name="connsiteX24" fmla="*/ 1883620 w 4724400"/>
              <a:gd name="connsiteY24" fmla="*/ 6459370 h 6857999"/>
              <a:gd name="connsiteX25" fmla="*/ 1532156 w 4724400"/>
              <a:gd name="connsiteY25" fmla="*/ 6529929 h 6857999"/>
              <a:gd name="connsiteX26" fmla="*/ 1958230 w 4724400"/>
              <a:gd name="connsiteY26" fmla="*/ 6498517 h 6857999"/>
              <a:gd name="connsiteX27" fmla="*/ 2110707 w 4724400"/>
              <a:gd name="connsiteY27" fmla="*/ 6502035 h 6857999"/>
              <a:gd name="connsiteX28" fmla="*/ 2285171 w 4724400"/>
              <a:gd name="connsiteY28" fmla="*/ 6495471 h 6857999"/>
              <a:gd name="connsiteX29" fmla="*/ 2385179 w 4724400"/>
              <a:gd name="connsiteY29" fmla="*/ 6489665 h 6857999"/>
              <a:gd name="connsiteX30" fmla="*/ 2227262 w 4724400"/>
              <a:gd name="connsiteY30" fmla="*/ 6473140 h 6857999"/>
              <a:gd name="connsiteX31" fmla="*/ 1883620 w 4724400"/>
              <a:gd name="connsiteY31" fmla="*/ 6459370 h 6857999"/>
              <a:gd name="connsiteX32" fmla="*/ 1611255 w 4724400"/>
              <a:gd name="connsiteY32" fmla="*/ 5884754 h 6857999"/>
              <a:gd name="connsiteX33" fmla="*/ 1357588 w 4724400"/>
              <a:gd name="connsiteY33" fmla="*/ 6496752 h 6857999"/>
              <a:gd name="connsiteX34" fmla="*/ 1611255 w 4724400"/>
              <a:gd name="connsiteY34" fmla="*/ 5884754 h 6857999"/>
              <a:gd name="connsiteX35" fmla="*/ 1646205 w 4724400"/>
              <a:gd name="connsiteY35" fmla="*/ 5883072 h 6857999"/>
              <a:gd name="connsiteX36" fmla="*/ 1387600 w 4724400"/>
              <a:gd name="connsiteY36" fmla="*/ 6494950 h 6857999"/>
              <a:gd name="connsiteX37" fmla="*/ 1646205 w 4724400"/>
              <a:gd name="connsiteY37" fmla="*/ 5883072 h 6857999"/>
              <a:gd name="connsiteX38" fmla="*/ 0 w 4724400"/>
              <a:gd name="connsiteY38" fmla="*/ 5845526 h 6857999"/>
              <a:gd name="connsiteX39" fmla="*/ 23370 w 4724400"/>
              <a:gd name="connsiteY39" fmla="*/ 5869422 h 6857999"/>
              <a:gd name="connsiteX40" fmla="*/ 321428 w 4724400"/>
              <a:gd name="connsiteY40" fmla="*/ 6212316 h 6857999"/>
              <a:gd name="connsiteX41" fmla="*/ 626000 w 4724400"/>
              <a:gd name="connsiteY41" fmla="*/ 6710671 h 6857999"/>
              <a:gd name="connsiteX42" fmla="*/ 661825 w 4724400"/>
              <a:gd name="connsiteY42" fmla="*/ 6854298 h 6857999"/>
              <a:gd name="connsiteX43" fmla="*/ 663298 w 4724400"/>
              <a:gd name="connsiteY43" fmla="*/ 6857998 h 6857999"/>
              <a:gd name="connsiteX44" fmla="*/ 431765 w 4724400"/>
              <a:gd name="connsiteY44" fmla="*/ 6857998 h 6857999"/>
              <a:gd name="connsiteX45" fmla="*/ 293576 w 4724400"/>
              <a:gd name="connsiteY45" fmla="*/ 6816656 h 6857999"/>
              <a:gd name="connsiteX46" fmla="*/ 134480 w 4724400"/>
              <a:gd name="connsiteY46" fmla="*/ 6760867 h 6857999"/>
              <a:gd name="connsiteX47" fmla="*/ 0 w 4724400"/>
              <a:gd name="connsiteY47" fmla="*/ 6714215 h 6857999"/>
              <a:gd name="connsiteX48" fmla="*/ 0 w 4724400"/>
              <a:gd name="connsiteY48" fmla="*/ 6683873 h 6857999"/>
              <a:gd name="connsiteX49" fmla="*/ 143737 w 4724400"/>
              <a:gd name="connsiteY49" fmla="*/ 6732821 h 6857999"/>
              <a:gd name="connsiteX50" fmla="*/ 488162 w 4724400"/>
              <a:gd name="connsiteY50" fmla="*/ 6842006 h 6857999"/>
              <a:gd name="connsiteX51" fmla="*/ 44855 w 4724400"/>
              <a:gd name="connsiteY51" fmla="*/ 6674734 h 6857999"/>
              <a:gd name="connsiteX52" fmla="*/ 0 w 4724400"/>
              <a:gd name="connsiteY52" fmla="*/ 6668575 h 6857999"/>
              <a:gd name="connsiteX53" fmla="*/ 0 w 4724400"/>
              <a:gd name="connsiteY53" fmla="*/ 6628217 h 6857999"/>
              <a:gd name="connsiteX54" fmla="*/ 144942 w 4724400"/>
              <a:gd name="connsiteY54" fmla="*/ 6657611 h 6857999"/>
              <a:gd name="connsiteX55" fmla="*/ 312446 w 4724400"/>
              <a:gd name="connsiteY55" fmla="*/ 6711283 h 6857999"/>
              <a:gd name="connsiteX56" fmla="*/ 477357 w 4724400"/>
              <a:gd name="connsiteY56" fmla="*/ 6799347 h 6857999"/>
              <a:gd name="connsiteX57" fmla="*/ 134228 w 4724400"/>
              <a:gd name="connsiteY57" fmla="*/ 6503934 h 6857999"/>
              <a:gd name="connsiteX58" fmla="*/ 0 w 4724400"/>
              <a:gd name="connsiteY58" fmla="*/ 6334256 h 6857999"/>
              <a:gd name="connsiteX59" fmla="*/ 0 w 4724400"/>
              <a:gd name="connsiteY59" fmla="*/ 6221686 h 6857999"/>
              <a:gd name="connsiteX60" fmla="*/ 113296 w 4724400"/>
              <a:gd name="connsiteY60" fmla="*/ 6402069 h 6857999"/>
              <a:gd name="connsiteX61" fmla="*/ 523262 w 4724400"/>
              <a:gd name="connsiteY61" fmla="*/ 6807025 h 6857999"/>
              <a:gd name="connsiteX62" fmla="*/ 404364 w 4724400"/>
              <a:gd name="connsiteY62" fmla="*/ 6649139 h 6857999"/>
              <a:gd name="connsiteX63" fmla="*/ 392074 w 4724400"/>
              <a:gd name="connsiteY63" fmla="*/ 6636358 h 6857999"/>
              <a:gd name="connsiteX64" fmla="*/ 77450 w 4724400"/>
              <a:gd name="connsiteY64" fmla="*/ 6260110 h 6857999"/>
              <a:gd name="connsiteX65" fmla="*/ 0 w 4724400"/>
              <a:gd name="connsiteY65" fmla="*/ 6163634 h 6857999"/>
              <a:gd name="connsiteX66" fmla="*/ 0 w 4724400"/>
              <a:gd name="connsiteY66" fmla="*/ 6117703 h 6857999"/>
              <a:gd name="connsiteX67" fmla="*/ 99669 w 4724400"/>
              <a:gd name="connsiteY67" fmla="*/ 6240461 h 6857999"/>
              <a:gd name="connsiteX68" fmla="*/ 412670 w 4724400"/>
              <a:gd name="connsiteY68" fmla="*/ 6615176 h 6857999"/>
              <a:gd name="connsiteX69" fmla="*/ 424960 w 4724400"/>
              <a:gd name="connsiteY69" fmla="*/ 6627949 h 6857999"/>
              <a:gd name="connsiteX70" fmla="*/ 504043 w 4724400"/>
              <a:gd name="connsiteY70" fmla="*/ 6718236 h 6857999"/>
              <a:gd name="connsiteX71" fmla="*/ 251759 w 4724400"/>
              <a:gd name="connsiteY71" fmla="*/ 6299011 h 6857999"/>
              <a:gd name="connsiteX72" fmla="*/ 21191 w 4724400"/>
              <a:gd name="connsiteY72" fmla="*/ 6033111 h 6857999"/>
              <a:gd name="connsiteX73" fmla="*/ 0 w 4724400"/>
              <a:gd name="connsiteY73" fmla="*/ 6012219 h 6857999"/>
              <a:gd name="connsiteX74" fmla="*/ 0 w 4724400"/>
              <a:gd name="connsiteY74" fmla="*/ 5971257 h 6857999"/>
              <a:gd name="connsiteX75" fmla="*/ 41571 w 4724400"/>
              <a:gd name="connsiteY75" fmla="*/ 6012292 h 6857999"/>
              <a:gd name="connsiteX76" fmla="*/ 273883 w 4724400"/>
              <a:gd name="connsiteY76" fmla="*/ 6279980 h 6857999"/>
              <a:gd name="connsiteX77" fmla="*/ 541341 w 4724400"/>
              <a:gd name="connsiteY77" fmla="*/ 6733560 h 6857999"/>
              <a:gd name="connsiteX78" fmla="*/ 531634 w 4724400"/>
              <a:gd name="connsiteY78" fmla="*/ 6610993 h 6857999"/>
              <a:gd name="connsiteX79" fmla="*/ 247554 w 4724400"/>
              <a:gd name="connsiteY79" fmla="*/ 6197148 h 6857999"/>
              <a:gd name="connsiteX80" fmla="*/ 33651 w 4724400"/>
              <a:gd name="connsiteY80" fmla="*/ 5957901 h 6857999"/>
              <a:gd name="connsiteX81" fmla="*/ 0 w 4724400"/>
              <a:gd name="connsiteY81" fmla="*/ 5925131 h 6857999"/>
              <a:gd name="connsiteX82" fmla="*/ 1656340 w 4724400"/>
              <a:gd name="connsiteY82" fmla="*/ 5825040 h 6857999"/>
              <a:gd name="connsiteX83" fmla="*/ 1653246 w 4724400"/>
              <a:gd name="connsiteY83" fmla="*/ 5829053 h 6857999"/>
              <a:gd name="connsiteX84" fmla="*/ 1655667 w 4724400"/>
              <a:gd name="connsiteY84" fmla="*/ 5829425 h 6857999"/>
              <a:gd name="connsiteX85" fmla="*/ 2630124 w 4724400"/>
              <a:gd name="connsiteY85" fmla="*/ 5591852 h 6857999"/>
              <a:gd name="connsiteX86" fmla="*/ 2177648 w 4724400"/>
              <a:gd name="connsiteY86" fmla="*/ 5630119 h 6857999"/>
              <a:gd name="connsiteX87" fmla="*/ 2076258 w 4724400"/>
              <a:gd name="connsiteY87" fmla="*/ 5650510 h 6857999"/>
              <a:gd name="connsiteX88" fmla="*/ 2214048 w 4724400"/>
              <a:gd name="connsiteY88" fmla="*/ 5629828 h 6857999"/>
              <a:gd name="connsiteX89" fmla="*/ 3090246 w 4724400"/>
              <a:gd name="connsiteY89" fmla="*/ 5601337 h 6857999"/>
              <a:gd name="connsiteX90" fmla="*/ 2834104 w 4724400"/>
              <a:gd name="connsiteY90" fmla="*/ 5598847 h 6857999"/>
              <a:gd name="connsiteX91" fmla="*/ 2782953 w 4724400"/>
              <a:gd name="connsiteY91" fmla="*/ 5595539 h 6857999"/>
              <a:gd name="connsiteX92" fmla="*/ 2630124 w 4724400"/>
              <a:gd name="connsiteY92" fmla="*/ 5591852 h 6857999"/>
              <a:gd name="connsiteX93" fmla="*/ 2751064 w 4724400"/>
              <a:gd name="connsiteY93" fmla="*/ 5525300 h 6857999"/>
              <a:gd name="connsiteX94" fmla="*/ 2618554 w 4724400"/>
              <a:gd name="connsiteY94" fmla="*/ 5525937 h 6857999"/>
              <a:gd name="connsiteX95" fmla="*/ 2311014 w 4724400"/>
              <a:gd name="connsiteY95" fmla="*/ 5550189 h 6857999"/>
              <a:gd name="connsiteX96" fmla="*/ 2134103 w 4724400"/>
              <a:gd name="connsiteY96" fmla="*/ 5605852 h 6857999"/>
              <a:gd name="connsiteX97" fmla="*/ 2174084 w 4724400"/>
              <a:gd name="connsiteY97" fmla="*/ 5600203 h 6857999"/>
              <a:gd name="connsiteX98" fmla="*/ 2785199 w 4724400"/>
              <a:gd name="connsiteY98" fmla="*/ 5564971 h 6857999"/>
              <a:gd name="connsiteX99" fmla="*/ 2836697 w 4724400"/>
              <a:gd name="connsiteY99" fmla="*/ 5568822 h 6857999"/>
              <a:gd name="connsiteX100" fmla="*/ 3066345 w 4724400"/>
              <a:gd name="connsiteY100" fmla="*/ 5573703 h 6857999"/>
              <a:gd name="connsiteX101" fmla="*/ 2978461 w 4724400"/>
              <a:gd name="connsiteY101" fmla="*/ 5555562 h 6857999"/>
              <a:gd name="connsiteX102" fmla="*/ 2893277 w 4724400"/>
              <a:gd name="connsiteY102" fmla="*/ 5538004 h 6857999"/>
              <a:gd name="connsiteX103" fmla="*/ 2751064 w 4724400"/>
              <a:gd name="connsiteY103" fmla="*/ 5525300 h 6857999"/>
              <a:gd name="connsiteX104" fmla="*/ 2636807 w 4724400"/>
              <a:gd name="connsiteY104" fmla="*/ 5458317 h 6857999"/>
              <a:gd name="connsiteX105" fmla="*/ 2236775 w 4724400"/>
              <a:gd name="connsiteY105" fmla="*/ 5536349 h 6857999"/>
              <a:gd name="connsiteX106" fmla="*/ 2306204 w 4724400"/>
              <a:gd name="connsiteY106" fmla="*/ 5519543 h 6857999"/>
              <a:gd name="connsiteX107" fmla="*/ 2619005 w 4724400"/>
              <a:gd name="connsiteY107" fmla="*/ 5494992 h 6857999"/>
              <a:gd name="connsiteX108" fmla="*/ 2899676 w 4724400"/>
              <a:gd name="connsiteY108" fmla="*/ 5507848 h 6857999"/>
              <a:gd name="connsiteX109" fmla="*/ 2986662 w 4724400"/>
              <a:gd name="connsiteY109" fmla="*/ 5525798 h 6857999"/>
              <a:gd name="connsiteX110" fmla="*/ 3101623 w 4724400"/>
              <a:gd name="connsiteY110" fmla="*/ 5547311 h 6857999"/>
              <a:gd name="connsiteX111" fmla="*/ 2636807 w 4724400"/>
              <a:gd name="connsiteY111" fmla="*/ 5458317 h 6857999"/>
              <a:gd name="connsiteX112" fmla="*/ 0 w 4724400"/>
              <a:gd name="connsiteY112" fmla="*/ 5142496 h 6857999"/>
              <a:gd name="connsiteX113" fmla="*/ 127996 w 4724400"/>
              <a:gd name="connsiteY113" fmla="*/ 5201004 h 6857999"/>
              <a:gd name="connsiteX114" fmla="*/ 661087 w 4724400"/>
              <a:gd name="connsiteY114" fmla="*/ 5790959 h 6857999"/>
              <a:gd name="connsiteX115" fmla="*/ 1029402 w 4724400"/>
              <a:gd name="connsiteY115" fmla="*/ 6204913 h 6857999"/>
              <a:gd name="connsiteX116" fmla="*/ 1046692 w 4724400"/>
              <a:gd name="connsiteY116" fmla="*/ 6015372 h 6857999"/>
              <a:gd name="connsiteX117" fmla="*/ 1024238 w 4724400"/>
              <a:gd name="connsiteY117" fmla="*/ 5336275 h 6857999"/>
              <a:gd name="connsiteX118" fmla="*/ 1138131 w 4724400"/>
              <a:gd name="connsiteY118" fmla="*/ 5600804 h 6857999"/>
              <a:gd name="connsiteX119" fmla="*/ 1127280 w 4724400"/>
              <a:gd name="connsiteY119" fmla="*/ 6039262 h 6857999"/>
              <a:gd name="connsiteX120" fmla="*/ 1026642 w 4724400"/>
              <a:gd name="connsiteY120" fmla="*/ 6792600 h 6857999"/>
              <a:gd name="connsiteX121" fmla="*/ 1327075 w 4724400"/>
              <a:gd name="connsiteY121" fmla="*/ 6590735 h 6857999"/>
              <a:gd name="connsiteX122" fmla="*/ 1332848 w 4724400"/>
              <a:gd name="connsiteY122" fmla="*/ 6581371 h 6857999"/>
              <a:gd name="connsiteX123" fmla="*/ 1320586 w 4724400"/>
              <a:gd name="connsiteY123" fmla="*/ 6572441 h 6857999"/>
              <a:gd name="connsiteX124" fmla="*/ 1669632 w 4724400"/>
              <a:gd name="connsiteY124" fmla="*/ 5665639 h 6857999"/>
              <a:gd name="connsiteX125" fmla="*/ 1749165 w 4724400"/>
              <a:gd name="connsiteY125" fmla="*/ 5696416 h 6857999"/>
              <a:gd name="connsiteX126" fmla="*/ 1502249 w 4724400"/>
              <a:gd name="connsiteY126" fmla="*/ 6466405 h 6857999"/>
              <a:gd name="connsiteX127" fmla="*/ 2238637 w 4724400"/>
              <a:gd name="connsiteY127" fmla="*/ 6419148 h 6857999"/>
              <a:gd name="connsiteX128" fmla="*/ 2642775 w 4724400"/>
              <a:gd name="connsiteY128" fmla="*/ 6563116 h 6857999"/>
              <a:gd name="connsiteX129" fmla="*/ 2628681 w 4724400"/>
              <a:gd name="connsiteY129" fmla="*/ 6578254 h 6857999"/>
              <a:gd name="connsiteX130" fmla="*/ 1600072 w 4724400"/>
              <a:gd name="connsiteY130" fmla="*/ 6648608 h 6857999"/>
              <a:gd name="connsiteX131" fmla="*/ 1391841 w 4724400"/>
              <a:gd name="connsiteY131" fmla="*/ 6641028 h 6857999"/>
              <a:gd name="connsiteX132" fmla="*/ 1389928 w 4724400"/>
              <a:gd name="connsiteY132" fmla="*/ 6641375 h 6857999"/>
              <a:gd name="connsiteX133" fmla="*/ 1380979 w 4724400"/>
              <a:gd name="connsiteY133" fmla="*/ 6643204 h 6857999"/>
              <a:gd name="connsiteX134" fmla="*/ 1108685 w 4724400"/>
              <a:gd name="connsiteY134" fmla="*/ 6824788 h 6857999"/>
              <a:gd name="connsiteX135" fmla="*/ 1051559 w 4724400"/>
              <a:gd name="connsiteY135" fmla="*/ 6857998 h 6857999"/>
              <a:gd name="connsiteX136" fmla="*/ 925940 w 4724400"/>
              <a:gd name="connsiteY136" fmla="*/ 6857998 h 6857999"/>
              <a:gd name="connsiteX137" fmla="*/ 949746 w 4724400"/>
              <a:gd name="connsiteY137" fmla="*/ 6745652 h 6857999"/>
              <a:gd name="connsiteX138" fmla="*/ 1017902 w 4724400"/>
              <a:gd name="connsiteY138" fmla="*/ 6308216 h 6857999"/>
              <a:gd name="connsiteX139" fmla="*/ 1012614 w 4724400"/>
              <a:gd name="connsiteY139" fmla="*/ 6302278 h 6857999"/>
              <a:gd name="connsiteX140" fmla="*/ 644615 w 4724400"/>
              <a:gd name="connsiteY140" fmla="*/ 5837768 h 6857999"/>
              <a:gd name="connsiteX141" fmla="*/ 627546 w 4724400"/>
              <a:gd name="connsiteY141" fmla="*/ 5831943 h 6857999"/>
              <a:gd name="connsiteX142" fmla="*/ 128963 w 4724400"/>
              <a:gd name="connsiteY142" fmla="*/ 5481226 h 6857999"/>
              <a:gd name="connsiteX143" fmla="*/ 0 w 4724400"/>
              <a:gd name="connsiteY143" fmla="*/ 5361850 h 6857999"/>
              <a:gd name="connsiteX144" fmla="*/ 0 w 4724400"/>
              <a:gd name="connsiteY144" fmla="*/ 5297634 h 6857999"/>
              <a:gd name="connsiteX145" fmla="*/ 40861 w 4724400"/>
              <a:gd name="connsiteY145" fmla="*/ 5333413 h 6857999"/>
              <a:gd name="connsiteX146" fmla="*/ 514278 w 4724400"/>
              <a:gd name="connsiteY146" fmla="*/ 5738345 h 6857999"/>
              <a:gd name="connsiteX147" fmla="*/ 337180 w 4724400"/>
              <a:gd name="connsiteY147" fmla="*/ 5572174 h 6857999"/>
              <a:gd name="connsiteX148" fmla="*/ 303564 w 4724400"/>
              <a:gd name="connsiteY148" fmla="*/ 5536908 h 6857999"/>
              <a:gd name="connsiteX149" fmla="*/ 88496 w 4724400"/>
              <a:gd name="connsiteY149" fmla="*/ 5343132 h 6857999"/>
              <a:gd name="connsiteX150" fmla="*/ 0 w 4724400"/>
              <a:gd name="connsiteY150" fmla="*/ 5277736 h 6857999"/>
              <a:gd name="connsiteX151" fmla="*/ 0 w 4724400"/>
              <a:gd name="connsiteY151" fmla="*/ 5241225 h 6857999"/>
              <a:gd name="connsiteX152" fmla="*/ 106479 w 4724400"/>
              <a:gd name="connsiteY152" fmla="*/ 5319780 h 6857999"/>
              <a:gd name="connsiteX153" fmla="*/ 324159 w 4724400"/>
              <a:gd name="connsiteY153" fmla="*/ 5515717 h 6857999"/>
              <a:gd name="connsiteX154" fmla="*/ 357680 w 4724400"/>
              <a:gd name="connsiteY154" fmla="*/ 5551608 h 6857999"/>
              <a:gd name="connsiteX155" fmla="*/ 514810 w 4724400"/>
              <a:gd name="connsiteY155" fmla="*/ 5702551 h 6857999"/>
              <a:gd name="connsiteX156" fmla="*/ 464808 w 4724400"/>
              <a:gd name="connsiteY156" fmla="*/ 5632736 h 6857999"/>
              <a:gd name="connsiteX157" fmla="*/ 416327 w 4724400"/>
              <a:gd name="connsiteY157" fmla="*/ 5565087 h 6857999"/>
              <a:gd name="connsiteX158" fmla="*/ 232232 w 4724400"/>
              <a:gd name="connsiteY158" fmla="*/ 5379904 h 6857999"/>
              <a:gd name="connsiteX159" fmla="*/ 2640 w 4724400"/>
              <a:gd name="connsiteY159" fmla="*/ 5200559 h 6857999"/>
              <a:gd name="connsiteX160" fmla="*/ 0 w 4724400"/>
              <a:gd name="connsiteY160" fmla="*/ 5199146 h 6857999"/>
              <a:gd name="connsiteX161" fmla="*/ 0 w 4724400"/>
              <a:gd name="connsiteY161" fmla="*/ 5164774 h 6857999"/>
              <a:gd name="connsiteX162" fmla="*/ 18363 w 4724400"/>
              <a:gd name="connsiteY162" fmla="*/ 5174783 h 6857999"/>
              <a:gd name="connsiteX163" fmla="*/ 251810 w 4724400"/>
              <a:gd name="connsiteY163" fmla="*/ 5357281 h 6857999"/>
              <a:gd name="connsiteX164" fmla="*/ 439563 w 4724400"/>
              <a:gd name="connsiteY164" fmla="*/ 5546863 h 6857999"/>
              <a:gd name="connsiteX165" fmla="*/ 489056 w 4724400"/>
              <a:gd name="connsiteY165" fmla="*/ 5615961 h 6857999"/>
              <a:gd name="connsiteX166" fmla="*/ 555845 w 4724400"/>
              <a:gd name="connsiteY166" fmla="*/ 5705642 h 6857999"/>
              <a:gd name="connsiteX167" fmla="*/ 287056 w 4724400"/>
              <a:gd name="connsiteY167" fmla="*/ 5341546 h 6857999"/>
              <a:gd name="connsiteX168" fmla="*/ 49874 w 4724400"/>
              <a:gd name="connsiteY168" fmla="*/ 5178238 h 6857999"/>
              <a:gd name="connsiteX169" fmla="*/ 0 w 4724400"/>
              <a:gd name="connsiteY169" fmla="*/ 5158623 h 6857999"/>
              <a:gd name="connsiteX170" fmla="*/ 4076694 w 4724400"/>
              <a:gd name="connsiteY170" fmla="*/ 4944364 h 6857999"/>
              <a:gd name="connsiteX171" fmla="*/ 4287610 w 4724400"/>
              <a:gd name="connsiteY171" fmla="*/ 5588157 h 6857999"/>
              <a:gd name="connsiteX172" fmla="*/ 4076694 w 4724400"/>
              <a:gd name="connsiteY172" fmla="*/ 4944364 h 6857999"/>
              <a:gd name="connsiteX173" fmla="*/ 4103808 w 4724400"/>
              <a:gd name="connsiteY173" fmla="*/ 4918599 h 6857999"/>
              <a:gd name="connsiteX174" fmla="*/ 4310650 w 4724400"/>
              <a:gd name="connsiteY174" fmla="*/ 5565760 h 6857999"/>
              <a:gd name="connsiteX175" fmla="*/ 4103808 w 4724400"/>
              <a:gd name="connsiteY175" fmla="*/ 4918599 h 6857999"/>
              <a:gd name="connsiteX176" fmla="*/ 4072554 w 4724400"/>
              <a:gd name="connsiteY176" fmla="*/ 4867303 h 6857999"/>
              <a:gd name="connsiteX177" fmla="*/ 4072780 w 4724400"/>
              <a:gd name="connsiteY177" fmla="*/ 4872526 h 6857999"/>
              <a:gd name="connsiteX178" fmla="*/ 4074990 w 4724400"/>
              <a:gd name="connsiteY178" fmla="*/ 4871112 h 6857999"/>
              <a:gd name="connsiteX179" fmla="*/ 3100062 w 4724400"/>
              <a:gd name="connsiteY179" fmla="*/ 4866948 h 6857999"/>
              <a:gd name="connsiteX180" fmla="*/ 2963625 w 4724400"/>
              <a:gd name="connsiteY180" fmla="*/ 4877568 h 6857999"/>
              <a:gd name="connsiteX181" fmla="*/ 2809956 w 4724400"/>
              <a:gd name="connsiteY181" fmla="*/ 4889247 h 6857999"/>
              <a:gd name="connsiteX182" fmla="*/ 2688275 w 4724400"/>
              <a:gd name="connsiteY182" fmla="*/ 4882769 h 6857999"/>
              <a:gd name="connsiteX183" fmla="*/ 2605133 w 4724400"/>
              <a:gd name="connsiteY183" fmla="*/ 4876924 h 6857999"/>
              <a:gd name="connsiteX184" fmla="*/ 2414900 w 4724400"/>
              <a:gd name="connsiteY184" fmla="*/ 4881330 h 6857999"/>
              <a:gd name="connsiteX185" fmla="*/ 2217605 w 4724400"/>
              <a:gd name="connsiteY185" fmla="*/ 4885650 h 6857999"/>
              <a:gd name="connsiteX186" fmla="*/ 2199332 w 4724400"/>
              <a:gd name="connsiteY186" fmla="*/ 4885075 h 6857999"/>
              <a:gd name="connsiteX187" fmla="*/ 2141062 w 4724400"/>
              <a:gd name="connsiteY187" fmla="*/ 4884027 h 6857999"/>
              <a:gd name="connsiteX188" fmla="*/ 2558630 w 4724400"/>
              <a:gd name="connsiteY188" fmla="*/ 4938088 h 6857999"/>
              <a:gd name="connsiteX189" fmla="*/ 3100062 w 4724400"/>
              <a:gd name="connsiteY189" fmla="*/ 4866948 h 6857999"/>
              <a:gd name="connsiteX190" fmla="*/ 2753415 w 4724400"/>
              <a:gd name="connsiteY190" fmla="*/ 4783657 h 6857999"/>
              <a:gd name="connsiteX191" fmla="*/ 2639521 w 4724400"/>
              <a:gd name="connsiteY191" fmla="*/ 4785091 h 6857999"/>
              <a:gd name="connsiteX192" fmla="*/ 2193068 w 4724400"/>
              <a:gd name="connsiteY192" fmla="*/ 4854595 h 6857999"/>
              <a:gd name="connsiteX193" fmla="*/ 2201931 w 4724400"/>
              <a:gd name="connsiteY193" fmla="*/ 4855057 h 6857999"/>
              <a:gd name="connsiteX194" fmla="*/ 2219654 w 4724400"/>
              <a:gd name="connsiteY194" fmla="*/ 4855986 h 6857999"/>
              <a:gd name="connsiteX195" fmla="*/ 2413690 w 4724400"/>
              <a:gd name="connsiteY195" fmla="*/ 4851445 h 6857999"/>
              <a:gd name="connsiteX196" fmla="*/ 2606832 w 4724400"/>
              <a:gd name="connsiteY196" fmla="*/ 4846715 h 6857999"/>
              <a:gd name="connsiteX197" fmla="*/ 2691769 w 4724400"/>
              <a:gd name="connsiteY197" fmla="*/ 4852935 h 6857999"/>
              <a:gd name="connsiteX198" fmla="*/ 2811106 w 4724400"/>
              <a:gd name="connsiteY198" fmla="*/ 4859393 h 6857999"/>
              <a:gd name="connsiteX199" fmla="*/ 2961520 w 4724400"/>
              <a:gd name="connsiteY199" fmla="*/ 4847493 h 6857999"/>
              <a:gd name="connsiteX200" fmla="*/ 3070965 w 4724400"/>
              <a:gd name="connsiteY200" fmla="*/ 4837270 h 6857999"/>
              <a:gd name="connsiteX201" fmla="*/ 2753415 w 4724400"/>
              <a:gd name="connsiteY201" fmla="*/ 4783657 h 6857999"/>
              <a:gd name="connsiteX202" fmla="*/ 2389654 w 4724400"/>
              <a:gd name="connsiteY202" fmla="*/ 4275904 h 6857999"/>
              <a:gd name="connsiteX203" fmla="*/ 1522266 w 4724400"/>
              <a:gd name="connsiteY203" fmla="*/ 4472742 h 6857999"/>
              <a:gd name="connsiteX204" fmla="*/ 1464014 w 4724400"/>
              <a:gd name="connsiteY204" fmla="*/ 4498508 h 6857999"/>
              <a:gd name="connsiteX205" fmla="*/ 1376111 w 4724400"/>
              <a:gd name="connsiteY205" fmla="*/ 4536334 h 6857999"/>
              <a:gd name="connsiteX206" fmla="*/ 1498493 w 4724400"/>
              <a:gd name="connsiteY206" fmla="*/ 4502509 h 6857999"/>
              <a:gd name="connsiteX207" fmla="*/ 1831627 w 4724400"/>
              <a:gd name="connsiteY207" fmla="*/ 4454994 h 6857999"/>
              <a:gd name="connsiteX208" fmla="*/ 2389654 w 4724400"/>
              <a:gd name="connsiteY208" fmla="*/ 4275904 h 6857999"/>
              <a:gd name="connsiteX209" fmla="*/ 2147582 w 4724400"/>
              <a:gd name="connsiteY209" fmla="*/ 4220499 h 6857999"/>
              <a:gd name="connsiteX210" fmla="*/ 1556088 w 4724400"/>
              <a:gd name="connsiteY210" fmla="*/ 4425819 h 6857999"/>
              <a:gd name="connsiteX211" fmla="*/ 2346927 w 4724400"/>
              <a:gd name="connsiteY211" fmla="*/ 4248048 h 6857999"/>
              <a:gd name="connsiteX212" fmla="*/ 2147582 w 4724400"/>
              <a:gd name="connsiteY212" fmla="*/ 4220499 h 6857999"/>
              <a:gd name="connsiteX213" fmla="*/ 1790494 w 4724400"/>
              <a:gd name="connsiteY213" fmla="*/ 3958602 h 6857999"/>
              <a:gd name="connsiteX214" fmla="*/ 1059112 w 4724400"/>
              <a:gd name="connsiteY214" fmla="*/ 4119804 h 6857999"/>
              <a:gd name="connsiteX215" fmla="*/ 1790494 w 4724400"/>
              <a:gd name="connsiteY215" fmla="*/ 3958602 h 6857999"/>
              <a:gd name="connsiteX216" fmla="*/ 3757613 w 4724400"/>
              <a:gd name="connsiteY216" fmla="*/ 3936722 h 6857999"/>
              <a:gd name="connsiteX217" fmla="*/ 3715314 w 4724400"/>
              <a:gd name="connsiteY217" fmla="*/ 4196771 h 6857999"/>
              <a:gd name="connsiteX218" fmla="*/ 3631611 w 4724400"/>
              <a:gd name="connsiteY218" fmla="*/ 4613594 h 6857999"/>
              <a:gd name="connsiteX219" fmla="*/ 3596909 w 4724400"/>
              <a:gd name="connsiteY219" fmla="*/ 4707830 h 6857999"/>
              <a:gd name="connsiteX220" fmla="*/ 3581749 w 4724400"/>
              <a:gd name="connsiteY220" fmla="*/ 4747418 h 6857999"/>
              <a:gd name="connsiteX221" fmla="*/ 3510660 w 4724400"/>
              <a:gd name="connsiteY221" fmla="*/ 4966094 h 6857999"/>
              <a:gd name="connsiteX222" fmla="*/ 3757613 w 4724400"/>
              <a:gd name="connsiteY222" fmla="*/ 3936722 h 6857999"/>
              <a:gd name="connsiteX223" fmla="*/ 1701387 w 4724400"/>
              <a:gd name="connsiteY223" fmla="*/ 3919232 h 6857999"/>
              <a:gd name="connsiteX224" fmla="*/ 1136310 w 4724400"/>
              <a:gd name="connsiteY224" fmla="*/ 4068895 h 6857999"/>
              <a:gd name="connsiteX225" fmla="*/ 1784782 w 4724400"/>
              <a:gd name="connsiteY225" fmla="*/ 3927759 h 6857999"/>
              <a:gd name="connsiteX226" fmla="*/ 1701387 w 4724400"/>
              <a:gd name="connsiteY226" fmla="*/ 3919232 h 6857999"/>
              <a:gd name="connsiteX227" fmla="*/ 3733405 w 4724400"/>
              <a:gd name="connsiteY227" fmla="*/ 3900089 h 6857999"/>
              <a:gd name="connsiteX228" fmla="*/ 3500832 w 4724400"/>
              <a:gd name="connsiteY228" fmla="*/ 4885010 h 6857999"/>
              <a:gd name="connsiteX229" fmla="*/ 3552367 w 4724400"/>
              <a:gd name="connsiteY229" fmla="*/ 4735553 h 6857999"/>
              <a:gd name="connsiteX230" fmla="*/ 3567525 w 4724400"/>
              <a:gd name="connsiteY230" fmla="*/ 4695966 h 6857999"/>
              <a:gd name="connsiteX231" fmla="*/ 3602372 w 4724400"/>
              <a:gd name="connsiteY231" fmla="*/ 4603168 h 6857999"/>
              <a:gd name="connsiteX232" fmla="*/ 3684639 w 4724400"/>
              <a:gd name="connsiteY232" fmla="*/ 4192628 h 6857999"/>
              <a:gd name="connsiteX233" fmla="*/ 3733405 w 4724400"/>
              <a:gd name="connsiteY233" fmla="*/ 3900089 h 6857999"/>
              <a:gd name="connsiteX234" fmla="*/ 2800959 w 4724400"/>
              <a:gd name="connsiteY234" fmla="*/ 3871054 h 6857999"/>
              <a:gd name="connsiteX235" fmla="*/ 3026569 w 4724400"/>
              <a:gd name="connsiteY235" fmla="*/ 4520780 h 6857999"/>
              <a:gd name="connsiteX236" fmla="*/ 2889061 w 4724400"/>
              <a:gd name="connsiteY236" fmla="*/ 4157302 h 6857999"/>
              <a:gd name="connsiteX237" fmla="*/ 2800959 w 4724400"/>
              <a:gd name="connsiteY237" fmla="*/ 3871054 h 6857999"/>
              <a:gd name="connsiteX238" fmla="*/ 2809929 w 4724400"/>
              <a:gd name="connsiteY238" fmla="*/ 3701307 h 6857999"/>
              <a:gd name="connsiteX239" fmla="*/ 2809197 w 4724400"/>
              <a:gd name="connsiteY239" fmla="*/ 3708672 h 6857999"/>
              <a:gd name="connsiteX240" fmla="*/ 2918306 w 4724400"/>
              <a:gd name="connsiteY240" fmla="*/ 4147031 h 6857999"/>
              <a:gd name="connsiteX241" fmla="*/ 3068858 w 4724400"/>
              <a:gd name="connsiteY241" fmla="*/ 4544310 h 6857999"/>
              <a:gd name="connsiteX242" fmla="*/ 2968879 w 4724400"/>
              <a:gd name="connsiteY242" fmla="*/ 4144570 h 6857999"/>
              <a:gd name="connsiteX243" fmla="*/ 2809929 w 4724400"/>
              <a:gd name="connsiteY243" fmla="*/ 3701307 h 6857999"/>
              <a:gd name="connsiteX244" fmla="*/ 1867196 w 4724400"/>
              <a:gd name="connsiteY244" fmla="*/ 3456584 h 6857999"/>
              <a:gd name="connsiteX245" fmla="*/ 2183970 w 4724400"/>
              <a:gd name="connsiteY245" fmla="*/ 3826505 h 6857999"/>
              <a:gd name="connsiteX246" fmla="*/ 1867196 w 4724400"/>
              <a:gd name="connsiteY246" fmla="*/ 3456584 h 6857999"/>
              <a:gd name="connsiteX247" fmla="*/ 2322880 w 4724400"/>
              <a:gd name="connsiteY247" fmla="*/ 3078533 h 6857999"/>
              <a:gd name="connsiteX248" fmla="*/ 2295695 w 4724400"/>
              <a:gd name="connsiteY248" fmla="*/ 3245370 h 6857999"/>
              <a:gd name="connsiteX249" fmla="*/ 2268858 w 4724400"/>
              <a:gd name="connsiteY249" fmla="*/ 3758413 h 6857999"/>
              <a:gd name="connsiteX250" fmla="*/ 2295899 w 4724400"/>
              <a:gd name="connsiteY250" fmla="*/ 3528057 h 6857999"/>
              <a:gd name="connsiteX251" fmla="*/ 2326306 w 4724400"/>
              <a:gd name="connsiteY251" fmla="*/ 3231157 h 6857999"/>
              <a:gd name="connsiteX252" fmla="*/ 2324274 w 4724400"/>
              <a:gd name="connsiteY252" fmla="*/ 3142788 h 6857999"/>
              <a:gd name="connsiteX253" fmla="*/ 2322880 w 4724400"/>
              <a:gd name="connsiteY253" fmla="*/ 3078533 h 6857999"/>
              <a:gd name="connsiteX254" fmla="*/ 912797 w 4724400"/>
              <a:gd name="connsiteY254" fmla="*/ 2896659 h 6857999"/>
              <a:gd name="connsiteX255" fmla="*/ 1167201 w 4724400"/>
              <a:gd name="connsiteY255" fmla="*/ 3304169 h 6857999"/>
              <a:gd name="connsiteX256" fmla="*/ 1503848 w 4724400"/>
              <a:gd name="connsiteY256" fmla="*/ 3675946 h 6857999"/>
              <a:gd name="connsiteX257" fmla="*/ 1353091 w 4724400"/>
              <a:gd name="connsiteY257" fmla="*/ 3486482 h 6857999"/>
              <a:gd name="connsiteX258" fmla="*/ 1340012 w 4724400"/>
              <a:gd name="connsiteY258" fmla="*/ 3467256 h 6857999"/>
              <a:gd name="connsiteX259" fmla="*/ 1089196 w 4724400"/>
              <a:gd name="connsiteY259" fmla="*/ 3116474 h 6857999"/>
              <a:gd name="connsiteX260" fmla="*/ 959418 w 4724400"/>
              <a:gd name="connsiteY260" fmla="*/ 2948853 h 6857999"/>
              <a:gd name="connsiteX261" fmla="*/ 912797 w 4724400"/>
              <a:gd name="connsiteY261" fmla="*/ 2896659 h 6857999"/>
              <a:gd name="connsiteX262" fmla="*/ 2363420 w 4724400"/>
              <a:gd name="connsiteY262" fmla="*/ 2871730 h 6857999"/>
              <a:gd name="connsiteX263" fmla="*/ 2360107 w 4724400"/>
              <a:gd name="connsiteY263" fmla="*/ 2915231 h 6857999"/>
              <a:gd name="connsiteX264" fmla="*/ 2353099 w 4724400"/>
              <a:gd name="connsiteY264" fmla="*/ 3051540 h 6857999"/>
              <a:gd name="connsiteX265" fmla="*/ 2354925 w 4724400"/>
              <a:gd name="connsiteY265" fmla="*/ 3140814 h 6857999"/>
              <a:gd name="connsiteX266" fmla="*/ 2357104 w 4724400"/>
              <a:gd name="connsiteY266" fmla="*/ 3230628 h 6857999"/>
              <a:gd name="connsiteX267" fmla="*/ 2326221 w 4724400"/>
              <a:gd name="connsiteY267" fmla="*/ 3531652 h 6857999"/>
              <a:gd name="connsiteX268" fmla="*/ 2299836 w 4724400"/>
              <a:gd name="connsiteY268" fmla="*/ 3750864 h 6857999"/>
              <a:gd name="connsiteX269" fmla="*/ 2346877 w 4724400"/>
              <a:gd name="connsiteY269" fmla="*/ 3662531 h 6857999"/>
              <a:gd name="connsiteX270" fmla="*/ 2363420 w 4724400"/>
              <a:gd name="connsiteY270" fmla="*/ 2871730 h 6857999"/>
              <a:gd name="connsiteX271" fmla="*/ 912921 w 4724400"/>
              <a:gd name="connsiteY271" fmla="*/ 2850596 h 6857999"/>
              <a:gd name="connsiteX272" fmla="*/ 983846 w 4724400"/>
              <a:gd name="connsiteY272" fmla="*/ 2928627 h 6857999"/>
              <a:gd name="connsiteX273" fmla="*/ 1114669 w 4724400"/>
              <a:gd name="connsiteY273" fmla="*/ 3097880 h 6857999"/>
              <a:gd name="connsiteX274" fmla="*/ 1366183 w 4724400"/>
              <a:gd name="connsiteY274" fmla="*/ 3449753 h 6857999"/>
              <a:gd name="connsiteX275" fmla="*/ 1379263 w 4724400"/>
              <a:gd name="connsiteY275" fmla="*/ 3468981 h 6857999"/>
              <a:gd name="connsiteX276" fmla="*/ 1492446 w 4724400"/>
              <a:gd name="connsiteY276" fmla="*/ 3620389 h 6857999"/>
              <a:gd name="connsiteX277" fmla="*/ 912921 w 4724400"/>
              <a:gd name="connsiteY277" fmla="*/ 2850596 h 6857999"/>
              <a:gd name="connsiteX278" fmla="*/ 2386551 w 4724400"/>
              <a:gd name="connsiteY278" fmla="*/ 2642862 h 6857999"/>
              <a:gd name="connsiteX279" fmla="*/ 2403741 w 4724400"/>
              <a:gd name="connsiteY279" fmla="*/ 2659697 h 6857999"/>
              <a:gd name="connsiteX280" fmla="*/ 2499078 w 4724400"/>
              <a:gd name="connsiteY280" fmla="*/ 3423399 h 6857999"/>
              <a:gd name="connsiteX281" fmla="*/ 2413232 w 4724400"/>
              <a:gd name="connsiteY281" fmla="*/ 3700562 h 6857999"/>
              <a:gd name="connsiteX282" fmla="*/ 2428424 w 4724400"/>
              <a:gd name="connsiteY282" fmla="*/ 4178295 h 6857999"/>
              <a:gd name="connsiteX283" fmla="*/ 2927779 w 4724400"/>
              <a:gd name="connsiteY283" fmla="*/ 4531843 h 6857999"/>
              <a:gd name="connsiteX284" fmla="*/ 2758380 w 4724400"/>
              <a:gd name="connsiteY284" fmla="*/ 3561061 h 6857999"/>
              <a:gd name="connsiteX285" fmla="*/ 2846610 w 4724400"/>
              <a:gd name="connsiteY285" fmla="*/ 3538353 h 6857999"/>
              <a:gd name="connsiteX286" fmla="*/ 3106063 w 4724400"/>
              <a:gd name="connsiteY286" fmla="*/ 4271430 h 6857999"/>
              <a:gd name="connsiteX287" fmla="*/ 3116136 w 4724400"/>
              <a:gd name="connsiteY287" fmla="*/ 4688819 h 6857999"/>
              <a:gd name="connsiteX288" fmla="*/ 3412872 w 4724400"/>
              <a:gd name="connsiteY288" fmla="*/ 4966558 h 6857999"/>
              <a:gd name="connsiteX289" fmla="*/ 3763612 w 4724400"/>
              <a:gd name="connsiteY289" fmla="*/ 3645474 h 6857999"/>
              <a:gd name="connsiteX290" fmla="*/ 3850165 w 4724400"/>
              <a:gd name="connsiteY290" fmla="*/ 3638405 h 6857999"/>
              <a:gd name="connsiteX291" fmla="*/ 3515311 w 4724400"/>
              <a:gd name="connsiteY291" fmla="*/ 5051260 h 6857999"/>
              <a:gd name="connsiteX292" fmla="*/ 3501147 w 4724400"/>
              <a:gd name="connsiteY292" fmla="*/ 5059552 h 6857999"/>
              <a:gd name="connsiteX293" fmla="*/ 3790420 w 4724400"/>
              <a:gd name="connsiteY293" fmla="*/ 5401078 h 6857999"/>
              <a:gd name="connsiteX294" fmla="*/ 4221141 w 4724400"/>
              <a:gd name="connsiteY294" fmla="*/ 6045312 h 6857999"/>
              <a:gd name="connsiteX295" fmla="*/ 4326825 w 4724400"/>
              <a:gd name="connsiteY295" fmla="*/ 5681109 h 6857999"/>
              <a:gd name="connsiteX296" fmla="*/ 4325127 w 4724400"/>
              <a:gd name="connsiteY296" fmla="*/ 5669934 h 6857999"/>
              <a:gd name="connsiteX297" fmla="*/ 4309144 w 4724400"/>
              <a:gd name="connsiteY297" fmla="*/ 5671723 h 6857999"/>
              <a:gd name="connsiteX298" fmla="*/ 3974946 w 4724400"/>
              <a:gd name="connsiteY298" fmla="*/ 4736592 h 6857999"/>
              <a:gd name="connsiteX299" fmla="*/ 4060171 w 4724400"/>
              <a:gd name="connsiteY299" fmla="*/ 4704317 h 6857999"/>
              <a:gd name="connsiteX300" fmla="*/ 4383942 w 4724400"/>
              <a:gd name="connsiteY300" fmla="*/ 5463703 h 6857999"/>
              <a:gd name="connsiteX301" fmla="*/ 4654905 w 4724400"/>
              <a:gd name="connsiteY301" fmla="*/ 5156948 h 6857999"/>
              <a:gd name="connsiteX302" fmla="*/ 4724400 w 4724400"/>
              <a:gd name="connsiteY302" fmla="*/ 5098975 h 6857999"/>
              <a:gd name="connsiteX303" fmla="*/ 4724400 w 4724400"/>
              <a:gd name="connsiteY303" fmla="*/ 5160063 h 6857999"/>
              <a:gd name="connsiteX304" fmla="*/ 4687505 w 4724400"/>
              <a:gd name="connsiteY304" fmla="*/ 5191181 h 6857999"/>
              <a:gd name="connsiteX305" fmla="*/ 4451303 w 4724400"/>
              <a:gd name="connsiteY305" fmla="*/ 5491132 h 6857999"/>
              <a:gd name="connsiteX306" fmla="*/ 4599954 w 4724400"/>
              <a:gd name="connsiteY306" fmla="*/ 5317498 h 6857999"/>
              <a:gd name="connsiteX307" fmla="*/ 4724400 w 4724400"/>
              <a:gd name="connsiteY307" fmla="*/ 5211392 h 6857999"/>
              <a:gd name="connsiteX308" fmla="*/ 4724400 w 4724400"/>
              <a:gd name="connsiteY308" fmla="*/ 5251559 h 6857999"/>
              <a:gd name="connsiteX309" fmla="*/ 4619898 w 4724400"/>
              <a:gd name="connsiteY309" fmla="*/ 5340764 h 6857999"/>
              <a:gd name="connsiteX310" fmla="*/ 4473735 w 4724400"/>
              <a:gd name="connsiteY310" fmla="*/ 5512809 h 6857999"/>
              <a:gd name="connsiteX311" fmla="*/ 4430539 w 4724400"/>
              <a:gd name="connsiteY311" fmla="*/ 5592553 h 6857999"/>
              <a:gd name="connsiteX312" fmla="*/ 4569759 w 4724400"/>
              <a:gd name="connsiteY312" fmla="*/ 5482816 h 6857999"/>
              <a:gd name="connsiteX313" fmla="*/ 4724400 w 4724400"/>
              <a:gd name="connsiteY313" fmla="*/ 5330891 h 6857999"/>
              <a:gd name="connsiteX314" fmla="*/ 4724400 w 4724400"/>
              <a:gd name="connsiteY314" fmla="*/ 5402912 h 6857999"/>
              <a:gd name="connsiteX315" fmla="*/ 4586888 w 4724400"/>
              <a:gd name="connsiteY315" fmla="*/ 5533939 h 6857999"/>
              <a:gd name="connsiteX316" fmla="*/ 4413377 w 4724400"/>
              <a:gd name="connsiteY316" fmla="*/ 5674040 h 6857999"/>
              <a:gd name="connsiteX317" fmla="*/ 4412066 w 4724400"/>
              <a:gd name="connsiteY317" fmla="*/ 5675644 h 6857999"/>
              <a:gd name="connsiteX318" fmla="*/ 4406074 w 4724400"/>
              <a:gd name="connsiteY318" fmla="*/ 5683306 h 6857999"/>
              <a:gd name="connsiteX319" fmla="*/ 4271008 w 4724400"/>
              <a:gd name="connsiteY319" fmla="*/ 6118417 h 6857999"/>
              <a:gd name="connsiteX320" fmla="*/ 4265220 w 4724400"/>
              <a:gd name="connsiteY320" fmla="*/ 6125184 h 6857999"/>
              <a:gd name="connsiteX321" fmla="*/ 4590463 w 4724400"/>
              <a:gd name="connsiteY321" fmla="*/ 6805045 h 6857999"/>
              <a:gd name="connsiteX322" fmla="*/ 4610122 w 4724400"/>
              <a:gd name="connsiteY322" fmla="*/ 6857999 h 6857999"/>
              <a:gd name="connsiteX323" fmla="*/ 4513231 w 4724400"/>
              <a:gd name="connsiteY323" fmla="*/ 6857999 h 6857999"/>
              <a:gd name="connsiteX324" fmla="*/ 4374770 w 4724400"/>
              <a:gd name="connsiteY324" fmla="*/ 6532596 h 6857999"/>
              <a:gd name="connsiteX325" fmla="*/ 4339518 w 4724400"/>
              <a:gd name="connsiteY325" fmla="*/ 6461642 h 6857999"/>
              <a:gd name="connsiteX326" fmla="*/ 3884810 w 4724400"/>
              <a:gd name="connsiteY326" fmla="*/ 5682534 h 6857999"/>
              <a:gd name="connsiteX327" fmla="*/ 3876498 w 4724400"/>
              <a:gd name="connsiteY327" fmla="*/ 5681717 h 6857999"/>
              <a:gd name="connsiteX328" fmla="*/ 3263209 w 4724400"/>
              <a:gd name="connsiteY328" fmla="*/ 5585749 h 6857999"/>
              <a:gd name="connsiteX329" fmla="*/ 3245450 w 4724400"/>
              <a:gd name="connsiteY329" fmla="*/ 5593271 h 6857999"/>
              <a:gd name="connsiteX330" fmla="*/ 1952592 w 4724400"/>
              <a:gd name="connsiteY330" fmla="*/ 5692050 h 6857999"/>
              <a:gd name="connsiteX331" fmla="*/ 1936466 w 4724400"/>
              <a:gd name="connsiteY331" fmla="*/ 5671708 h 6857999"/>
              <a:gd name="connsiteX332" fmla="*/ 3244709 w 4724400"/>
              <a:gd name="connsiteY332" fmla="*/ 5538562 h 6857999"/>
              <a:gd name="connsiteX333" fmla="*/ 3823886 w 4724400"/>
              <a:gd name="connsiteY333" fmla="*/ 5595804 h 6857999"/>
              <a:gd name="connsiteX334" fmla="*/ 3709024 w 4724400"/>
              <a:gd name="connsiteY334" fmla="*/ 5439340 h 6857999"/>
              <a:gd name="connsiteX335" fmla="*/ 3198362 w 4724400"/>
              <a:gd name="connsiteY335" fmla="*/ 4874588 h 6857999"/>
              <a:gd name="connsiteX336" fmla="*/ 3179417 w 4724400"/>
              <a:gd name="connsiteY336" fmla="*/ 4879047 h 6857999"/>
              <a:gd name="connsiteX337" fmla="*/ 2639496 w 4724400"/>
              <a:gd name="connsiteY337" fmla="*/ 4989072 h 6857999"/>
              <a:gd name="connsiteX338" fmla="*/ 1972353 w 4724400"/>
              <a:gd name="connsiteY338" fmla="*/ 4909921 h 6857999"/>
              <a:gd name="connsiteX339" fmla="*/ 2002679 w 4724400"/>
              <a:gd name="connsiteY339" fmla="*/ 4872131 h 6857999"/>
              <a:gd name="connsiteX340" fmla="*/ 3097424 w 4724400"/>
              <a:gd name="connsiteY340" fmla="*/ 4781269 h 6857999"/>
              <a:gd name="connsiteX341" fmla="*/ 2454890 w 4724400"/>
              <a:gd name="connsiteY341" fmla="*/ 4287833 h 6857999"/>
              <a:gd name="connsiteX342" fmla="*/ 2452881 w 4724400"/>
              <a:gd name="connsiteY342" fmla="*/ 4288346 h 6857999"/>
              <a:gd name="connsiteX343" fmla="*/ 2448527 w 4724400"/>
              <a:gd name="connsiteY343" fmla="*/ 4288836 h 6857999"/>
              <a:gd name="connsiteX344" fmla="*/ 2323525 w 4724400"/>
              <a:gd name="connsiteY344" fmla="*/ 4367248 h 6857999"/>
              <a:gd name="connsiteX345" fmla="*/ 2060764 w 4724400"/>
              <a:gd name="connsiteY345" fmla="*/ 4451767 h 6857999"/>
              <a:gd name="connsiteX346" fmla="*/ 1162250 w 4724400"/>
              <a:gd name="connsiteY346" fmla="*/ 4613329 h 6857999"/>
              <a:gd name="connsiteX347" fmla="*/ 1132639 w 4724400"/>
              <a:gd name="connsiteY347" fmla="*/ 4596243 h 6857999"/>
              <a:gd name="connsiteX348" fmla="*/ 2293970 w 4724400"/>
              <a:gd name="connsiteY348" fmla="*/ 4182283 h 6857999"/>
              <a:gd name="connsiteX349" fmla="*/ 1900637 w 4724400"/>
              <a:gd name="connsiteY349" fmla="*/ 3949470 h 6857999"/>
              <a:gd name="connsiteX350" fmla="*/ 1887014 w 4724400"/>
              <a:gd name="connsiteY350" fmla="*/ 3951288 h 6857999"/>
              <a:gd name="connsiteX351" fmla="*/ 896751 w 4724400"/>
              <a:gd name="connsiteY351" fmla="*/ 4159267 h 6857999"/>
              <a:gd name="connsiteX352" fmla="*/ 918967 w 4724400"/>
              <a:gd name="connsiteY352" fmla="*/ 4119760 h 6857999"/>
              <a:gd name="connsiteX353" fmla="*/ 1764113 w 4724400"/>
              <a:gd name="connsiteY353" fmla="*/ 3873539 h 6857999"/>
              <a:gd name="connsiteX354" fmla="*/ 1555701 w 4724400"/>
              <a:gd name="connsiteY354" fmla="*/ 3763109 h 6857999"/>
              <a:gd name="connsiteX355" fmla="*/ 1542956 w 4724400"/>
              <a:gd name="connsiteY355" fmla="*/ 3758998 h 6857999"/>
              <a:gd name="connsiteX356" fmla="*/ 1136724 w 4724400"/>
              <a:gd name="connsiteY356" fmla="*/ 3417171 h 6857999"/>
              <a:gd name="connsiteX357" fmla="*/ 750977 w 4724400"/>
              <a:gd name="connsiteY357" fmla="*/ 2770227 h 6857999"/>
              <a:gd name="connsiteX358" fmla="*/ 755174 w 4724400"/>
              <a:gd name="connsiteY358" fmla="*/ 2749954 h 6857999"/>
              <a:gd name="connsiteX359" fmla="*/ 830023 w 4724400"/>
              <a:gd name="connsiteY359" fmla="*/ 2731935 h 6857999"/>
              <a:gd name="connsiteX360" fmla="*/ 1623018 w 4724400"/>
              <a:gd name="connsiteY360" fmla="*/ 3716225 h 6857999"/>
              <a:gd name="connsiteX361" fmla="*/ 2294841 w 4724400"/>
              <a:gd name="connsiteY361" fmla="*/ 4093587 h 6857999"/>
              <a:gd name="connsiteX362" fmla="*/ 2250226 w 4724400"/>
              <a:gd name="connsiteY362" fmla="*/ 3916719 h 6857999"/>
              <a:gd name="connsiteX363" fmla="*/ 2245523 w 4724400"/>
              <a:gd name="connsiteY363" fmla="*/ 3916663 h 6857999"/>
              <a:gd name="connsiteX364" fmla="*/ 1707994 w 4724400"/>
              <a:gd name="connsiteY364" fmla="*/ 3326950 h 6857999"/>
              <a:gd name="connsiteX365" fmla="*/ 1786341 w 4724400"/>
              <a:gd name="connsiteY365" fmla="*/ 3287566 h 6857999"/>
              <a:gd name="connsiteX366" fmla="*/ 2158071 w 4724400"/>
              <a:gd name="connsiteY366" fmla="*/ 3639960 h 6857999"/>
              <a:gd name="connsiteX367" fmla="*/ 2189281 w 4724400"/>
              <a:gd name="connsiteY367" fmla="*/ 3333361 h 6857999"/>
              <a:gd name="connsiteX368" fmla="*/ 2314466 w 4724400"/>
              <a:gd name="connsiteY368" fmla="*/ 2680771 h 6857999"/>
              <a:gd name="connsiteX369" fmla="*/ 2386551 w 4724400"/>
              <a:gd name="connsiteY369" fmla="*/ 2642862 h 6857999"/>
              <a:gd name="connsiteX370" fmla="*/ 3646699 w 4724400"/>
              <a:gd name="connsiteY370" fmla="*/ 2390555 h 6857999"/>
              <a:gd name="connsiteX371" fmla="*/ 3645773 w 4724400"/>
              <a:gd name="connsiteY371" fmla="*/ 2392739 h 6857999"/>
              <a:gd name="connsiteX372" fmla="*/ 3649597 w 4724400"/>
              <a:gd name="connsiteY372" fmla="*/ 2394358 h 6857999"/>
              <a:gd name="connsiteX373" fmla="*/ 3646699 w 4724400"/>
              <a:gd name="connsiteY373" fmla="*/ 2390555 h 6857999"/>
              <a:gd name="connsiteX374" fmla="*/ 3038676 w 4724400"/>
              <a:gd name="connsiteY374" fmla="*/ 2118977 h 6857999"/>
              <a:gd name="connsiteX375" fmla="*/ 2963942 w 4724400"/>
              <a:gd name="connsiteY375" fmla="*/ 2525128 h 6857999"/>
              <a:gd name="connsiteX376" fmla="*/ 2923775 w 4724400"/>
              <a:gd name="connsiteY376" fmla="*/ 2667145 h 6857999"/>
              <a:gd name="connsiteX377" fmla="*/ 2887447 w 4724400"/>
              <a:gd name="connsiteY377" fmla="*/ 2832031 h 6857999"/>
              <a:gd name="connsiteX378" fmla="*/ 2868480 w 4724400"/>
              <a:gd name="connsiteY378" fmla="*/ 2927011 h 6857999"/>
              <a:gd name="connsiteX379" fmla="*/ 2921794 w 4724400"/>
              <a:gd name="connsiteY379" fmla="*/ 2782834 h 6857999"/>
              <a:gd name="connsiteX380" fmla="*/ 3038676 w 4724400"/>
              <a:gd name="connsiteY380" fmla="*/ 2118977 h 6857999"/>
              <a:gd name="connsiteX381" fmla="*/ 4070579 w 4724400"/>
              <a:gd name="connsiteY381" fmla="*/ 2090376 h 6857999"/>
              <a:gd name="connsiteX382" fmla="*/ 4109879 w 4724400"/>
              <a:gd name="connsiteY382" fmla="*/ 2228695 h 6857999"/>
              <a:gd name="connsiteX383" fmla="*/ 4119154 w 4724400"/>
              <a:gd name="connsiteY383" fmla="*/ 2266098 h 6857999"/>
              <a:gd name="connsiteX384" fmla="*/ 4141411 w 4724400"/>
              <a:gd name="connsiteY384" fmla="*/ 2353427 h 6857999"/>
              <a:gd name="connsiteX385" fmla="*/ 4293979 w 4724400"/>
              <a:gd name="connsiteY385" fmla="*/ 2703223 h 6857999"/>
              <a:gd name="connsiteX386" fmla="*/ 4410111 w 4724400"/>
              <a:gd name="connsiteY386" fmla="*/ 2947465 h 6857999"/>
              <a:gd name="connsiteX387" fmla="*/ 4070579 w 4724400"/>
              <a:gd name="connsiteY387" fmla="*/ 2090376 h 6857999"/>
              <a:gd name="connsiteX388" fmla="*/ 4020821 w 4724400"/>
              <a:gd name="connsiteY388" fmla="*/ 2034549 h 6857999"/>
              <a:gd name="connsiteX389" fmla="*/ 4372756 w 4724400"/>
              <a:gd name="connsiteY389" fmla="*/ 2932293 h 6857999"/>
              <a:gd name="connsiteX390" fmla="*/ 4268731 w 4724400"/>
              <a:gd name="connsiteY390" fmla="*/ 2715710 h 6857999"/>
              <a:gd name="connsiteX391" fmla="*/ 4113960 w 4724400"/>
              <a:gd name="connsiteY391" fmla="*/ 2360474 h 6857999"/>
              <a:gd name="connsiteX392" fmla="*/ 4090842 w 4724400"/>
              <a:gd name="connsiteY392" fmla="*/ 2272139 h 6857999"/>
              <a:gd name="connsiteX393" fmla="*/ 4081569 w 4724400"/>
              <a:gd name="connsiteY393" fmla="*/ 2234734 h 6857999"/>
              <a:gd name="connsiteX394" fmla="*/ 4020821 w 4724400"/>
              <a:gd name="connsiteY394" fmla="*/ 2034549 h 6857999"/>
              <a:gd name="connsiteX395" fmla="*/ 3001316 w 4724400"/>
              <a:gd name="connsiteY395" fmla="*/ 2032338 h 6857999"/>
              <a:gd name="connsiteX396" fmla="*/ 2953880 w 4724400"/>
              <a:gd name="connsiteY396" fmla="*/ 2185446 h 6857999"/>
              <a:gd name="connsiteX397" fmla="*/ 2883664 w 4724400"/>
              <a:gd name="connsiteY397" fmla="*/ 2591574 h 6857999"/>
              <a:gd name="connsiteX398" fmla="*/ 2826885 w 4724400"/>
              <a:gd name="connsiteY398" fmla="*/ 2991809 h 6857999"/>
              <a:gd name="connsiteX399" fmla="*/ 2860250 w 4724400"/>
              <a:gd name="connsiteY399" fmla="*/ 2826310 h 6857999"/>
              <a:gd name="connsiteX400" fmla="*/ 2896499 w 4724400"/>
              <a:gd name="connsiteY400" fmla="*/ 2660098 h 6857999"/>
              <a:gd name="connsiteX401" fmla="*/ 2937125 w 4724400"/>
              <a:gd name="connsiteY401" fmla="*/ 2516991 h 6857999"/>
              <a:gd name="connsiteX402" fmla="*/ 3010471 w 4724400"/>
              <a:gd name="connsiteY402" fmla="*/ 2114122 h 6857999"/>
              <a:gd name="connsiteX403" fmla="*/ 3001316 w 4724400"/>
              <a:gd name="connsiteY403" fmla="*/ 2032338 h 6857999"/>
              <a:gd name="connsiteX404" fmla="*/ 3105532 w 4724400"/>
              <a:gd name="connsiteY404" fmla="*/ 1991479 h 6857999"/>
              <a:gd name="connsiteX405" fmla="*/ 3599280 w 4724400"/>
              <a:gd name="connsiteY405" fmla="*/ 2371770 h 6857999"/>
              <a:gd name="connsiteX406" fmla="*/ 3105532 w 4724400"/>
              <a:gd name="connsiteY406" fmla="*/ 1991479 h 6857999"/>
              <a:gd name="connsiteX407" fmla="*/ 3111169 w 4724400"/>
              <a:gd name="connsiteY407" fmla="*/ 1962963 h 6857999"/>
              <a:gd name="connsiteX408" fmla="*/ 3606223 w 4724400"/>
              <a:gd name="connsiteY408" fmla="*/ 2338658 h 6857999"/>
              <a:gd name="connsiteX409" fmla="*/ 3111169 w 4724400"/>
              <a:gd name="connsiteY409" fmla="*/ 1962963 h 6857999"/>
              <a:gd name="connsiteX410" fmla="*/ 2050698 w 4724400"/>
              <a:gd name="connsiteY410" fmla="*/ 1338235 h 6857999"/>
              <a:gd name="connsiteX411" fmla="*/ 2370409 w 4724400"/>
              <a:gd name="connsiteY411" fmla="*/ 2272553 h 6857999"/>
              <a:gd name="connsiteX412" fmla="*/ 2338306 w 4724400"/>
              <a:gd name="connsiteY412" fmla="*/ 2159819 h 6857999"/>
              <a:gd name="connsiteX413" fmla="*/ 2334023 w 4724400"/>
              <a:gd name="connsiteY413" fmla="*/ 2142555 h 6857999"/>
              <a:gd name="connsiteX414" fmla="*/ 2161071 w 4724400"/>
              <a:gd name="connsiteY414" fmla="*/ 1617375 h 6857999"/>
              <a:gd name="connsiteX415" fmla="*/ 2130699 w 4724400"/>
              <a:gd name="connsiteY415" fmla="*/ 1544643 h 6857999"/>
              <a:gd name="connsiteX416" fmla="*/ 2050698 w 4724400"/>
              <a:gd name="connsiteY416" fmla="*/ 1338235 h 6857999"/>
              <a:gd name="connsiteX417" fmla="*/ 2060478 w 4724400"/>
              <a:gd name="connsiteY417" fmla="*/ 1278636 h 6857999"/>
              <a:gd name="connsiteX418" fmla="*/ 2156346 w 4724400"/>
              <a:gd name="connsiteY418" fmla="*/ 1534260 h 6857999"/>
              <a:gd name="connsiteX419" fmla="*/ 2187258 w 4724400"/>
              <a:gd name="connsiteY419" fmla="*/ 1607218 h 6857999"/>
              <a:gd name="connsiteX420" fmla="*/ 2358704 w 4724400"/>
              <a:gd name="connsiteY420" fmla="*/ 2125320 h 6857999"/>
              <a:gd name="connsiteX421" fmla="*/ 2233598 w 4724400"/>
              <a:gd name="connsiteY421" fmla="*/ 1646797 h 6857999"/>
              <a:gd name="connsiteX422" fmla="*/ 2060478 w 4724400"/>
              <a:gd name="connsiteY422" fmla="*/ 1278636 h 6857999"/>
              <a:gd name="connsiteX423" fmla="*/ 1974152 w 4724400"/>
              <a:gd name="connsiteY423" fmla="*/ 1245311 h 6857999"/>
              <a:gd name="connsiteX424" fmla="*/ 1811379 w 4724400"/>
              <a:gd name="connsiteY424" fmla="*/ 1406236 h 6857999"/>
              <a:gd name="connsiteX425" fmla="*/ 1767940 w 4724400"/>
              <a:gd name="connsiteY425" fmla="*/ 1546869 h 6857999"/>
              <a:gd name="connsiteX426" fmla="*/ 1796474 w 4724400"/>
              <a:gd name="connsiteY426" fmla="*/ 1557016 h 6857999"/>
              <a:gd name="connsiteX427" fmla="*/ 1974152 w 4724400"/>
              <a:gd name="connsiteY427" fmla="*/ 1245311 h 6857999"/>
              <a:gd name="connsiteX428" fmla="*/ 4681531 w 4724400"/>
              <a:gd name="connsiteY428" fmla="*/ 959050 h 6857999"/>
              <a:gd name="connsiteX429" fmla="*/ 4638064 w 4724400"/>
              <a:gd name="connsiteY429" fmla="*/ 1006960 h 6857999"/>
              <a:gd name="connsiteX430" fmla="*/ 4415502 w 4724400"/>
              <a:gd name="connsiteY430" fmla="*/ 1184424 h 6857999"/>
              <a:gd name="connsiteX431" fmla="*/ 4197574 w 4724400"/>
              <a:gd name="connsiteY431" fmla="*/ 1317493 h 6857999"/>
              <a:gd name="connsiteX432" fmla="*/ 4122737 w 4724400"/>
              <a:gd name="connsiteY432" fmla="*/ 1348256 h 6857999"/>
              <a:gd name="connsiteX433" fmla="*/ 4024988 w 4724400"/>
              <a:gd name="connsiteY433" fmla="*/ 1390573 h 6857999"/>
              <a:gd name="connsiteX434" fmla="*/ 4421265 w 4724400"/>
              <a:gd name="connsiteY434" fmla="*/ 1220988 h 6857999"/>
              <a:gd name="connsiteX435" fmla="*/ 4681531 w 4724400"/>
              <a:gd name="connsiteY435" fmla="*/ 959050 h 6857999"/>
              <a:gd name="connsiteX436" fmla="*/ 4722484 w 4724400"/>
              <a:gd name="connsiteY436" fmla="*/ 854709 h 6857999"/>
              <a:gd name="connsiteX437" fmla="*/ 4695347 w 4724400"/>
              <a:gd name="connsiteY437" fmla="*/ 879275 h 6857999"/>
              <a:gd name="connsiteX438" fmla="*/ 4253878 w 4724400"/>
              <a:gd name="connsiteY438" fmla="*/ 1216434 h 6857999"/>
              <a:gd name="connsiteX439" fmla="*/ 4213112 w 4724400"/>
              <a:gd name="connsiteY439" fmla="*/ 1239730 h 6857999"/>
              <a:gd name="connsiteX440" fmla="*/ 4037747 w 4724400"/>
              <a:gd name="connsiteY440" fmla="*/ 1352837 h 6857999"/>
              <a:gd name="connsiteX441" fmla="*/ 4113362 w 4724400"/>
              <a:gd name="connsiteY441" fmla="*/ 1321759 h 6857999"/>
              <a:gd name="connsiteX442" fmla="*/ 4186634 w 4724400"/>
              <a:gd name="connsiteY442" fmla="*/ 1291618 h 6857999"/>
              <a:gd name="connsiteX443" fmla="*/ 4399674 w 4724400"/>
              <a:gd name="connsiteY443" fmla="*/ 1160983 h 6857999"/>
              <a:gd name="connsiteX444" fmla="*/ 4618435 w 4724400"/>
              <a:gd name="connsiteY444" fmla="*/ 986418 h 6857999"/>
              <a:gd name="connsiteX445" fmla="*/ 4722484 w 4724400"/>
              <a:gd name="connsiteY445" fmla="*/ 854709 h 6857999"/>
              <a:gd name="connsiteX446" fmla="*/ 1456504 w 4724400"/>
              <a:gd name="connsiteY446" fmla="*/ 777000 h 6857999"/>
              <a:gd name="connsiteX447" fmla="*/ 1454399 w 4724400"/>
              <a:gd name="connsiteY447" fmla="*/ 794136 h 6857999"/>
              <a:gd name="connsiteX448" fmla="*/ 1448466 w 4724400"/>
              <a:gd name="connsiteY448" fmla="*/ 843129 h 6857999"/>
              <a:gd name="connsiteX449" fmla="*/ 1442252 w 4724400"/>
              <a:gd name="connsiteY449" fmla="*/ 1005313 h 6857999"/>
              <a:gd name="connsiteX450" fmla="*/ 1469382 w 4724400"/>
              <a:gd name="connsiteY450" fmla="*/ 1614896 h 6857999"/>
              <a:gd name="connsiteX451" fmla="*/ 1472106 w 4724400"/>
              <a:gd name="connsiteY451" fmla="*/ 1632791 h 6857999"/>
              <a:gd name="connsiteX452" fmla="*/ 1479091 w 4724400"/>
              <a:gd name="connsiteY452" fmla="*/ 1680170 h 6857999"/>
              <a:gd name="connsiteX453" fmla="*/ 1480043 w 4724400"/>
              <a:gd name="connsiteY453" fmla="*/ 1649028 h 6857999"/>
              <a:gd name="connsiteX454" fmla="*/ 1464087 w 4724400"/>
              <a:gd name="connsiteY454" fmla="*/ 871628 h 6857999"/>
              <a:gd name="connsiteX455" fmla="*/ 1462204 w 4724400"/>
              <a:gd name="connsiteY455" fmla="*/ 850229 h 6857999"/>
              <a:gd name="connsiteX456" fmla="*/ 1456504 w 4724400"/>
              <a:gd name="connsiteY456" fmla="*/ 777000 h 6857999"/>
              <a:gd name="connsiteX457" fmla="*/ 1483619 w 4724400"/>
              <a:gd name="connsiteY457" fmla="*/ 764662 h 6857999"/>
              <a:gd name="connsiteX458" fmla="*/ 1489670 w 4724400"/>
              <a:gd name="connsiteY458" fmla="*/ 847698 h 6857999"/>
              <a:gd name="connsiteX459" fmla="*/ 1491553 w 4724400"/>
              <a:gd name="connsiteY459" fmla="*/ 869097 h 6857999"/>
              <a:gd name="connsiteX460" fmla="*/ 1508481 w 4724400"/>
              <a:gd name="connsiteY460" fmla="*/ 1619865 h 6857999"/>
              <a:gd name="connsiteX461" fmla="*/ 1483619 w 4724400"/>
              <a:gd name="connsiteY461" fmla="*/ 764662 h 6857999"/>
              <a:gd name="connsiteX462" fmla="*/ 1430481 w 4724400"/>
              <a:gd name="connsiteY462" fmla="*/ 630137 h 6857999"/>
              <a:gd name="connsiteX463" fmla="*/ 1442495 w 4724400"/>
              <a:gd name="connsiteY463" fmla="*/ 1626691 h 6857999"/>
              <a:gd name="connsiteX464" fmla="*/ 1441222 w 4724400"/>
              <a:gd name="connsiteY464" fmla="*/ 1619067 h 6857999"/>
              <a:gd name="connsiteX465" fmla="*/ 1414069 w 4724400"/>
              <a:gd name="connsiteY465" fmla="*/ 1004967 h 6857999"/>
              <a:gd name="connsiteX466" fmla="*/ 1420665 w 4724400"/>
              <a:gd name="connsiteY466" fmla="*/ 840369 h 6857999"/>
              <a:gd name="connsiteX467" fmla="*/ 1426829 w 4724400"/>
              <a:gd name="connsiteY467" fmla="*/ 790831 h 6857999"/>
              <a:gd name="connsiteX468" fmla="*/ 1430481 w 4724400"/>
              <a:gd name="connsiteY468" fmla="*/ 630137 h 6857999"/>
              <a:gd name="connsiteX469" fmla="*/ 4023796 w 4724400"/>
              <a:gd name="connsiteY469" fmla="*/ 623931 h 6857999"/>
              <a:gd name="connsiteX470" fmla="*/ 3945729 w 4724400"/>
              <a:gd name="connsiteY470" fmla="*/ 662344 h 6857999"/>
              <a:gd name="connsiteX471" fmla="*/ 3498947 w 4724400"/>
              <a:gd name="connsiteY471" fmla="*/ 818916 h 6857999"/>
              <a:gd name="connsiteX472" fmla="*/ 3031283 w 4724400"/>
              <a:gd name="connsiteY472" fmla="*/ 1111507 h 6857999"/>
              <a:gd name="connsiteX473" fmla="*/ 3203692 w 4724400"/>
              <a:gd name="connsiteY473" fmla="*/ 1035777 h 6857999"/>
              <a:gd name="connsiteX474" fmla="*/ 3218294 w 4724400"/>
              <a:gd name="connsiteY474" fmla="*/ 1027151 h 6857999"/>
              <a:gd name="connsiteX475" fmla="*/ 3636737 w 4724400"/>
              <a:gd name="connsiteY475" fmla="*/ 817377 h 6857999"/>
              <a:gd name="connsiteX476" fmla="*/ 4023796 w 4724400"/>
              <a:gd name="connsiteY476" fmla="*/ 623931 h 6857999"/>
              <a:gd name="connsiteX477" fmla="*/ 3311704 w 4724400"/>
              <a:gd name="connsiteY477" fmla="*/ 584486 h 6857999"/>
              <a:gd name="connsiteX478" fmla="*/ 3190778 w 4724400"/>
              <a:gd name="connsiteY478" fmla="*/ 772788 h 6857999"/>
              <a:gd name="connsiteX479" fmla="*/ 3007981 w 4724400"/>
              <a:gd name="connsiteY479" fmla="*/ 1070739 h 6857999"/>
              <a:gd name="connsiteX480" fmla="*/ 3267578 w 4724400"/>
              <a:gd name="connsiteY480" fmla="*/ 693281 h 6857999"/>
              <a:gd name="connsiteX481" fmla="*/ 2664888 w 4724400"/>
              <a:gd name="connsiteY481" fmla="*/ 518596 h 6857999"/>
              <a:gd name="connsiteX482" fmla="*/ 2411865 w 4724400"/>
              <a:gd name="connsiteY482" fmla="*/ 567273 h 6857999"/>
              <a:gd name="connsiteX483" fmla="*/ 1896643 w 4724400"/>
              <a:gd name="connsiteY483" fmla="*/ 809468 h 6857999"/>
              <a:gd name="connsiteX484" fmla="*/ 1899055 w 4724400"/>
              <a:gd name="connsiteY484" fmla="*/ 809848 h 6857999"/>
              <a:gd name="connsiteX485" fmla="*/ 2446633 w 4724400"/>
              <a:gd name="connsiteY485" fmla="*/ 596159 h 6857999"/>
              <a:gd name="connsiteX486" fmla="*/ 2796924 w 4724400"/>
              <a:gd name="connsiteY486" fmla="*/ 501747 h 6857999"/>
              <a:gd name="connsiteX487" fmla="*/ 2455237 w 4724400"/>
              <a:gd name="connsiteY487" fmla="*/ 622979 h 6857999"/>
              <a:gd name="connsiteX488" fmla="*/ 1949308 w 4724400"/>
              <a:gd name="connsiteY488" fmla="*/ 818889 h 6857999"/>
              <a:gd name="connsiteX489" fmla="*/ 1950634 w 4724400"/>
              <a:gd name="connsiteY489" fmla="*/ 818810 h 6857999"/>
              <a:gd name="connsiteX490" fmla="*/ 2796924 w 4724400"/>
              <a:gd name="connsiteY490" fmla="*/ 501747 h 6857999"/>
              <a:gd name="connsiteX491" fmla="*/ 3335099 w 4724400"/>
              <a:gd name="connsiteY491" fmla="*/ 488163 h 6857999"/>
              <a:gd name="connsiteX492" fmla="*/ 3151139 w 4724400"/>
              <a:gd name="connsiteY492" fmla="*/ 734118 h 6857999"/>
              <a:gd name="connsiteX493" fmla="*/ 3136980 w 4724400"/>
              <a:gd name="connsiteY493" fmla="*/ 753877 h 6857999"/>
              <a:gd name="connsiteX494" fmla="*/ 3062043 w 4724400"/>
              <a:gd name="connsiteY494" fmla="*/ 867004 h 6857999"/>
              <a:gd name="connsiteX495" fmla="*/ 2994594 w 4724400"/>
              <a:gd name="connsiteY495" fmla="*/ 1035452 h 6857999"/>
              <a:gd name="connsiteX496" fmla="*/ 3167517 w 4724400"/>
              <a:gd name="connsiteY496" fmla="*/ 757788 h 6857999"/>
              <a:gd name="connsiteX497" fmla="*/ 3335099 w 4724400"/>
              <a:gd name="connsiteY497" fmla="*/ 488163 h 6857999"/>
              <a:gd name="connsiteX498" fmla="*/ 2891507 w 4724400"/>
              <a:gd name="connsiteY498" fmla="*/ 485136 h 6857999"/>
              <a:gd name="connsiteX499" fmla="*/ 2047508 w 4724400"/>
              <a:gd name="connsiteY499" fmla="*/ 825701 h 6857999"/>
              <a:gd name="connsiteX500" fmla="*/ 2891507 w 4724400"/>
              <a:gd name="connsiteY500" fmla="*/ 485136 h 6857999"/>
              <a:gd name="connsiteX501" fmla="*/ 4418489 w 4724400"/>
              <a:gd name="connsiteY501" fmla="*/ 483936 h 6857999"/>
              <a:gd name="connsiteX502" fmla="*/ 4155290 w 4724400"/>
              <a:gd name="connsiteY502" fmla="*/ 661575 h 6857999"/>
              <a:gd name="connsiteX503" fmla="*/ 3571040 w 4724400"/>
              <a:gd name="connsiteY503" fmla="*/ 996875 h 6857999"/>
              <a:gd name="connsiteX504" fmla="*/ 3093710 w 4724400"/>
              <a:gd name="connsiteY504" fmla="*/ 1145020 h 6857999"/>
              <a:gd name="connsiteX505" fmla="*/ 3207527 w 4724400"/>
              <a:gd name="connsiteY505" fmla="*/ 1163586 h 6857999"/>
              <a:gd name="connsiteX506" fmla="*/ 3652751 w 4724400"/>
              <a:gd name="connsiteY506" fmla="*/ 990907 h 6857999"/>
              <a:gd name="connsiteX507" fmla="*/ 4180906 w 4724400"/>
              <a:gd name="connsiteY507" fmla="*/ 680145 h 6857999"/>
              <a:gd name="connsiteX508" fmla="*/ 4418489 w 4724400"/>
              <a:gd name="connsiteY508" fmla="*/ 483936 h 6857999"/>
              <a:gd name="connsiteX509" fmla="*/ 3316944 w 4724400"/>
              <a:gd name="connsiteY509" fmla="*/ 465669 h 6857999"/>
              <a:gd name="connsiteX510" fmla="*/ 2958819 w 4724400"/>
              <a:gd name="connsiteY510" fmla="*/ 1062158 h 6857999"/>
              <a:gd name="connsiteX511" fmla="*/ 3004132 w 4724400"/>
              <a:gd name="connsiteY511" fmla="*/ 921679 h 6857999"/>
              <a:gd name="connsiteX512" fmla="*/ 3037224 w 4724400"/>
              <a:gd name="connsiteY512" fmla="*/ 852631 h 6857999"/>
              <a:gd name="connsiteX513" fmla="*/ 3114637 w 4724400"/>
              <a:gd name="connsiteY513" fmla="*/ 736692 h 6857999"/>
              <a:gd name="connsiteX514" fmla="*/ 3128801 w 4724400"/>
              <a:gd name="connsiteY514" fmla="*/ 716935 h 6857999"/>
              <a:gd name="connsiteX515" fmla="*/ 3316944 w 4724400"/>
              <a:gd name="connsiteY515" fmla="*/ 465669 h 6857999"/>
              <a:gd name="connsiteX516" fmla="*/ 4448894 w 4724400"/>
              <a:gd name="connsiteY516" fmla="*/ 422768 h 6857999"/>
              <a:gd name="connsiteX517" fmla="*/ 4235585 w 4724400"/>
              <a:gd name="connsiteY517" fmla="*/ 528178 h 6857999"/>
              <a:gd name="connsiteX518" fmla="*/ 4213155 w 4724400"/>
              <a:gd name="connsiteY518" fmla="*/ 543149 h 6857999"/>
              <a:gd name="connsiteX519" fmla="*/ 3649218 w 4724400"/>
              <a:gd name="connsiteY519" fmla="*/ 842623 h 6857999"/>
              <a:gd name="connsiteX520" fmla="*/ 3232564 w 4724400"/>
              <a:gd name="connsiteY520" fmla="*/ 1051220 h 6857999"/>
              <a:gd name="connsiteX521" fmla="*/ 3217970 w 4724400"/>
              <a:gd name="connsiteY521" fmla="*/ 1059849 h 6857999"/>
              <a:gd name="connsiteX522" fmla="*/ 3116688 w 4724400"/>
              <a:gd name="connsiteY522" fmla="*/ 1113543 h 6857999"/>
              <a:gd name="connsiteX523" fmla="*/ 3559098 w 4724400"/>
              <a:gd name="connsiteY523" fmla="*/ 971858 h 6857999"/>
              <a:gd name="connsiteX524" fmla="*/ 4140004 w 4724400"/>
              <a:gd name="connsiteY524" fmla="*/ 638368 h 6857999"/>
              <a:gd name="connsiteX525" fmla="*/ 4451852 w 4724400"/>
              <a:gd name="connsiteY525" fmla="*/ 423380 h 6857999"/>
              <a:gd name="connsiteX526" fmla="*/ 4448894 w 4724400"/>
              <a:gd name="connsiteY526" fmla="*/ 422768 h 6857999"/>
              <a:gd name="connsiteX527" fmla="*/ 680568 w 4724400"/>
              <a:gd name="connsiteY527" fmla="*/ 416949 h 6857999"/>
              <a:gd name="connsiteX528" fmla="*/ 394452 w 4724400"/>
              <a:gd name="connsiteY528" fmla="*/ 694330 h 6857999"/>
              <a:gd name="connsiteX529" fmla="*/ 340402 w 4724400"/>
              <a:gd name="connsiteY529" fmla="*/ 759654 h 6857999"/>
              <a:gd name="connsiteX530" fmla="*/ 827699 w 4724400"/>
              <a:gd name="connsiteY530" fmla="*/ 416143 h 6857999"/>
              <a:gd name="connsiteX531" fmla="*/ 841524 w 4724400"/>
              <a:gd name="connsiteY531" fmla="*/ 534021 h 6857999"/>
              <a:gd name="connsiteX532" fmla="*/ 825554 w 4724400"/>
              <a:gd name="connsiteY532" fmla="*/ 672115 h 6857999"/>
              <a:gd name="connsiteX533" fmla="*/ 811499 w 4724400"/>
              <a:gd name="connsiteY533" fmla="*/ 769176 h 6857999"/>
              <a:gd name="connsiteX534" fmla="*/ 841586 w 4724400"/>
              <a:gd name="connsiteY534" fmla="*/ 1060039 h 6857999"/>
              <a:gd name="connsiteX535" fmla="*/ 942912 w 4724400"/>
              <a:gd name="connsiteY535" fmla="*/ 1511108 h 6857999"/>
              <a:gd name="connsiteX536" fmla="*/ 884057 w 4724400"/>
              <a:gd name="connsiteY536" fmla="*/ 521768 h 6857999"/>
              <a:gd name="connsiteX537" fmla="*/ 827699 w 4724400"/>
              <a:gd name="connsiteY537" fmla="*/ 416143 h 6857999"/>
              <a:gd name="connsiteX538" fmla="*/ 798883 w 4724400"/>
              <a:gd name="connsiteY538" fmla="*/ 414244 h 6857999"/>
              <a:gd name="connsiteX539" fmla="*/ 875825 w 4724400"/>
              <a:gd name="connsiteY539" fmla="*/ 1357811 h 6857999"/>
              <a:gd name="connsiteX540" fmla="*/ 814514 w 4724400"/>
              <a:gd name="connsiteY540" fmla="*/ 1064671 h 6857999"/>
              <a:gd name="connsiteX541" fmla="*/ 783698 w 4724400"/>
              <a:gd name="connsiteY541" fmla="*/ 766414 h 6857999"/>
              <a:gd name="connsiteX542" fmla="*/ 798129 w 4724400"/>
              <a:gd name="connsiteY542" fmla="*/ 666939 h 6857999"/>
              <a:gd name="connsiteX543" fmla="*/ 813894 w 4724400"/>
              <a:gd name="connsiteY543" fmla="*/ 533909 h 6857999"/>
              <a:gd name="connsiteX544" fmla="*/ 798883 w 4724400"/>
              <a:gd name="connsiteY544" fmla="*/ 414244 h 6857999"/>
              <a:gd name="connsiteX545" fmla="*/ 673202 w 4724400"/>
              <a:gd name="connsiteY545" fmla="*/ 388720 h 6857999"/>
              <a:gd name="connsiteX546" fmla="*/ 392779 w 4724400"/>
              <a:gd name="connsiteY546" fmla="*/ 596411 h 6857999"/>
              <a:gd name="connsiteX547" fmla="*/ 270088 w 4724400"/>
              <a:gd name="connsiteY547" fmla="*/ 790400 h 6857999"/>
              <a:gd name="connsiteX548" fmla="*/ 259285 w 4724400"/>
              <a:gd name="connsiteY548" fmla="*/ 812869 h 6857999"/>
              <a:gd name="connsiteX549" fmla="*/ 372890 w 4724400"/>
              <a:gd name="connsiteY549" fmla="*/ 676832 h 6857999"/>
              <a:gd name="connsiteX550" fmla="*/ 673202 w 4724400"/>
              <a:gd name="connsiteY550" fmla="*/ 388720 h 6857999"/>
              <a:gd name="connsiteX551" fmla="*/ 1628210 w 4724400"/>
              <a:gd name="connsiteY551" fmla="*/ 0 h 6857999"/>
              <a:gd name="connsiteX552" fmla="*/ 1748399 w 4724400"/>
              <a:gd name="connsiteY552" fmla="*/ 0 h 6857999"/>
              <a:gd name="connsiteX553" fmla="*/ 1783391 w 4724400"/>
              <a:gd name="connsiteY553" fmla="*/ 17650 h 6857999"/>
              <a:gd name="connsiteX554" fmla="*/ 2084193 w 4724400"/>
              <a:gd name="connsiteY554" fmla="*/ 69947 h 6857999"/>
              <a:gd name="connsiteX555" fmla="*/ 2744101 w 4724400"/>
              <a:gd name="connsiteY555" fmla="*/ 15192 h 6857999"/>
              <a:gd name="connsiteX556" fmla="*/ 2197414 w 4724400"/>
              <a:gd name="connsiteY556" fmla="*/ 41266 h 6857999"/>
              <a:gd name="connsiteX557" fmla="*/ 1914967 w 4724400"/>
              <a:gd name="connsiteY557" fmla="*/ 18583 h 6857999"/>
              <a:gd name="connsiteX558" fmla="*/ 1815559 w 4724400"/>
              <a:gd name="connsiteY558" fmla="*/ 0 h 6857999"/>
              <a:gd name="connsiteX559" fmla="*/ 2001666 w 4724400"/>
              <a:gd name="connsiteY559" fmla="*/ 0 h 6857999"/>
              <a:gd name="connsiteX560" fmla="*/ 2036517 w 4724400"/>
              <a:gd name="connsiteY560" fmla="*/ 4274 h 6857999"/>
              <a:gd name="connsiteX561" fmla="*/ 2199623 w 4724400"/>
              <a:gd name="connsiteY561" fmla="*/ 13232 h 6857999"/>
              <a:gd name="connsiteX562" fmla="*/ 2420103 w 4724400"/>
              <a:gd name="connsiteY562" fmla="*/ 12601 h 6857999"/>
              <a:gd name="connsiteX563" fmla="*/ 2621330 w 4724400"/>
              <a:gd name="connsiteY563" fmla="*/ 0 h 6857999"/>
              <a:gd name="connsiteX564" fmla="*/ 3076571 w 4724400"/>
              <a:gd name="connsiteY564" fmla="*/ 0 h 6857999"/>
              <a:gd name="connsiteX565" fmla="*/ 2924796 w 4724400"/>
              <a:gd name="connsiteY565" fmla="*/ 36772 h 6857999"/>
              <a:gd name="connsiteX566" fmla="*/ 1946203 w 4724400"/>
              <a:gd name="connsiteY566" fmla="*/ 131277 h 6857999"/>
              <a:gd name="connsiteX567" fmla="*/ 1707026 w 4724400"/>
              <a:gd name="connsiteY567" fmla="*/ 44983 h 6857999"/>
              <a:gd name="connsiteX568" fmla="*/ 1007398 w 4724400"/>
              <a:gd name="connsiteY568" fmla="*/ 0 h 6857999"/>
              <a:gd name="connsiteX569" fmla="*/ 1105902 w 4724400"/>
              <a:gd name="connsiteY569" fmla="*/ 0 h 6857999"/>
              <a:gd name="connsiteX570" fmla="*/ 1191939 w 4724400"/>
              <a:gd name="connsiteY570" fmla="*/ 117664 h 6857999"/>
              <a:gd name="connsiteX571" fmla="*/ 1780907 w 4724400"/>
              <a:gd name="connsiteY571" fmla="*/ 743734 h 6857999"/>
              <a:gd name="connsiteX572" fmla="*/ 1841857 w 4724400"/>
              <a:gd name="connsiteY572" fmla="*/ 795932 h 6857999"/>
              <a:gd name="connsiteX573" fmla="*/ 2317896 w 4724400"/>
              <a:gd name="connsiteY573" fmla="*/ 530713 h 6857999"/>
              <a:gd name="connsiteX574" fmla="*/ 3015228 w 4724400"/>
              <a:gd name="connsiteY574" fmla="*/ 399738 h 6857999"/>
              <a:gd name="connsiteX575" fmla="*/ 3000782 w 4724400"/>
              <a:gd name="connsiteY575" fmla="*/ 461219 h 6857999"/>
              <a:gd name="connsiteX576" fmla="*/ 1963190 w 4724400"/>
              <a:gd name="connsiteY576" fmla="*/ 895589 h 6857999"/>
              <a:gd name="connsiteX577" fmla="*/ 2552180 w 4724400"/>
              <a:gd name="connsiteY577" fmla="*/ 1298815 h 6857999"/>
              <a:gd name="connsiteX578" fmla="*/ 2904618 w 4724400"/>
              <a:gd name="connsiteY578" fmla="*/ 1146081 h 6857999"/>
              <a:gd name="connsiteX579" fmla="*/ 3428829 w 4724400"/>
              <a:gd name="connsiteY579" fmla="*/ 310883 h 6857999"/>
              <a:gd name="connsiteX580" fmla="*/ 3452135 w 4724400"/>
              <a:gd name="connsiteY580" fmla="*/ 318176 h 6857999"/>
              <a:gd name="connsiteX581" fmla="*/ 3169464 w 4724400"/>
              <a:gd name="connsiteY581" fmla="*/ 935661 h 6857999"/>
              <a:gd name="connsiteX582" fmla="*/ 3049395 w 4724400"/>
              <a:gd name="connsiteY582" fmla="*/ 1070245 h 6857999"/>
              <a:gd name="connsiteX583" fmla="*/ 3401235 w 4724400"/>
              <a:gd name="connsiteY583" fmla="*/ 815534 h 6857999"/>
              <a:gd name="connsiteX584" fmla="*/ 4236947 w 4724400"/>
              <a:gd name="connsiteY584" fmla="*/ 465665 h 6857999"/>
              <a:gd name="connsiteX585" fmla="*/ 4565962 w 4724400"/>
              <a:gd name="connsiteY585" fmla="*/ 350012 h 6857999"/>
              <a:gd name="connsiteX586" fmla="*/ 4557937 w 4724400"/>
              <a:gd name="connsiteY586" fmla="*/ 382666 h 6857999"/>
              <a:gd name="connsiteX587" fmla="*/ 3621049 w 4724400"/>
              <a:gd name="connsiteY587" fmla="*/ 1056676 h 6857999"/>
              <a:gd name="connsiteX588" fmla="*/ 3094000 w 4724400"/>
              <a:gd name="connsiteY588" fmla="*/ 1229477 h 6857999"/>
              <a:gd name="connsiteX589" fmla="*/ 2813197 w 4724400"/>
              <a:gd name="connsiteY589" fmla="*/ 1263181 h 6857999"/>
              <a:gd name="connsiteX590" fmla="*/ 2615776 w 4724400"/>
              <a:gd name="connsiteY590" fmla="*/ 1334114 h 6857999"/>
              <a:gd name="connsiteX591" fmla="*/ 3364982 w 4724400"/>
              <a:gd name="connsiteY591" fmla="*/ 1687356 h 6857999"/>
              <a:gd name="connsiteX592" fmla="*/ 3371663 w 4724400"/>
              <a:gd name="connsiteY592" fmla="*/ 1683743 h 6857999"/>
              <a:gd name="connsiteX593" fmla="*/ 3883310 w 4724400"/>
              <a:gd name="connsiteY593" fmla="*/ 1443899 h 6857999"/>
              <a:gd name="connsiteX594" fmla="*/ 3892746 w 4724400"/>
              <a:gd name="connsiteY594" fmla="*/ 1429225 h 6857999"/>
              <a:gd name="connsiteX595" fmla="*/ 4699980 w 4724400"/>
              <a:gd name="connsiteY595" fmla="*/ 789523 h 6857999"/>
              <a:gd name="connsiteX596" fmla="*/ 4724400 w 4724400"/>
              <a:gd name="connsiteY596" fmla="*/ 769876 h 6857999"/>
              <a:gd name="connsiteX597" fmla="*/ 4724400 w 4724400"/>
              <a:gd name="connsiteY597" fmla="*/ 802845 h 6857999"/>
              <a:gd name="connsiteX598" fmla="*/ 4705958 w 4724400"/>
              <a:gd name="connsiteY598" fmla="*/ 821317 h 6857999"/>
              <a:gd name="connsiteX599" fmla="*/ 4649798 w 4724400"/>
              <a:gd name="connsiteY599" fmla="*/ 877374 h 6857999"/>
              <a:gd name="connsiteX600" fmla="*/ 4005326 w 4724400"/>
              <a:gd name="connsiteY600" fmla="*/ 1344259 h 6857999"/>
              <a:gd name="connsiteX601" fmla="*/ 4199378 w 4724400"/>
              <a:gd name="connsiteY601" fmla="*/ 1215889 h 6857999"/>
              <a:gd name="connsiteX602" fmla="*/ 4239600 w 4724400"/>
              <a:gd name="connsiteY602" fmla="*/ 1192361 h 6857999"/>
              <a:gd name="connsiteX603" fmla="*/ 4677037 w 4724400"/>
              <a:gd name="connsiteY603" fmla="*/ 858646 h 6857999"/>
              <a:gd name="connsiteX604" fmla="*/ 4724400 w 4724400"/>
              <a:gd name="connsiteY604" fmla="*/ 810414 h 6857999"/>
              <a:gd name="connsiteX605" fmla="*/ 4724400 w 4724400"/>
              <a:gd name="connsiteY605" fmla="*/ 916439 h 6857999"/>
              <a:gd name="connsiteX606" fmla="*/ 4683030 w 4724400"/>
              <a:gd name="connsiteY606" fmla="*/ 982925 h 6857999"/>
              <a:gd name="connsiteX607" fmla="*/ 3921884 w 4724400"/>
              <a:gd name="connsiteY607" fmla="*/ 1469889 h 6857999"/>
              <a:gd name="connsiteX608" fmla="*/ 3456136 w 4724400"/>
              <a:gd name="connsiteY608" fmla="*/ 1721439 h 6857999"/>
              <a:gd name="connsiteX609" fmla="*/ 3624313 w 4724400"/>
              <a:gd name="connsiteY609" fmla="*/ 1780406 h 6857999"/>
              <a:gd name="connsiteX610" fmla="*/ 4303638 w 4724400"/>
              <a:gd name="connsiteY610" fmla="*/ 1944400 h 6857999"/>
              <a:gd name="connsiteX611" fmla="*/ 4315566 w 4724400"/>
              <a:gd name="connsiteY611" fmla="*/ 1931422 h 6857999"/>
              <a:gd name="connsiteX612" fmla="*/ 4664388 w 4724400"/>
              <a:gd name="connsiteY612" fmla="*/ 1574357 h 6857999"/>
              <a:gd name="connsiteX613" fmla="*/ 4724400 w 4724400"/>
              <a:gd name="connsiteY613" fmla="*/ 1537429 h 6857999"/>
              <a:gd name="connsiteX614" fmla="*/ 4724400 w 4724400"/>
              <a:gd name="connsiteY614" fmla="*/ 1589108 h 6857999"/>
              <a:gd name="connsiteX615" fmla="*/ 4644505 w 4724400"/>
              <a:gd name="connsiteY615" fmla="*/ 1640352 h 6857999"/>
              <a:gd name="connsiteX616" fmla="*/ 4381603 w 4724400"/>
              <a:gd name="connsiteY616" fmla="*/ 1900149 h 6857999"/>
              <a:gd name="connsiteX617" fmla="*/ 4478726 w 4724400"/>
              <a:gd name="connsiteY617" fmla="*/ 1822808 h 6857999"/>
              <a:gd name="connsiteX618" fmla="*/ 4588263 w 4724400"/>
              <a:gd name="connsiteY618" fmla="*/ 1735914 h 6857999"/>
              <a:gd name="connsiteX619" fmla="*/ 4683216 w 4724400"/>
              <a:gd name="connsiteY619" fmla="*/ 1678902 h 6857999"/>
              <a:gd name="connsiteX620" fmla="*/ 4724400 w 4724400"/>
              <a:gd name="connsiteY620" fmla="*/ 1655121 h 6857999"/>
              <a:gd name="connsiteX621" fmla="*/ 4724400 w 4724400"/>
              <a:gd name="connsiteY621" fmla="*/ 1686869 h 6857999"/>
              <a:gd name="connsiteX622" fmla="*/ 4696172 w 4724400"/>
              <a:gd name="connsiteY622" fmla="*/ 1703058 h 6857999"/>
              <a:gd name="connsiteX623" fmla="*/ 4602997 w 4724400"/>
              <a:gd name="connsiteY623" fmla="*/ 1758893 h 6857999"/>
              <a:gd name="connsiteX624" fmla="*/ 4496021 w 4724400"/>
              <a:gd name="connsiteY624" fmla="*/ 1844299 h 6857999"/>
              <a:gd name="connsiteX625" fmla="*/ 4419004 w 4724400"/>
              <a:gd name="connsiteY625" fmla="*/ 1907617 h 6857999"/>
              <a:gd name="connsiteX626" fmla="*/ 4685975 w 4724400"/>
              <a:gd name="connsiteY626" fmla="*/ 1786372 h 6857999"/>
              <a:gd name="connsiteX627" fmla="*/ 4724400 w 4724400"/>
              <a:gd name="connsiteY627" fmla="*/ 1759693 h 6857999"/>
              <a:gd name="connsiteX628" fmla="*/ 4724400 w 4724400"/>
              <a:gd name="connsiteY628" fmla="*/ 1809459 h 6857999"/>
              <a:gd name="connsiteX629" fmla="*/ 4653762 w 4724400"/>
              <a:gd name="connsiteY629" fmla="*/ 1857561 h 6857999"/>
              <a:gd name="connsiteX630" fmla="*/ 4428349 w 4724400"/>
              <a:gd name="connsiteY630" fmla="*/ 1963079 h 6857999"/>
              <a:gd name="connsiteX631" fmla="*/ 4724400 w 4724400"/>
              <a:gd name="connsiteY631" fmla="*/ 1990579 h 6857999"/>
              <a:gd name="connsiteX632" fmla="*/ 4724400 w 4724400"/>
              <a:gd name="connsiteY632" fmla="*/ 2065582 h 6857999"/>
              <a:gd name="connsiteX633" fmla="*/ 4686318 w 4724400"/>
              <a:gd name="connsiteY633" fmla="*/ 2063926 h 6857999"/>
              <a:gd name="connsiteX634" fmla="*/ 4724400 w 4724400"/>
              <a:gd name="connsiteY634" fmla="*/ 2085104 h 6857999"/>
              <a:gd name="connsiteX635" fmla="*/ 4724400 w 4724400"/>
              <a:gd name="connsiteY635" fmla="*/ 2178471 h 6857999"/>
              <a:gd name="connsiteX636" fmla="*/ 4617755 w 4724400"/>
              <a:gd name="connsiteY636" fmla="*/ 2122457 h 6857999"/>
              <a:gd name="connsiteX637" fmla="*/ 4724400 w 4724400"/>
              <a:gd name="connsiteY637" fmla="*/ 2196158 h 6857999"/>
              <a:gd name="connsiteX638" fmla="*/ 4724400 w 4724400"/>
              <a:gd name="connsiteY638" fmla="*/ 2230374 h 6857999"/>
              <a:gd name="connsiteX639" fmla="*/ 4573637 w 4724400"/>
              <a:gd name="connsiteY639" fmla="*/ 2126309 h 6857999"/>
              <a:gd name="connsiteX640" fmla="*/ 4706850 w 4724400"/>
              <a:gd name="connsiteY640" fmla="*/ 2262541 h 6857999"/>
              <a:gd name="connsiteX641" fmla="*/ 4724400 w 4724400"/>
              <a:gd name="connsiteY641" fmla="*/ 2275857 h 6857999"/>
              <a:gd name="connsiteX642" fmla="*/ 4724400 w 4724400"/>
              <a:gd name="connsiteY642" fmla="*/ 2377131 h 6857999"/>
              <a:gd name="connsiteX643" fmla="*/ 4688201 w 4724400"/>
              <a:gd name="connsiteY643" fmla="*/ 2349925 h 6857999"/>
              <a:gd name="connsiteX644" fmla="*/ 4462564 w 4724400"/>
              <a:gd name="connsiteY644" fmla="*/ 2041945 h 6857999"/>
              <a:gd name="connsiteX645" fmla="*/ 4094167 w 4724400"/>
              <a:gd name="connsiteY645" fmla="*/ 1984479 h 6857999"/>
              <a:gd name="connsiteX646" fmla="*/ 4520397 w 4724400"/>
              <a:gd name="connsiteY646" fmla="*/ 3153822 h 6857999"/>
              <a:gd name="connsiteX647" fmla="*/ 4458958 w 4724400"/>
              <a:gd name="connsiteY647" fmla="*/ 3203134 h 6857999"/>
              <a:gd name="connsiteX648" fmla="*/ 3972830 w 4724400"/>
              <a:gd name="connsiteY648" fmla="*/ 1973028 h 6857999"/>
              <a:gd name="connsiteX649" fmla="*/ 3979154 w 4724400"/>
              <a:gd name="connsiteY649" fmla="*/ 1959605 h 6857999"/>
              <a:gd name="connsiteX650" fmla="*/ 3583051 w 4724400"/>
              <a:gd name="connsiteY650" fmla="*/ 1850495 h 6857999"/>
              <a:gd name="connsiteX651" fmla="*/ 2922360 w 4724400"/>
              <a:gd name="connsiteY651" fmla="*/ 1586232 h 6857999"/>
              <a:gd name="connsiteX652" fmla="*/ 3033099 w 4724400"/>
              <a:gd name="connsiteY652" fmla="*/ 1913175 h 6857999"/>
              <a:gd name="connsiteX653" fmla="*/ 3040214 w 4724400"/>
              <a:gd name="connsiteY653" fmla="*/ 1920694 h 6857999"/>
              <a:gd name="connsiteX654" fmla="*/ 3051308 w 4724400"/>
              <a:gd name="connsiteY654" fmla="*/ 1911226 h 6857999"/>
              <a:gd name="connsiteX655" fmla="*/ 3791335 w 4724400"/>
              <a:gd name="connsiteY655" fmla="*/ 2442781 h 6857999"/>
              <a:gd name="connsiteX656" fmla="*/ 3744063 w 4724400"/>
              <a:gd name="connsiteY656" fmla="*/ 2510325 h 6857999"/>
              <a:gd name="connsiteX657" fmla="*/ 3103695 w 4724400"/>
              <a:gd name="connsiteY657" fmla="*/ 2105302 h 6857999"/>
              <a:gd name="connsiteX658" fmla="*/ 2968137 w 4724400"/>
              <a:gd name="connsiteY658" fmla="*/ 2805672 h 6857999"/>
              <a:gd name="connsiteX659" fmla="*/ 2739231 w 4724400"/>
              <a:gd name="connsiteY659" fmla="*/ 3151701 h 6857999"/>
              <a:gd name="connsiteX660" fmla="*/ 2728882 w 4724400"/>
              <a:gd name="connsiteY660" fmla="*/ 3135084 h 6857999"/>
              <a:gd name="connsiteX661" fmla="*/ 2914282 w 4724400"/>
              <a:gd name="connsiteY661" fmla="*/ 2155807 h 6857999"/>
              <a:gd name="connsiteX662" fmla="*/ 2971660 w 4724400"/>
              <a:gd name="connsiteY662" fmla="*/ 1962486 h 6857999"/>
              <a:gd name="connsiteX663" fmla="*/ 2971809 w 4724400"/>
              <a:gd name="connsiteY663" fmla="*/ 1960615 h 6857999"/>
              <a:gd name="connsiteX664" fmla="*/ 2972315 w 4724400"/>
              <a:gd name="connsiteY664" fmla="*/ 1951821 h 6857999"/>
              <a:gd name="connsiteX665" fmla="*/ 2846641 w 4724400"/>
              <a:gd name="connsiteY665" fmla="*/ 1556749 h 6857999"/>
              <a:gd name="connsiteX666" fmla="*/ 2847461 w 4724400"/>
              <a:gd name="connsiteY666" fmla="*/ 1548729 h 6857999"/>
              <a:gd name="connsiteX667" fmla="*/ 2058558 w 4724400"/>
              <a:gd name="connsiteY667" fmla="*/ 1071804 h 6857999"/>
              <a:gd name="connsiteX668" fmla="*/ 2291089 w 4724400"/>
              <a:gd name="connsiteY668" fmla="*/ 1585512 h 6857999"/>
              <a:gd name="connsiteX669" fmla="*/ 2473792 w 4724400"/>
              <a:gd name="connsiteY669" fmla="*/ 2432858 h 6857999"/>
              <a:gd name="connsiteX670" fmla="*/ 2420124 w 4724400"/>
              <a:gd name="connsiteY670" fmla="*/ 2495762 h 6857999"/>
              <a:gd name="connsiteX671" fmla="*/ 2119846 w 4724400"/>
              <a:gd name="connsiteY671" fmla="*/ 1872898 h 6857999"/>
              <a:gd name="connsiteX672" fmla="*/ 1995210 w 4724400"/>
              <a:gd name="connsiteY672" fmla="*/ 1288346 h 6857999"/>
              <a:gd name="connsiteX673" fmla="*/ 1850975 w 4724400"/>
              <a:gd name="connsiteY673" fmla="*/ 1540820 h 6857999"/>
              <a:gd name="connsiteX674" fmla="*/ 1723490 w 4724400"/>
              <a:gd name="connsiteY674" fmla="*/ 1688355 h 6857999"/>
              <a:gd name="connsiteX675" fmla="*/ 1710157 w 4724400"/>
              <a:gd name="connsiteY675" fmla="*/ 1683354 h 6857999"/>
              <a:gd name="connsiteX676" fmla="*/ 1807265 w 4724400"/>
              <a:gd name="connsiteY676" fmla="*/ 1336896 h 6857999"/>
              <a:gd name="connsiteX677" fmla="*/ 2011049 w 4724400"/>
              <a:gd name="connsiteY677" fmla="*/ 1173376 h 6857999"/>
              <a:gd name="connsiteX678" fmla="*/ 2014681 w 4724400"/>
              <a:gd name="connsiteY678" fmla="*/ 1167830 h 6857999"/>
              <a:gd name="connsiteX679" fmla="*/ 1971037 w 4724400"/>
              <a:gd name="connsiteY679" fmla="*/ 1015438 h 6857999"/>
              <a:gd name="connsiteX680" fmla="*/ 1971858 w 4724400"/>
              <a:gd name="connsiteY680" fmla="*/ 1007420 h 6857999"/>
              <a:gd name="connsiteX681" fmla="*/ 1729505 w 4724400"/>
              <a:gd name="connsiteY681" fmla="*/ 808882 h 6857999"/>
              <a:gd name="connsiteX682" fmla="*/ 1506007 w 4724400"/>
              <a:gd name="connsiteY682" fmla="*/ 597733 h 6857999"/>
              <a:gd name="connsiteX683" fmla="*/ 1499912 w 4724400"/>
              <a:gd name="connsiteY683" fmla="*/ 1795211 h 6857999"/>
              <a:gd name="connsiteX684" fmla="*/ 1444926 w 4724400"/>
              <a:gd name="connsiteY684" fmla="*/ 1841464 h 6857999"/>
              <a:gd name="connsiteX685" fmla="*/ 1425791 w 4724400"/>
              <a:gd name="connsiteY685" fmla="*/ 572788 h 6857999"/>
              <a:gd name="connsiteX686" fmla="*/ 1435390 w 4724400"/>
              <a:gd name="connsiteY686" fmla="*/ 560750 h 6857999"/>
              <a:gd name="connsiteX687" fmla="*/ 1451502 w 4724400"/>
              <a:gd name="connsiteY687" fmla="*/ 542471 h 6857999"/>
              <a:gd name="connsiteX688" fmla="*/ 1194128 w 4724400"/>
              <a:gd name="connsiteY688" fmla="*/ 250903 h 6857999"/>
              <a:gd name="connsiteX689" fmla="*/ 890158 w 4724400"/>
              <a:gd name="connsiteY689" fmla="*/ 0 h 6857999"/>
              <a:gd name="connsiteX690" fmla="*/ 937892 w 4724400"/>
              <a:gd name="connsiteY690" fmla="*/ 0 h 6857999"/>
              <a:gd name="connsiteX691" fmla="*/ 924483 w 4724400"/>
              <a:gd name="connsiteY691" fmla="*/ 30495 h 6857999"/>
              <a:gd name="connsiteX692" fmla="*/ 872288 w 4724400"/>
              <a:gd name="connsiteY692" fmla="*/ 306259 h 6857999"/>
              <a:gd name="connsiteX693" fmla="*/ 1006247 w 4724400"/>
              <a:gd name="connsiteY693" fmla="*/ 727373 h 6857999"/>
              <a:gd name="connsiteX694" fmla="*/ 986481 w 4724400"/>
              <a:gd name="connsiteY694" fmla="*/ 1611960 h 6857999"/>
              <a:gd name="connsiteX695" fmla="*/ 928400 w 4724400"/>
              <a:gd name="connsiteY695" fmla="*/ 1663986 h 6857999"/>
              <a:gd name="connsiteX696" fmla="*/ 771281 w 4724400"/>
              <a:gd name="connsiteY696" fmla="*/ 368438 h 6857999"/>
              <a:gd name="connsiteX697" fmla="*/ 200540 w 4724400"/>
              <a:gd name="connsiteY697" fmla="*/ 942511 h 6857999"/>
              <a:gd name="connsiteX698" fmla="*/ 170253 w 4724400"/>
              <a:gd name="connsiteY698" fmla="*/ 942567 h 6857999"/>
              <a:gd name="connsiteX699" fmla="*/ 442049 w 4724400"/>
              <a:gd name="connsiteY699" fmla="*/ 489150 h 6857999"/>
              <a:gd name="connsiteX700" fmla="*/ 788582 w 4724400"/>
              <a:gd name="connsiteY700" fmla="*/ 301724 h 6857999"/>
              <a:gd name="connsiteX701" fmla="*/ 788312 w 4724400"/>
              <a:gd name="connsiteY701" fmla="*/ 276498 h 6857999"/>
              <a:gd name="connsiteX702" fmla="*/ 847625 w 4724400"/>
              <a:gd name="connsiteY702" fmla="*/ 89075 h 6857999"/>
              <a:gd name="connsiteX703" fmla="*/ 29788 w 4724400"/>
              <a:gd name="connsiteY703" fmla="*/ 0 h 6857999"/>
              <a:gd name="connsiteX704" fmla="*/ 93321 w 4724400"/>
              <a:gd name="connsiteY704" fmla="*/ 0 h 6857999"/>
              <a:gd name="connsiteX705" fmla="*/ 79142 w 4724400"/>
              <a:gd name="connsiteY705" fmla="*/ 68966 h 6857999"/>
              <a:gd name="connsiteX706" fmla="*/ 21253 w 4724400"/>
              <a:gd name="connsiteY706" fmla="*/ 535687 h 6857999"/>
              <a:gd name="connsiteX707" fmla="*/ 61909 w 4724400"/>
              <a:gd name="connsiteY707" fmla="*/ 380358 h 6857999"/>
              <a:gd name="connsiteX708" fmla="*/ 118339 w 4724400"/>
              <a:gd name="connsiteY708" fmla="*/ 184712 h 6857999"/>
              <a:gd name="connsiteX709" fmla="*/ 154192 w 4724400"/>
              <a:gd name="connsiteY709" fmla="*/ 87864 h 6857999"/>
              <a:gd name="connsiteX710" fmla="*/ 186604 w 4724400"/>
              <a:gd name="connsiteY710" fmla="*/ 0 h 6857999"/>
              <a:gd name="connsiteX711" fmla="*/ 216386 w 4724400"/>
              <a:gd name="connsiteY711" fmla="*/ 0 h 6857999"/>
              <a:gd name="connsiteX712" fmla="*/ 180314 w 4724400"/>
              <a:gd name="connsiteY712" fmla="*/ 97640 h 6857999"/>
              <a:gd name="connsiteX713" fmla="*/ 144924 w 4724400"/>
              <a:gd name="connsiteY713" fmla="*/ 193392 h 6857999"/>
              <a:gd name="connsiteX714" fmla="*/ 89413 w 4724400"/>
              <a:gd name="connsiteY714" fmla="*/ 386853 h 6857999"/>
              <a:gd name="connsiteX715" fmla="*/ 49686 w 4724400"/>
              <a:gd name="connsiteY715" fmla="*/ 539999 h 6857999"/>
              <a:gd name="connsiteX716" fmla="*/ 236604 w 4724400"/>
              <a:gd name="connsiteY716" fmla="*/ 152292 h 6857999"/>
              <a:gd name="connsiteX717" fmla="*/ 289375 w 4724400"/>
              <a:gd name="connsiteY717" fmla="*/ 0 h 6857999"/>
              <a:gd name="connsiteX718" fmla="*/ 369729 w 4724400"/>
              <a:gd name="connsiteY718" fmla="*/ 0 h 6857999"/>
              <a:gd name="connsiteX719" fmla="*/ 354160 w 4724400"/>
              <a:gd name="connsiteY719" fmla="*/ 65656 h 6857999"/>
              <a:gd name="connsiteX720" fmla="*/ 21325 w 4724400"/>
              <a:gd name="connsiteY720" fmla="*/ 763628 h 6857999"/>
              <a:gd name="connsiteX721" fmla="*/ 6426 w 4724400"/>
              <a:gd name="connsiteY721" fmla="*/ 785104 h 6857999"/>
              <a:gd name="connsiteX722" fmla="*/ 0 w 4724400"/>
              <a:gd name="connsiteY722" fmla="*/ 789215 h 6857999"/>
              <a:gd name="connsiteX723" fmla="*/ 0 w 4724400"/>
              <a:gd name="connsiteY723" fmla="*/ 163142 h 6857999"/>
              <a:gd name="connsiteX724" fmla="*/ 20220 w 4724400"/>
              <a:gd name="connsiteY724" fmla="*/ 3741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Lst>
            <a:rect l="l" t="t" r="r" b="b"/>
            <a:pathLst>
              <a:path w="4724400" h="6857999">
                <a:moveTo>
                  <a:pt x="0" y="6805948"/>
                </a:moveTo>
                <a:lnTo>
                  <a:pt x="15600" y="6813099"/>
                </a:lnTo>
                <a:cubicBezTo>
                  <a:pt x="48179" y="6826367"/>
                  <a:pt x="82589" y="6838841"/>
                  <a:pt x="117632" y="6850060"/>
                </a:cubicBezTo>
                <a:lnTo>
                  <a:pt x="146175" y="6857998"/>
                </a:lnTo>
                <a:lnTo>
                  <a:pt x="54597" y="6857998"/>
                </a:lnTo>
                <a:lnTo>
                  <a:pt x="0" y="6831490"/>
                </a:lnTo>
                <a:close/>
                <a:moveTo>
                  <a:pt x="0" y="6736157"/>
                </a:moveTo>
                <a:lnTo>
                  <a:pt x="114811" y="6784122"/>
                </a:lnTo>
                <a:lnTo>
                  <a:pt x="138159" y="6793465"/>
                </a:lnTo>
                <a:cubicBezTo>
                  <a:pt x="184756" y="6812785"/>
                  <a:pt x="226800" y="6829482"/>
                  <a:pt x="270310" y="6840638"/>
                </a:cubicBezTo>
                <a:lnTo>
                  <a:pt x="358932" y="6857999"/>
                </a:lnTo>
                <a:lnTo>
                  <a:pt x="228496" y="6857999"/>
                </a:lnTo>
                <a:lnTo>
                  <a:pt x="126481" y="6821149"/>
                </a:lnTo>
                <a:lnTo>
                  <a:pt x="103134" y="6811799"/>
                </a:lnTo>
                <a:lnTo>
                  <a:pt x="0" y="6767913"/>
                </a:lnTo>
                <a:close/>
                <a:moveTo>
                  <a:pt x="2460543" y="6515312"/>
                </a:moveTo>
                <a:lnTo>
                  <a:pt x="2286201" y="6525103"/>
                </a:lnTo>
                <a:cubicBezTo>
                  <a:pt x="2228694" y="6528458"/>
                  <a:pt x="2169369" y="6531530"/>
                  <a:pt x="2110427" y="6532104"/>
                </a:cubicBezTo>
                <a:cubicBezTo>
                  <a:pt x="2058946" y="6532538"/>
                  <a:pt x="2007242" y="6530381"/>
                  <a:pt x="1956742" y="6528403"/>
                </a:cubicBezTo>
                <a:cubicBezTo>
                  <a:pt x="1815643" y="6523421"/>
                  <a:pt x="1669606" y="6518329"/>
                  <a:pt x="1534307" y="6560369"/>
                </a:cubicBezTo>
                <a:cubicBezTo>
                  <a:pt x="1506964" y="6568983"/>
                  <a:pt x="1480544" y="6579668"/>
                  <a:pt x="1454538" y="6591702"/>
                </a:cubicBezTo>
                <a:cubicBezTo>
                  <a:pt x="1508795" y="6597451"/>
                  <a:pt x="1564033" y="6600803"/>
                  <a:pt x="1619950" y="6599765"/>
                </a:cubicBezTo>
                <a:cubicBezTo>
                  <a:pt x="1760796" y="6598297"/>
                  <a:pt x="1904212" y="6576077"/>
                  <a:pt x="2044875" y="6563693"/>
                </a:cubicBezTo>
                <a:cubicBezTo>
                  <a:pt x="2158459" y="6554204"/>
                  <a:pt x="2431086" y="6537707"/>
                  <a:pt x="2460543" y="6515312"/>
                </a:cubicBezTo>
                <a:close/>
                <a:moveTo>
                  <a:pt x="1883620" y="6459370"/>
                </a:moveTo>
                <a:cubicBezTo>
                  <a:pt x="1757800" y="6463303"/>
                  <a:pt x="1630678" y="6481291"/>
                  <a:pt x="1532156" y="6529929"/>
                </a:cubicBezTo>
                <a:cubicBezTo>
                  <a:pt x="1670483" y="6488352"/>
                  <a:pt x="1816519" y="6493450"/>
                  <a:pt x="1958230" y="6498517"/>
                </a:cubicBezTo>
                <a:cubicBezTo>
                  <a:pt x="2008720" y="6500495"/>
                  <a:pt x="2060523" y="6502029"/>
                  <a:pt x="2110707" y="6502035"/>
                </a:cubicBezTo>
                <a:cubicBezTo>
                  <a:pt x="2168940" y="6501999"/>
                  <a:pt x="2227759" y="6498204"/>
                  <a:pt x="2285171" y="6495471"/>
                </a:cubicBezTo>
                <a:lnTo>
                  <a:pt x="2385179" y="6489665"/>
                </a:lnTo>
                <a:cubicBezTo>
                  <a:pt x="2348158" y="6484629"/>
                  <a:pt x="2296424" y="6478620"/>
                  <a:pt x="2227262" y="6473140"/>
                </a:cubicBezTo>
                <a:cubicBezTo>
                  <a:pt x="2133953" y="6465560"/>
                  <a:pt x="2009438" y="6455438"/>
                  <a:pt x="1883620" y="6459370"/>
                </a:cubicBezTo>
                <a:close/>
                <a:moveTo>
                  <a:pt x="1611255" y="5884754"/>
                </a:moveTo>
                <a:cubicBezTo>
                  <a:pt x="1475034" y="6070158"/>
                  <a:pt x="1320332" y="6315508"/>
                  <a:pt x="1357588" y="6496752"/>
                </a:cubicBezTo>
                <a:cubicBezTo>
                  <a:pt x="1404118" y="6270055"/>
                  <a:pt x="1507631" y="6063621"/>
                  <a:pt x="1611255" y="5884754"/>
                </a:cubicBezTo>
                <a:close/>
                <a:moveTo>
                  <a:pt x="1646205" y="5883072"/>
                </a:moveTo>
                <a:cubicBezTo>
                  <a:pt x="1542170" y="6060592"/>
                  <a:pt x="1436044" y="6267900"/>
                  <a:pt x="1387600" y="6494950"/>
                </a:cubicBezTo>
                <a:cubicBezTo>
                  <a:pt x="1504199" y="6300136"/>
                  <a:pt x="1601945" y="6103069"/>
                  <a:pt x="1646205" y="5883072"/>
                </a:cubicBezTo>
                <a:close/>
                <a:moveTo>
                  <a:pt x="0" y="5845526"/>
                </a:moveTo>
                <a:lnTo>
                  <a:pt x="23370" y="5869422"/>
                </a:lnTo>
                <a:cubicBezTo>
                  <a:pt x="131924" y="5985784"/>
                  <a:pt x="231640" y="6107018"/>
                  <a:pt x="321428" y="6212316"/>
                </a:cubicBezTo>
                <a:cubicBezTo>
                  <a:pt x="452682" y="6366340"/>
                  <a:pt x="578409" y="6507973"/>
                  <a:pt x="626000" y="6710671"/>
                </a:cubicBezTo>
                <a:cubicBezTo>
                  <a:pt x="638757" y="6764837"/>
                  <a:pt x="647619" y="6810078"/>
                  <a:pt x="661825" y="6854298"/>
                </a:cubicBezTo>
                <a:lnTo>
                  <a:pt x="663298" y="6857998"/>
                </a:lnTo>
                <a:lnTo>
                  <a:pt x="431765" y="6857998"/>
                </a:lnTo>
                <a:lnTo>
                  <a:pt x="293576" y="6816656"/>
                </a:lnTo>
                <a:cubicBezTo>
                  <a:pt x="240014" y="6798833"/>
                  <a:pt x="187020" y="6779815"/>
                  <a:pt x="134480" y="6760867"/>
                </a:cubicBezTo>
                <a:lnTo>
                  <a:pt x="0" y="6714215"/>
                </a:lnTo>
                <a:lnTo>
                  <a:pt x="0" y="6683873"/>
                </a:lnTo>
                <a:lnTo>
                  <a:pt x="143737" y="6732821"/>
                </a:lnTo>
                <a:cubicBezTo>
                  <a:pt x="255889" y="6773078"/>
                  <a:pt x="371066" y="6813801"/>
                  <a:pt x="488162" y="6842006"/>
                </a:cubicBezTo>
                <a:cubicBezTo>
                  <a:pt x="358293" y="6763794"/>
                  <a:pt x="187560" y="6705586"/>
                  <a:pt x="44855" y="6674734"/>
                </a:cubicBezTo>
                <a:lnTo>
                  <a:pt x="0" y="6668575"/>
                </a:lnTo>
                <a:lnTo>
                  <a:pt x="0" y="6628217"/>
                </a:lnTo>
                <a:lnTo>
                  <a:pt x="144942" y="6657611"/>
                </a:lnTo>
                <a:cubicBezTo>
                  <a:pt x="201726" y="6672044"/>
                  <a:pt x="257694" y="6689595"/>
                  <a:pt x="312446" y="6711283"/>
                </a:cubicBezTo>
                <a:cubicBezTo>
                  <a:pt x="343371" y="6723712"/>
                  <a:pt x="523593" y="6837187"/>
                  <a:pt x="477357" y="6799347"/>
                </a:cubicBezTo>
                <a:cubicBezTo>
                  <a:pt x="362978" y="6704934"/>
                  <a:pt x="237571" y="6617800"/>
                  <a:pt x="134228" y="6503934"/>
                </a:cubicBezTo>
                <a:lnTo>
                  <a:pt x="0" y="6334256"/>
                </a:lnTo>
                <a:lnTo>
                  <a:pt x="0" y="6221686"/>
                </a:lnTo>
                <a:lnTo>
                  <a:pt x="113296" y="6402069"/>
                </a:lnTo>
                <a:cubicBezTo>
                  <a:pt x="227569" y="6561808"/>
                  <a:pt x="381603" y="6676399"/>
                  <a:pt x="523262" y="6807025"/>
                </a:cubicBezTo>
                <a:cubicBezTo>
                  <a:pt x="495103" y="6748256"/>
                  <a:pt x="449573" y="6697712"/>
                  <a:pt x="404364" y="6649139"/>
                </a:cubicBezTo>
                <a:lnTo>
                  <a:pt x="392074" y="6636358"/>
                </a:lnTo>
                <a:cubicBezTo>
                  <a:pt x="280930" y="6516822"/>
                  <a:pt x="177660" y="6386311"/>
                  <a:pt x="77450" y="6260110"/>
                </a:cubicBezTo>
                <a:lnTo>
                  <a:pt x="0" y="6163634"/>
                </a:lnTo>
                <a:lnTo>
                  <a:pt x="0" y="6117703"/>
                </a:lnTo>
                <a:lnTo>
                  <a:pt x="99669" y="6240461"/>
                </a:lnTo>
                <a:cubicBezTo>
                  <a:pt x="199276" y="6366562"/>
                  <a:pt x="302033" y="6496348"/>
                  <a:pt x="412670" y="6615176"/>
                </a:cubicBezTo>
                <a:lnTo>
                  <a:pt x="424960" y="6627949"/>
                </a:lnTo>
                <a:cubicBezTo>
                  <a:pt x="452087" y="6657095"/>
                  <a:pt x="479817" y="6686334"/>
                  <a:pt x="504043" y="6718236"/>
                </a:cubicBezTo>
                <a:cubicBezTo>
                  <a:pt x="434583" y="6569208"/>
                  <a:pt x="350187" y="6428779"/>
                  <a:pt x="251759" y="6299011"/>
                </a:cubicBezTo>
                <a:cubicBezTo>
                  <a:pt x="180915" y="6205508"/>
                  <a:pt x="102557" y="6117579"/>
                  <a:pt x="21191" y="6033111"/>
                </a:cubicBezTo>
                <a:lnTo>
                  <a:pt x="0" y="6012219"/>
                </a:lnTo>
                <a:lnTo>
                  <a:pt x="0" y="5971257"/>
                </a:lnTo>
                <a:lnTo>
                  <a:pt x="41571" y="6012292"/>
                </a:lnTo>
                <a:cubicBezTo>
                  <a:pt x="123333" y="6097220"/>
                  <a:pt x="202225" y="6185713"/>
                  <a:pt x="273883" y="6279980"/>
                </a:cubicBezTo>
                <a:cubicBezTo>
                  <a:pt x="380040" y="6419905"/>
                  <a:pt x="469472" y="6571994"/>
                  <a:pt x="541341" y="6733560"/>
                </a:cubicBezTo>
                <a:cubicBezTo>
                  <a:pt x="542355" y="6694639"/>
                  <a:pt x="542948" y="6654374"/>
                  <a:pt x="531634" y="6610993"/>
                </a:cubicBezTo>
                <a:cubicBezTo>
                  <a:pt x="490540" y="6454784"/>
                  <a:pt x="347902" y="6314397"/>
                  <a:pt x="247554" y="6197148"/>
                </a:cubicBezTo>
                <a:cubicBezTo>
                  <a:pt x="178265" y="6115731"/>
                  <a:pt x="107245" y="6035491"/>
                  <a:pt x="33651" y="5957901"/>
                </a:cubicBezTo>
                <a:lnTo>
                  <a:pt x="0" y="5925131"/>
                </a:lnTo>
                <a:close/>
                <a:moveTo>
                  <a:pt x="1656340" y="5825040"/>
                </a:moveTo>
                <a:cubicBezTo>
                  <a:pt x="1655542" y="5826205"/>
                  <a:pt x="1654747" y="5827360"/>
                  <a:pt x="1653246" y="5829053"/>
                </a:cubicBezTo>
                <a:lnTo>
                  <a:pt x="1655667" y="5829425"/>
                </a:lnTo>
                <a:close/>
                <a:moveTo>
                  <a:pt x="2630124" y="5591852"/>
                </a:moveTo>
                <a:cubicBezTo>
                  <a:pt x="2477082" y="5593954"/>
                  <a:pt x="2324114" y="5611746"/>
                  <a:pt x="2177648" y="5630119"/>
                </a:cubicBezTo>
                <a:cubicBezTo>
                  <a:pt x="2143127" y="5634568"/>
                  <a:pt x="2109856" y="5639754"/>
                  <a:pt x="2076258" y="5650510"/>
                </a:cubicBezTo>
                <a:cubicBezTo>
                  <a:pt x="2082463" y="5662642"/>
                  <a:pt x="2162157" y="5633895"/>
                  <a:pt x="2214048" y="5629828"/>
                </a:cubicBezTo>
                <a:cubicBezTo>
                  <a:pt x="2501741" y="5609845"/>
                  <a:pt x="2805089" y="5655720"/>
                  <a:pt x="3090246" y="5601337"/>
                </a:cubicBezTo>
                <a:cubicBezTo>
                  <a:pt x="3006333" y="5611321"/>
                  <a:pt x="2919037" y="5605065"/>
                  <a:pt x="2834104" y="5598847"/>
                </a:cubicBezTo>
                <a:cubicBezTo>
                  <a:pt x="2816936" y="5597562"/>
                  <a:pt x="2799771" y="5596280"/>
                  <a:pt x="2782953" y="5595539"/>
                </a:cubicBezTo>
                <a:cubicBezTo>
                  <a:pt x="2732159" y="5592194"/>
                  <a:pt x="2681137" y="5591152"/>
                  <a:pt x="2630124" y="5591852"/>
                </a:cubicBezTo>
                <a:close/>
                <a:moveTo>
                  <a:pt x="2751064" y="5525300"/>
                </a:moveTo>
                <a:cubicBezTo>
                  <a:pt x="2704155" y="5524070"/>
                  <a:pt x="2658863" y="5525064"/>
                  <a:pt x="2618554" y="5525937"/>
                </a:cubicBezTo>
                <a:cubicBezTo>
                  <a:pt x="2508038" y="5528402"/>
                  <a:pt x="2408741" y="5531370"/>
                  <a:pt x="2311014" y="5550189"/>
                </a:cubicBezTo>
                <a:cubicBezTo>
                  <a:pt x="2246417" y="5562376"/>
                  <a:pt x="2186894" y="5581286"/>
                  <a:pt x="2134103" y="5605852"/>
                </a:cubicBezTo>
                <a:cubicBezTo>
                  <a:pt x="2147385" y="5603489"/>
                  <a:pt x="2160456" y="5602024"/>
                  <a:pt x="2174084" y="5600203"/>
                </a:cubicBezTo>
                <a:cubicBezTo>
                  <a:pt x="2370475" y="5575001"/>
                  <a:pt x="2579125" y="5551921"/>
                  <a:pt x="2785199" y="5564971"/>
                </a:cubicBezTo>
                <a:lnTo>
                  <a:pt x="2836697" y="5568822"/>
                </a:lnTo>
                <a:cubicBezTo>
                  <a:pt x="2913331" y="5574228"/>
                  <a:pt x="2991761" y="5580014"/>
                  <a:pt x="3066345" y="5573703"/>
                </a:cubicBezTo>
                <a:cubicBezTo>
                  <a:pt x="3036778" y="5568851"/>
                  <a:pt x="3007621" y="5562210"/>
                  <a:pt x="2978461" y="5555562"/>
                </a:cubicBezTo>
                <a:cubicBezTo>
                  <a:pt x="2950203" y="5549116"/>
                  <a:pt x="2921945" y="5542665"/>
                  <a:pt x="2893277" y="5538004"/>
                </a:cubicBezTo>
                <a:cubicBezTo>
                  <a:pt x="2846501" y="5529982"/>
                  <a:pt x="2797974" y="5526529"/>
                  <a:pt x="2751064" y="5525300"/>
                </a:cubicBezTo>
                <a:close/>
                <a:moveTo>
                  <a:pt x="2636807" y="5458317"/>
                </a:moveTo>
                <a:cubicBezTo>
                  <a:pt x="2511188" y="5456650"/>
                  <a:pt x="2361021" y="5479881"/>
                  <a:pt x="2236775" y="5536349"/>
                </a:cubicBezTo>
                <a:cubicBezTo>
                  <a:pt x="2259387" y="5530319"/>
                  <a:pt x="2281995" y="5524291"/>
                  <a:pt x="2306204" y="5519543"/>
                </a:cubicBezTo>
                <a:cubicBezTo>
                  <a:pt x="2406280" y="5500749"/>
                  <a:pt x="2506685" y="5497081"/>
                  <a:pt x="2619005" y="5494992"/>
                </a:cubicBezTo>
                <a:cubicBezTo>
                  <a:pt x="2701072" y="5493085"/>
                  <a:pt x="2803428" y="5491236"/>
                  <a:pt x="2899676" y="5507848"/>
                </a:cubicBezTo>
                <a:cubicBezTo>
                  <a:pt x="2928691" y="5513052"/>
                  <a:pt x="2957502" y="5519151"/>
                  <a:pt x="2986662" y="5525798"/>
                </a:cubicBezTo>
                <a:cubicBezTo>
                  <a:pt x="3025723" y="5534530"/>
                  <a:pt x="3063542" y="5542536"/>
                  <a:pt x="3101623" y="5547311"/>
                </a:cubicBezTo>
                <a:cubicBezTo>
                  <a:pt x="2954636" y="5490328"/>
                  <a:pt x="2792455" y="5460700"/>
                  <a:pt x="2636807" y="5458317"/>
                </a:cubicBezTo>
                <a:close/>
                <a:moveTo>
                  <a:pt x="0" y="5142496"/>
                </a:moveTo>
                <a:lnTo>
                  <a:pt x="127996" y="5201004"/>
                </a:lnTo>
                <a:cubicBezTo>
                  <a:pt x="360812" y="5325151"/>
                  <a:pt x="547980" y="5518563"/>
                  <a:pt x="661087" y="5790959"/>
                </a:cubicBezTo>
                <a:cubicBezTo>
                  <a:pt x="808965" y="5905246"/>
                  <a:pt x="932653" y="6044012"/>
                  <a:pt x="1029402" y="6204913"/>
                </a:cubicBezTo>
                <a:cubicBezTo>
                  <a:pt x="1035975" y="6141856"/>
                  <a:pt x="1034897" y="6159666"/>
                  <a:pt x="1046692" y="6015372"/>
                </a:cubicBezTo>
                <a:cubicBezTo>
                  <a:pt x="1068452" y="5749157"/>
                  <a:pt x="1080160" y="5533819"/>
                  <a:pt x="1024238" y="5336275"/>
                </a:cubicBezTo>
                <a:cubicBezTo>
                  <a:pt x="1039478" y="5267180"/>
                  <a:pt x="1107861" y="5351481"/>
                  <a:pt x="1138131" y="5600804"/>
                </a:cubicBezTo>
                <a:cubicBezTo>
                  <a:pt x="1140750" y="5745349"/>
                  <a:pt x="1138236" y="5891029"/>
                  <a:pt x="1127280" y="6039262"/>
                </a:cubicBezTo>
                <a:cubicBezTo>
                  <a:pt x="1108357" y="6291971"/>
                  <a:pt x="1074713" y="6543716"/>
                  <a:pt x="1026642" y="6792600"/>
                </a:cubicBezTo>
                <a:cubicBezTo>
                  <a:pt x="1130130" y="6727745"/>
                  <a:pt x="1224262" y="6639036"/>
                  <a:pt x="1327075" y="6590735"/>
                </a:cubicBezTo>
                <a:cubicBezTo>
                  <a:pt x="1328762" y="6587786"/>
                  <a:pt x="1331155" y="6584312"/>
                  <a:pt x="1332848" y="6581371"/>
                </a:cubicBezTo>
                <a:cubicBezTo>
                  <a:pt x="1327684" y="6578656"/>
                  <a:pt x="1322621" y="6575317"/>
                  <a:pt x="1320586" y="6572441"/>
                </a:cubicBezTo>
                <a:cubicBezTo>
                  <a:pt x="1127046" y="6311498"/>
                  <a:pt x="1526112" y="5858248"/>
                  <a:pt x="1669632" y="5665639"/>
                </a:cubicBezTo>
                <a:cubicBezTo>
                  <a:pt x="1682895" y="5647816"/>
                  <a:pt x="1749910" y="5675384"/>
                  <a:pt x="1749165" y="5696416"/>
                </a:cubicBezTo>
                <a:cubicBezTo>
                  <a:pt x="1740476" y="5983368"/>
                  <a:pt x="1637864" y="6228377"/>
                  <a:pt x="1502249" y="6466405"/>
                </a:cubicBezTo>
                <a:cubicBezTo>
                  <a:pt x="1725190" y="6382070"/>
                  <a:pt x="2047033" y="6424367"/>
                  <a:pt x="2238637" y="6419148"/>
                </a:cubicBezTo>
                <a:cubicBezTo>
                  <a:pt x="2408385" y="6415062"/>
                  <a:pt x="2531389" y="6424957"/>
                  <a:pt x="2642775" y="6563116"/>
                </a:cubicBezTo>
                <a:cubicBezTo>
                  <a:pt x="2652137" y="6574800"/>
                  <a:pt x="2636747" y="6578204"/>
                  <a:pt x="2628681" y="6578254"/>
                </a:cubicBezTo>
                <a:cubicBezTo>
                  <a:pt x="2285142" y="6584519"/>
                  <a:pt x="1943610" y="6642343"/>
                  <a:pt x="1600072" y="6648608"/>
                </a:cubicBezTo>
                <a:cubicBezTo>
                  <a:pt x="1541036" y="6649807"/>
                  <a:pt x="1450884" y="6627657"/>
                  <a:pt x="1391841" y="6641028"/>
                </a:cubicBezTo>
                <a:cubicBezTo>
                  <a:pt x="1391239" y="6640935"/>
                  <a:pt x="1390538" y="6641468"/>
                  <a:pt x="1389928" y="6641375"/>
                </a:cubicBezTo>
                <a:cubicBezTo>
                  <a:pt x="1386712" y="6642158"/>
                  <a:pt x="1383592" y="6642319"/>
                  <a:pt x="1380979" y="6643204"/>
                </a:cubicBezTo>
                <a:cubicBezTo>
                  <a:pt x="1295418" y="6670925"/>
                  <a:pt x="1201880" y="6759768"/>
                  <a:pt x="1108685" y="6824788"/>
                </a:cubicBezTo>
                <a:lnTo>
                  <a:pt x="1051559" y="6857998"/>
                </a:lnTo>
                <a:lnTo>
                  <a:pt x="925940" y="6857998"/>
                </a:lnTo>
                <a:lnTo>
                  <a:pt x="949746" y="6745652"/>
                </a:lnTo>
                <a:cubicBezTo>
                  <a:pt x="977694" y="6600749"/>
                  <a:pt x="1000382" y="6454800"/>
                  <a:pt x="1017902" y="6308216"/>
                </a:cubicBezTo>
                <a:cubicBezTo>
                  <a:pt x="1015769" y="6305964"/>
                  <a:pt x="1013539" y="6304343"/>
                  <a:pt x="1012614" y="6302278"/>
                </a:cubicBezTo>
                <a:cubicBezTo>
                  <a:pt x="921548" y="6120471"/>
                  <a:pt x="798037" y="5964433"/>
                  <a:pt x="644615" y="5837768"/>
                </a:cubicBezTo>
                <a:cubicBezTo>
                  <a:pt x="639869" y="5836403"/>
                  <a:pt x="633910" y="5834843"/>
                  <a:pt x="627546" y="5831943"/>
                </a:cubicBezTo>
                <a:cubicBezTo>
                  <a:pt x="440473" y="5751050"/>
                  <a:pt x="281887" y="5620709"/>
                  <a:pt x="128963" y="5481226"/>
                </a:cubicBezTo>
                <a:lnTo>
                  <a:pt x="0" y="5361850"/>
                </a:lnTo>
                <a:lnTo>
                  <a:pt x="0" y="5297634"/>
                </a:lnTo>
                <a:lnTo>
                  <a:pt x="40861" y="5333413"/>
                </a:lnTo>
                <a:cubicBezTo>
                  <a:pt x="193141" y="5476012"/>
                  <a:pt x="339724" y="5631340"/>
                  <a:pt x="514278" y="5738345"/>
                </a:cubicBezTo>
                <a:cubicBezTo>
                  <a:pt x="449538" y="5691903"/>
                  <a:pt x="392547" y="5631267"/>
                  <a:pt x="337180" y="5572174"/>
                </a:cubicBezTo>
                <a:cubicBezTo>
                  <a:pt x="326006" y="5560210"/>
                  <a:pt x="314833" y="5548247"/>
                  <a:pt x="303564" y="5536908"/>
                </a:cubicBezTo>
                <a:cubicBezTo>
                  <a:pt x="236878" y="5466783"/>
                  <a:pt x="163817" y="5402889"/>
                  <a:pt x="88496" y="5343132"/>
                </a:cubicBezTo>
                <a:lnTo>
                  <a:pt x="0" y="5277736"/>
                </a:lnTo>
                <a:lnTo>
                  <a:pt x="0" y="5241225"/>
                </a:lnTo>
                <a:lnTo>
                  <a:pt x="106479" y="5319780"/>
                </a:lnTo>
                <a:cubicBezTo>
                  <a:pt x="182485" y="5380123"/>
                  <a:pt x="256358" y="5444782"/>
                  <a:pt x="324159" y="5515717"/>
                </a:cubicBezTo>
                <a:lnTo>
                  <a:pt x="357680" y="5551608"/>
                </a:lnTo>
                <a:cubicBezTo>
                  <a:pt x="407763" y="5604773"/>
                  <a:pt x="458863" y="5659374"/>
                  <a:pt x="514810" y="5702551"/>
                </a:cubicBezTo>
                <a:cubicBezTo>
                  <a:pt x="497209" y="5679989"/>
                  <a:pt x="481008" y="5656366"/>
                  <a:pt x="464808" y="5632736"/>
                </a:cubicBezTo>
                <a:cubicBezTo>
                  <a:pt x="449112" y="5609836"/>
                  <a:pt x="433420" y="5586930"/>
                  <a:pt x="416327" y="5565087"/>
                </a:cubicBezTo>
                <a:cubicBezTo>
                  <a:pt x="361064" y="5493188"/>
                  <a:pt x="289546" y="5430331"/>
                  <a:pt x="232232" y="5379904"/>
                </a:cubicBezTo>
                <a:cubicBezTo>
                  <a:pt x="153617" y="5310828"/>
                  <a:pt x="82516" y="5249322"/>
                  <a:pt x="2640" y="5200559"/>
                </a:cubicBezTo>
                <a:lnTo>
                  <a:pt x="0" y="5199146"/>
                </a:lnTo>
                <a:lnTo>
                  <a:pt x="0" y="5164774"/>
                </a:lnTo>
                <a:lnTo>
                  <a:pt x="18363" y="5174783"/>
                </a:lnTo>
                <a:cubicBezTo>
                  <a:pt x="99860" y="5225071"/>
                  <a:pt x="172172" y="5286770"/>
                  <a:pt x="251810" y="5357281"/>
                </a:cubicBezTo>
                <a:cubicBezTo>
                  <a:pt x="310235" y="5408518"/>
                  <a:pt x="382775" y="5472816"/>
                  <a:pt x="439563" y="5546863"/>
                </a:cubicBezTo>
                <a:cubicBezTo>
                  <a:pt x="456560" y="5569331"/>
                  <a:pt x="472857" y="5592330"/>
                  <a:pt x="489056" y="5615961"/>
                </a:cubicBezTo>
                <a:cubicBezTo>
                  <a:pt x="510864" y="5647485"/>
                  <a:pt x="532257" y="5677676"/>
                  <a:pt x="555845" y="5705642"/>
                </a:cubicBezTo>
                <a:cubicBezTo>
                  <a:pt x="488800" y="5569150"/>
                  <a:pt x="394131" y="5443166"/>
                  <a:pt x="287056" y="5341546"/>
                </a:cubicBezTo>
                <a:cubicBezTo>
                  <a:pt x="222125" y="5280178"/>
                  <a:pt x="138844" y="5220320"/>
                  <a:pt x="49874" y="5178238"/>
                </a:cubicBezTo>
                <a:lnTo>
                  <a:pt x="0" y="5158623"/>
                </a:lnTo>
                <a:close/>
                <a:moveTo>
                  <a:pt x="4076694" y="4944364"/>
                </a:moveTo>
                <a:cubicBezTo>
                  <a:pt x="4092586" y="5180994"/>
                  <a:pt x="4134286" y="5476223"/>
                  <a:pt x="4287610" y="5588157"/>
                </a:cubicBezTo>
                <a:cubicBezTo>
                  <a:pt x="4171130" y="5382912"/>
                  <a:pt x="4114497" y="5153179"/>
                  <a:pt x="4076694" y="4944364"/>
                </a:cubicBezTo>
                <a:close/>
                <a:moveTo>
                  <a:pt x="4103808" y="4918599"/>
                </a:moveTo>
                <a:cubicBezTo>
                  <a:pt x="4140363" y="5126676"/>
                  <a:pt x="4195478" y="5358905"/>
                  <a:pt x="4310650" y="5565760"/>
                </a:cubicBezTo>
                <a:cubicBezTo>
                  <a:pt x="4272496" y="5335710"/>
                  <a:pt x="4217566" y="5117152"/>
                  <a:pt x="4103808" y="4918599"/>
                </a:cubicBezTo>
                <a:close/>
                <a:moveTo>
                  <a:pt x="4072554" y="4867303"/>
                </a:moveTo>
                <a:cubicBezTo>
                  <a:pt x="4072702" y="4868748"/>
                  <a:pt x="4072843" y="4870186"/>
                  <a:pt x="4072780" y="4872526"/>
                </a:cubicBezTo>
                <a:lnTo>
                  <a:pt x="4074990" y="4871112"/>
                </a:lnTo>
                <a:close/>
                <a:moveTo>
                  <a:pt x="3100062" y="4866948"/>
                </a:moveTo>
                <a:cubicBezTo>
                  <a:pt x="3054598" y="4867672"/>
                  <a:pt x="3008663" y="4872522"/>
                  <a:pt x="2963625" y="4877568"/>
                </a:cubicBezTo>
                <a:cubicBezTo>
                  <a:pt x="2913679" y="4883457"/>
                  <a:pt x="2861381" y="4889314"/>
                  <a:pt x="2809956" y="4889247"/>
                </a:cubicBezTo>
                <a:cubicBezTo>
                  <a:pt x="2768849" y="4889475"/>
                  <a:pt x="2727662" y="4885932"/>
                  <a:pt x="2688275" y="4882769"/>
                </a:cubicBezTo>
                <a:cubicBezTo>
                  <a:pt x="2660443" y="4880639"/>
                  <a:pt x="2632820" y="4877611"/>
                  <a:pt x="2605133" y="4876924"/>
                </a:cubicBezTo>
                <a:cubicBezTo>
                  <a:pt x="2542005" y="4874377"/>
                  <a:pt x="2477453" y="4878112"/>
                  <a:pt x="2414900" y="4881330"/>
                </a:cubicBezTo>
                <a:cubicBezTo>
                  <a:pt x="2350347" y="4885065"/>
                  <a:pt x="2283431" y="4888772"/>
                  <a:pt x="2217605" y="4885650"/>
                </a:cubicBezTo>
                <a:lnTo>
                  <a:pt x="2199332" y="4885075"/>
                </a:lnTo>
                <a:cubicBezTo>
                  <a:pt x="2179813" y="4883768"/>
                  <a:pt x="2160089" y="4883349"/>
                  <a:pt x="2141062" y="4884027"/>
                </a:cubicBezTo>
                <a:cubicBezTo>
                  <a:pt x="2279340" y="4906717"/>
                  <a:pt x="2418587" y="4927258"/>
                  <a:pt x="2558630" y="4938088"/>
                </a:cubicBezTo>
                <a:cubicBezTo>
                  <a:pt x="2750317" y="4954217"/>
                  <a:pt x="2921561" y="4921336"/>
                  <a:pt x="3100062" y="4866948"/>
                </a:cubicBezTo>
                <a:close/>
                <a:moveTo>
                  <a:pt x="2753415" y="4783657"/>
                </a:moveTo>
                <a:cubicBezTo>
                  <a:pt x="2715812" y="4782731"/>
                  <a:pt x="2677745" y="4783278"/>
                  <a:pt x="2639521" y="4785091"/>
                </a:cubicBezTo>
                <a:cubicBezTo>
                  <a:pt x="2486624" y="4792347"/>
                  <a:pt x="2331226" y="4819883"/>
                  <a:pt x="2193068" y="4854595"/>
                </a:cubicBezTo>
                <a:cubicBezTo>
                  <a:pt x="2196324" y="4854814"/>
                  <a:pt x="2198676" y="4854838"/>
                  <a:pt x="2201931" y="4855057"/>
                </a:cubicBezTo>
                <a:lnTo>
                  <a:pt x="2219654" y="4855986"/>
                </a:lnTo>
                <a:cubicBezTo>
                  <a:pt x="2283679" y="4858722"/>
                  <a:pt x="2350037" y="4855370"/>
                  <a:pt x="2413690" y="4851445"/>
                </a:cubicBezTo>
                <a:cubicBezTo>
                  <a:pt x="2476795" y="4847874"/>
                  <a:pt x="2542257" y="4844334"/>
                  <a:pt x="2606832" y="4846715"/>
                </a:cubicBezTo>
                <a:cubicBezTo>
                  <a:pt x="2634866" y="4847944"/>
                  <a:pt x="2663590" y="4850269"/>
                  <a:pt x="2691769" y="4852935"/>
                </a:cubicBezTo>
                <a:cubicBezTo>
                  <a:pt x="2730608" y="4856456"/>
                  <a:pt x="2771445" y="4859459"/>
                  <a:pt x="2811106" y="4859393"/>
                </a:cubicBezTo>
                <a:cubicBezTo>
                  <a:pt x="2860724" y="4859079"/>
                  <a:pt x="2912124" y="4853023"/>
                  <a:pt x="2961520" y="4847493"/>
                </a:cubicBezTo>
                <a:cubicBezTo>
                  <a:pt x="2997835" y="4843425"/>
                  <a:pt x="3034156" y="4839354"/>
                  <a:pt x="3070965" y="4837270"/>
                </a:cubicBezTo>
                <a:cubicBezTo>
                  <a:pt x="2974850" y="4802463"/>
                  <a:pt x="2866224" y="4786435"/>
                  <a:pt x="2753415" y="4783657"/>
                </a:cubicBezTo>
                <a:close/>
                <a:moveTo>
                  <a:pt x="2389654" y="4275904"/>
                </a:moveTo>
                <a:cubicBezTo>
                  <a:pt x="2058380" y="4300770"/>
                  <a:pt x="1773879" y="4364703"/>
                  <a:pt x="1522266" y="4472742"/>
                </a:cubicBezTo>
                <a:lnTo>
                  <a:pt x="1464014" y="4498508"/>
                </a:lnTo>
                <a:cubicBezTo>
                  <a:pt x="1435059" y="4511659"/>
                  <a:pt x="1405759" y="4524268"/>
                  <a:pt x="1376111" y="4536334"/>
                </a:cubicBezTo>
                <a:cubicBezTo>
                  <a:pt x="1422294" y="4522124"/>
                  <a:pt x="1470274" y="4508296"/>
                  <a:pt x="1498493" y="4502509"/>
                </a:cubicBezTo>
                <a:cubicBezTo>
                  <a:pt x="1608595" y="4481142"/>
                  <a:pt x="1719912" y="4468967"/>
                  <a:pt x="1831627" y="4454994"/>
                </a:cubicBezTo>
                <a:cubicBezTo>
                  <a:pt x="2034733" y="4429326"/>
                  <a:pt x="2186680" y="4317586"/>
                  <a:pt x="2389654" y="4275904"/>
                </a:cubicBezTo>
                <a:close/>
                <a:moveTo>
                  <a:pt x="2147582" y="4220499"/>
                </a:moveTo>
                <a:cubicBezTo>
                  <a:pt x="1947585" y="4228027"/>
                  <a:pt x="1746826" y="4329700"/>
                  <a:pt x="1556088" y="4425819"/>
                </a:cubicBezTo>
                <a:cubicBezTo>
                  <a:pt x="1788857" y="4332127"/>
                  <a:pt x="2048945" y="4273854"/>
                  <a:pt x="2346927" y="4248048"/>
                </a:cubicBezTo>
                <a:cubicBezTo>
                  <a:pt x="2280831" y="4225943"/>
                  <a:pt x="2214248" y="4217991"/>
                  <a:pt x="2147582" y="4220499"/>
                </a:cubicBezTo>
                <a:close/>
                <a:moveTo>
                  <a:pt x="1790494" y="3958602"/>
                </a:moveTo>
                <a:cubicBezTo>
                  <a:pt x="1546078" y="4006086"/>
                  <a:pt x="1301131" y="4060051"/>
                  <a:pt x="1059112" y="4119804"/>
                </a:cubicBezTo>
                <a:cubicBezTo>
                  <a:pt x="1314148" y="4123003"/>
                  <a:pt x="1558894" y="4069940"/>
                  <a:pt x="1790494" y="3958602"/>
                </a:cubicBezTo>
                <a:close/>
                <a:moveTo>
                  <a:pt x="3757613" y="3936722"/>
                </a:moveTo>
                <a:cubicBezTo>
                  <a:pt x="3739428" y="4022695"/>
                  <a:pt x="3726993" y="4110355"/>
                  <a:pt x="3715314" y="4196771"/>
                </a:cubicBezTo>
                <a:cubicBezTo>
                  <a:pt x="3696476" y="4335276"/>
                  <a:pt x="3677516" y="4478465"/>
                  <a:pt x="3631611" y="4613594"/>
                </a:cubicBezTo>
                <a:cubicBezTo>
                  <a:pt x="3620645" y="4645134"/>
                  <a:pt x="3608778" y="4676477"/>
                  <a:pt x="3596909" y="4707830"/>
                </a:cubicBezTo>
                <a:lnTo>
                  <a:pt x="3581749" y="4747418"/>
                </a:lnTo>
                <a:cubicBezTo>
                  <a:pt x="3554523" y="4819250"/>
                  <a:pt x="3531238" y="4892390"/>
                  <a:pt x="3510660" y="4966094"/>
                </a:cubicBezTo>
                <a:cubicBezTo>
                  <a:pt x="3748857" y="4678857"/>
                  <a:pt x="3755323" y="4300706"/>
                  <a:pt x="3757613" y="3936722"/>
                </a:cubicBezTo>
                <a:close/>
                <a:moveTo>
                  <a:pt x="1701387" y="3919232"/>
                </a:moveTo>
                <a:cubicBezTo>
                  <a:pt x="1507766" y="3912045"/>
                  <a:pt x="1320741" y="3989836"/>
                  <a:pt x="1136310" y="4068895"/>
                </a:cubicBezTo>
                <a:cubicBezTo>
                  <a:pt x="1350954" y="4017452"/>
                  <a:pt x="1568376" y="3970366"/>
                  <a:pt x="1784782" y="3927759"/>
                </a:cubicBezTo>
                <a:cubicBezTo>
                  <a:pt x="1756841" y="3923020"/>
                  <a:pt x="1729046" y="3920259"/>
                  <a:pt x="1701387" y="3919232"/>
                </a:cubicBezTo>
                <a:close/>
                <a:moveTo>
                  <a:pt x="3733405" y="3900089"/>
                </a:moveTo>
                <a:cubicBezTo>
                  <a:pt x="3597105" y="4216426"/>
                  <a:pt x="3490805" y="4541932"/>
                  <a:pt x="3500832" y="4885010"/>
                </a:cubicBezTo>
                <a:cubicBezTo>
                  <a:pt x="3516996" y="4834817"/>
                  <a:pt x="3533505" y="4785171"/>
                  <a:pt x="3552367" y="4735553"/>
                </a:cubicBezTo>
                <a:lnTo>
                  <a:pt x="3567525" y="4695966"/>
                </a:lnTo>
                <a:cubicBezTo>
                  <a:pt x="3579742" y="4665154"/>
                  <a:pt x="3591404" y="4634706"/>
                  <a:pt x="3602372" y="4603168"/>
                </a:cubicBezTo>
                <a:cubicBezTo>
                  <a:pt x="3647108" y="4471083"/>
                  <a:pt x="3666211" y="4329343"/>
                  <a:pt x="3684639" y="4192628"/>
                </a:cubicBezTo>
                <a:cubicBezTo>
                  <a:pt x="3697672" y="4096160"/>
                  <a:pt x="3710761" y="3997344"/>
                  <a:pt x="3733405" y="3900089"/>
                </a:cubicBezTo>
                <a:close/>
                <a:moveTo>
                  <a:pt x="2800959" y="3871054"/>
                </a:moveTo>
                <a:cubicBezTo>
                  <a:pt x="2809421" y="4100939"/>
                  <a:pt x="2907977" y="4306148"/>
                  <a:pt x="3026569" y="4520780"/>
                </a:cubicBezTo>
                <a:cubicBezTo>
                  <a:pt x="2979577" y="4399850"/>
                  <a:pt x="2933143" y="4278562"/>
                  <a:pt x="2889061" y="4157302"/>
                </a:cubicBezTo>
                <a:cubicBezTo>
                  <a:pt x="2854271" y="4061517"/>
                  <a:pt x="2821632" y="3966669"/>
                  <a:pt x="2800959" y="3871054"/>
                </a:cubicBezTo>
                <a:close/>
                <a:moveTo>
                  <a:pt x="2809929" y="3701307"/>
                </a:moveTo>
                <a:cubicBezTo>
                  <a:pt x="2809867" y="3703640"/>
                  <a:pt x="2809253" y="3706334"/>
                  <a:pt x="2809197" y="3708672"/>
                </a:cubicBezTo>
                <a:cubicBezTo>
                  <a:pt x="2816609" y="3854149"/>
                  <a:pt x="2864235" y="3999199"/>
                  <a:pt x="2918306" y="4147031"/>
                </a:cubicBezTo>
                <a:cubicBezTo>
                  <a:pt x="2966436" y="4279493"/>
                  <a:pt x="3017273" y="4412529"/>
                  <a:pt x="3068858" y="4544310"/>
                </a:cubicBezTo>
                <a:cubicBezTo>
                  <a:pt x="3069715" y="4408107"/>
                  <a:pt x="3008952" y="4266858"/>
                  <a:pt x="2968879" y="4144570"/>
                </a:cubicBezTo>
                <a:cubicBezTo>
                  <a:pt x="2919376" y="3995354"/>
                  <a:pt x="2865655" y="3848072"/>
                  <a:pt x="2809929" y="3701307"/>
                </a:cubicBezTo>
                <a:close/>
                <a:moveTo>
                  <a:pt x="1867196" y="3456584"/>
                </a:moveTo>
                <a:cubicBezTo>
                  <a:pt x="1939275" y="3608228"/>
                  <a:pt x="2036188" y="3758542"/>
                  <a:pt x="2183970" y="3826505"/>
                </a:cubicBezTo>
                <a:cubicBezTo>
                  <a:pt x="2092208" y="3686686"/>
                  <a:pt x="1989300" y="3564734"/>
                  <a:pt x="1867196" y="3456584"/>
                </a:cubicBezTo>
                <a:close/>
                <a:moveTo>
                  <a:pt x="2322880" y="3078533"/>
                </a:moveTo>
                <a:cubicBezTo>
                  <a:pt x="2314902" y="3134217"/>
                  <a:pt x="2306026" y="3189710"/>
                  <a:pt x="2295695" y="3245370"/>
                </a:cubicBezTo>
                <a:cubicBezTo>
                  <a:pt x="2262659" y="3421320"/>
                  <a:pt x="2225570" y="3586065"/>
                  <a:pt x="2268858" y="3758413"/>
                </a:cubicBezTo>
                <a:cubicBezTo>
                  <a:pt x="2273785" y="3680922"/>
                  <a:pt x="2284872" y="3603320"/>
                  <a:pt x="2295899" y="3528057"/>
                </a:cubicBezTo>
                <a:cubicBezTo>
                  <a:pt x="2310584" y="3430521"/>
                  <a:pt x="2325878" y="3330298"/>
                  <a:pt x="2326306" y="3231157"/>
                </a:cubicBezTo>
                <a:cubicBezTo>
                  <a:pt x="2326349" y="3202011"/>
                  <a:pt x="2325135" y="3172131"/>
                  <a:pt x="2324274" y="3142788"/>
                </a:cubicBezTo>
                <a:cubicBezTo>
                  <a:pt x="2323575" y="3121009"/>
                  <a:pt x="2323232" y="3099770"/>
                  <a:pt x="2322880" y="3078533"/>
                </a:cubicBezTo>
                <a:close/>
                <a:moveTo>
                  <a:pt x="912797" y="2896659"/>
                </a:moveTo>
                <a:cubicBezTo>
                  <a:pt x="987675" y="3038078"/>
                  <a:pt x="1077553" y="3173735"/>
                  <a:pt x="1167201" y="3304169"/>
                </a:cubicBezTo>
                <a:cubicBezTo>
                  <a:pt x="1258595" y="3437326"/>
                  <a:pt x="1353896" y="3600936"/>
                  <a:pt x="1503848" y="3675946"/>
                </a:cubicBezTo>
                <a:cubicBezTo>
                  <a:pt x="1443175" y="3621244"/>
                  <a:pt x="1397337" y="3553231"/>
                  <a:pt x="1353091" y="3486482"/>
                </a:cubicBezTo>
                <a:cubicBezTo>
                  <a:pt x="1348731" y="3480073"/>
                  <a:pt x="1344372" y="3473665"/>
                  <a:pt x="1340012" y="3467256"/>
                </a:cubicBezTo>
                <a:cubicBezTo>
                  <a:pt x="1259674" y="3347730"/>
                  <a:pt x="1172762" y="3230102"/>
                  <a:pt x="1089196" y="3116474"/>
                </a:cubicBezTo>
                <a:cubicBezTo>
                  <a:pt x="1048102" y="3060746"/>
                  <a:pt x="1005067" y="3003195"/>
                  <a:pt x="959418" y="2948853"/>
                </a:cubicBezTo>
                <a:cubicBezTo>
                  <a:pt x="944128" y="2931040"/>
                  <a:pt x="928639" y="2914119"/>
                  <a:pt x="912797" y="2896659"/>
                </a:cubicBezTo>
                <a:close/>
                <a:moveTo>
                  <a:pt x="2363420" y="2871730"/>
                </a:moveTo>
                <a:lnTo>
                  <a:pt x="2360107" y="2915231"/>
                </a:lnTo>
                <a:cubicBezTo>
                  <a:pt x="2356940" y="2960178"/>
                  <a:pt x="2353568" y="3006017"/>
                  <a:pt x="2353099" y="3051540"/>
                </a:cubicBezTo>
                <a:cubicBezTo>
                  <a:pt x="2352858" y="3081589"/>
                  <a:pt x="2354064" y="3111470"/>
                  <a:pt x="2354925" y="3140814"/>
                </a:cubicBezTo>
                <a:cubicBezTo>
                  <a:pt x="2356138" y="3170696"/>
                  <a:pt x="2357347" y="3200579"/>
                  <a:pt x="2357104" y="3230628"/>
                </a:cubicBezTo>
                <a:cubicBezTo>
                  <a:pt x="2356269" y="3331557"/>
                  <a:pt x="2341112" y="3433224"/>
                  <a:pt x="2326221" y="3531652"/>
                </a:cubicBezTo>
                <a:cubicBezTo>
                  <a:pt x="2315466" y="3603683"/>
                  <a:pt x="2304846" y="3677150"/>
                  <a:pt x="2299836" y="3750864"/>
                </a:cubicBezTo>
                <a:cubicBezTo>
                  <a:pt x="2315186" y="3724954"/>
                  <a:pt x="2331840" y="3697443"/>
                  <a:pt x="2346877" y="3662531"/>
                </a:cubicBezTo>
                <a:cubicBezTo>
                  <a:pt x="2459154" y="3406015"/>
                  <a:pt x="2424454" y="3133900"/>
                  <a:pt x="2363420" y="2871730"/>
                </a:cubicBezTo>
                <a:close/>
                <a:moveTo>
                  <a:pt x="912921" y="2850596"/>
                </a:moveTo>
                <a:cubicBezTo>
                  <a:pt x="936881" y="2875897"/>
                  <a:pt x="961194" y="2901731"/>
                  <a:pt x="983846" y="2928627"/>
                </a:cubicBezTo>
                <a:cubicBezTo>
                  <a:pt x="1029846" y="2983517"/>
                  <a:pt x="1073228" y="3041610"/>
                  <a:pt x="1114669" y="3097880"/>
                </a:cubicBezTo>
                <a:cubicBezTo>
                  <a:pt x="1199144" y="3211700"/>
                  <a:pt x="1286398" y="3329876"/>
                  <a:pt x="1366183" y="3449753"/>
                </a:cubicBezTo>
                <a:cubicBezTo>
                  <a:pt x="1370543" y="3456162"/>
                  <a:pt x="1374903" y="3462572"/>
                  <a:pt x="1379263" y="3468981"/>
                </a:cubicBezTo>
                <a:cubicBezTo>
                  <a:pt x="1414114" y="3521040"/>
                  <a:pt x="1450010" y="3574725"/>
                  <a:pt x="1492446" y="3620389"/>
                </a:cubicBezTo>
                <a:cubicBezTo>
                  <a:pt x="1379640" y="3316219"/>
                  <a:pt x="1197433" y="3014288"/>
                  <a:pt x="912921" y="2850596"/>
                </a:cubicBezTo>
                <a:close/>
                <a:moveTo>
                  <a:pt x="2386551" y="2642862"/>
                </a:moveTo>
                <a:cubicBezTo>
                  <a:pt x="2394776" y="2644690"/>
                  <a:pt x="2401148" y="2649859"/>
                  <a:pt x="2403741" y="2659697"/>
                </a:cubicBezTo>
                <a:cubicBezTo>
                  <a:pt x="2468949" y="2907705"/>
                  <a:pt x="2536818" y="3164740"/>
                  <a:pt x="2499078" y="3423399"/>
                </a:cubicBezTo>
                <a:cubicBezTo>
                  <a:pt x="2484124" y="3524170"/>
                  <a:pt x="2447241" y="3605244"/>
                  <a:pt x="2413232" y="3700562"/>
                </a:cubicBezTo>
                <a:cubicBezTo>
                  <a:pt x="2350039" y="3880472"/>
                  <a:pt x="2357716" y="4002022"/>
                  <a:pt x="2428424" y="4178295"/>
                </a:cubicBezTo>
                <a:cubicBezTo>
                  <a:pt x="2600434" y="4289020"/>
                  <a:pt x="2768104" y="4406341"/>
                  <a:pt x="2927779" y="4531843"/>
                </a:cubicBezTo>
                <a:cubicBezTo>
                  <a:pt x="2760215" y="4223610"/>
                  <a:pt x="2637267" y="3926696"/>
                  <a:pt x="2758380" y="3561061"/>
                </a:cubicBezTo>
                <a:cubicBezTo>
                  <a:pt x="2765639" y="3539559"/>
                  <a:pt x="2835782" y="3509255"/>
                  <a:pt x="2846610" y="3538353"/>
                </a:cubicBezTo>
                <a:cubicBezTo>
                  <a:pt x="2941134" y="3779872"/>
                  <a:pt x="3029996" y="4023472"/>
                  <a:pt x="3106063" y="4271430"/>
                </a:cubicBezTo>
                <a:cubicBezTo>
                  <a:pt x="3150638" y="4415363"/>
                  <a:pt x="3185704" y="4549296"/>
                  <a:pt x="3116136" y="4688819"/>
                </a:cubicBezTo>
                <a:cubicBezTo>
                  <a:pt x="3218309" y="4776757"/>
                  <a:pt x="3317100" y="4869157"/>
                  <a:pt x="3412872" y="4966558"/>
                </a:cubicBezTo>
                <a:cubicBezTo>
                  <a:pt x="3381456" y="4499967"/>
                  <a:pt x="3566630" y="4066538"/>
                  <a:pt x="3763612" y="3645474"/>
                </a:cubicBezTo>
                <a:cubicBezTo>
                  <a:pt x="3774538" y="3622394"/>
                  <a:pt x="3852109" y="3598841"/>
                  <a:pt x="3850165" y="3638405"/>
                </a:cubicBezTo>
                <a:cubicBezTo>
                  <a:pt x="3828358" y="4125233"/>
                  <a:pt x="3904636" y="4676562"/>
                  <a:pt x="3515311" y="5051260"/>
                </a:cubicBezTo>
                <a:cubicBezTo>
                  <a:pt x="3511789" y="5054277"/>
                  <a:pt x="3506819" y="5057456"/>
                  <a:pt x="3501147" y="5059552"/>
                </a:cubicBezTo>
                <a:cubicBezTo>
                  <a:pt x="3601520" y="5167803"/>
                  <a:pt x="3698516" y="5280511"/>
                  <a:pt x="3790420" y="5401078"/>
                </a:cubicBezTo>
                <a:cubicBezTo>
                  <a:pt x="3946901" y="5606795"/>
                  <a:pt x="4090825" y="5822089"/>
                  <a:pt x="4221141" y="6045312"/>
                </a:cubicBezTo>
                <a:cubicBezTo>
                  <a:pt x="4260726" y="5923422"/>
                  <a:pt x="4276533" y="5789920"/>
                  <a:pt x="4326825" y="5681109"/>
                </a:cubicBezTo>
                <a:cubicBezTo>
                  <a:pt x="4326185" y="5677682"/>
                  <a:pt x="4325759" y="5673360"/>
                  <a:pt x="4325127" y="5669934"/>
                </a:cubicBezTo>
                <a:cubicBezTo>
                  <a:pt x="4319106" y="5671483"/>
                  <a:pt x="4312744" y="5672486"/>
                  <a:pt x="4309144" y="5671723"/>
                </a:cubicBezTo>
                <a:cubicBezTo>
                  <a:pt x="3975286" y="5608574"/>
                  <a:pt x="3989836" y="4983823"/>
                  <a:pt x="3974946" y="4736592"/>
                </a:cubicBezTo>
                <a:cubicBezTo>
                  <a:pt x="3973555" y="4713728"/>
                  <a:pt x="4046476" y="4687776"/>
                  <a:pt x="4060171" y="4704317"/>
                </a:cubicBezTo>
                <a:cubicBezTo>
                  <a:pt x="4248204" y="4928943"/>
                  <a:pt x="4331788" y="5187422"/>
                  <a:pt x="4383942" y="5463703"/>
                </a:cubicBezTo>
                <a:cubicBezTo>
                  <a:pt x="4445404" y="5353500"/>
                  <a:pt x="4548377" y="5250086"/>
                  <a:pt x="4654905" y="5156948"/>
                </a:cubicBezTo>
                <a:lnTo>
                  <a:pt x="4724400" y="5098975"/>
                </a:lnTo>
                <a:lnTo>
                  <a:pt x="4724400" y="5160063"/>
                </a:lnTo>
                <a:lnTo>
                  <a:pt x="4687505" y="5191181"/>
                </a:lnTo>
                <a:cubicBezTo>
                  <a:pt x="4588452" y="5282318"/>
                  <a:pt x="4497898" y="5385071"/>
                  <a:pt x="4451303" y="5491132"/>
                </a:cubicBezTo>
                <a:cubicBezTo>
                  <a:pt x="4493091" y="5426848"/>
                  <a:pt x="4544370" y="5370101"/>
                  <a:pt x="4599954" y="5317498"/>
                </a:cubicBezTo>
                <a:lnTo>
                  <a:pt x="4724400" y="5211392"/>
                </a:lnTo>
                <a:lnTo>
                  <a:pt x="4724400" y="5251559"/>
                </a:lnTo>
                <a:lnTo>
                  <a:pt x="4619898" y="5340764"/>
                </a:lnTo>
                <a:cubicBezTo>
                  <a:pt x="4564729" y="5393102"/>
                  <a:pt x="4514142" y="5449408"/>
                  <a:pt x="4473735" y="5512809"/>
                </a:cubicBezTo>
                <a:cubicBezTo>
                  <a:pt x="4457482" y="5538523"/>
                  <a:pt x="4443385" y="5565169"/>
                  <a:pt x="4430539" y="5592553"/>
                </a:cubicBezTo>
                <a:cubicBezTo>
                  <a:pt x="4478314" y="5558922"/>
                  <a:pt x="4525254" y="5522778"/>
                  <a:pt x="4569759" y="5482816"/>
                </a:cubicBezTo>
                <a:lnTo>
                  <a:pt x="4724400" y="5330891"/>
                </a:lnTo>
                <a:lnTo>
                  <a:pt x="4724400" y="5402912"/>
                </a:lnTo>
                <a:lnTo>
                  <a:pt x="4586888" y="5533939"/>
                </a:lnTo>
                <a:cubicBezTo>
                  <a:pt x="4539970" y="5576210"/>
                  <a:pt x="4452025" y="5622495"/>
                  <a:pt x="4413377" y="5674040"/>
                </a:cubicBezTo>
                <a:cubicBezTo>
                  <a:pt x="4412828" y="5674391"/>
                  <a:pt x="4412623" y="5675288"/>
                  <a:pt x="4412066" y="5675644"/>
                </a:cubicBezTo>
                <a:cubicBezTo>
                  <a:pt x="4409999" y="5678494"/>
                  <a:pt x="4407586" y="5680803"/>
                  <a:pt x="4406074" y="5683306"/>
                </a:cubicBezTo>
                <a:cubicBezTo>
                  <a:pt x="4338963" y="5791374"/>
                  <a:pt x="4334247" y="5992131"/>
                  <a:pt x="4271008" y="6118417"/>
                </a:cubicBezTo>
                <a:cubicBezTo>
                  <a:pt x="4270042" y="6120562"/>
                  <a:pt x="4267634" y="6122876"/>
                  <a:pt x="4265220" y="6125184"/>
                </a:cubicBezTo>
                <a:cubicBezTo>
                  <a:pt x="4388620" y="6344593"/>
                  <a:pt x="4497559" y="6571523"/>
                  <a:pt x="4590463" y="6805045"/>
                </a:cubicBezTo>
                <a:lnTo>
                  <a:pt x="4610122" y="6857999"/>
                </a:lnTo>
                <a:lnTo>
                  <a:pt x="4513231" y="6857999"/>
                </a:lnTo>
                <a:lnTo>
                  <a:pt x="4374770" y="6532596"/>
                </a:lnTo>
                <a:lnTo>
                  <a:pt x="4339518" y="6461642"/>
                </a:lnTo>
                <a:cubicBezTo>
                  <a:pt x="4208274" y="6190726"/>
                  <a:pt x="4055763" y="5930353"/>
                  <a:pt x="3884810" y="5682534"/>
                </a:cubicBezTo>
                <a:cubicBezTo>
                  <a:pt x="3881554" y="5682314"/>
                  <a:pt x="3878648" y="5682642"/>
                  <a:pt x="3876498" y="5681717"/>
                </a:cubicBezTo>
                <a:cubicBezTo>
                  <a:pt x="3679284" y="5607050"/>
                  <a:pt x="3473354" y="5574737"/>
                  <a:pt x="3263209" y="5585749"/>
                </a:cubicBezTo>
                <a:cubicBezTo>
                  <a:pt x="3258445" y="5588034"/>
                  <a:pt x="3252566" y="5591021"/>
                  <a:pt x="3245450" y="5593271"/>
                </a:cubicBezTo>
                <a:cubicBezTo>
                  <a:pt x="2832970" y="5732161"/>
                  <a:pt x="2378174" y="5640588"/>
                  <a:pt x="1952592" y="5692050"/>
                </a:cubicBezTo>
                <a:cubicBezTo>
                  <a:pt x="1937512" y="5694029"/>
                  <a:pt x="1912708" y="5686903"/>
                  <a:pt x="1936466" y="5671708"/>
                </a:cubicBezTo>
                <a:cubicBezTo>
                  <a:pt x="2343705" y="5415077"/>
                  <a:pt x="2802129" y="5333413"/>
                  <a:pt x="3244709" y="5538562"/>
                </a:cubicBezTo>
                <a:cubicBezTo>
                  <a:pt x="3441959" y="5522006"/>
                  <a:pt x="3636288" y="5541041"/>
                  <a:pt x="3823886" y="5595804"/>
                </a:cubicBezTo>
                <a:cubicBezTo>
                  <a:pt x="3786337" y="5543176"/>
                  <a:pt x="3748232" y="5490905"/>
                  <a:pt x="3709024" y="5439340"/>
                </a:cubicBezTo>
                <a:cubicBezTo>
                  <a:pt x="3551844" y="5232532"/>
                  <a:pt x="3380544" y="5046247"/>
                  <a:pt x="3198362" y="4874588"/>
                </a:cubicBezTo>
                <a:cubicBezTo>
                  <a:pt x="3191800" y="4876493"/>
                  <a:pt x="3185778" y="4878043"/>
                  <a:pt x="3179417" y="4879047"/>
                </a:cubicBezTo>
                <a:cubicBezTo>
                  <a:pt x="3002241" y="4937947"/>
                  <a:pt x="2827252" y="4989315"/>
                  <a:pt x="2639496" y="4989072"/>
                </a:cubicBezTo>
                <a:cubicBezTo>
                  <a:pt x="2416792" y="4988955"/>
                  <a:pt x="2191177" y="4947776"/>
                  <a:pt x="1972353" y="4909921"/>
                </a:cubicBezTo>
                <a:cubicBezTo>
                  <a:pt x="1940984" y="4904693"/>
                  <a:pt x="1996456" y="4874580"/>
                  <a:pt x="2002679" y="4872131"/>
                </a:cubicBezTo>
                <a:cubicBezTo>
                  <a:pt x="2309478" y="4772480"/>
                  <a:pt x="2760385" y="4680296"/>
                  <a:pt x="3097424" y="4781269"/>
                </a:cubicBezTo>
                <a:cubicBezTo>
                  <a:pt x="2895349" y="4601638"/>
                  <a:pt x="2680528" y="4438593"/>
                  <a:pt x="2454890" y="4287833"/>
                </a:cubicBezTo>
                <a:cubicBezTo>
                  <a:pt x="2454338" y="4288186"/>
                  <a:pt x="2453432" y="4287993"/>
                  <a:pt x="2452881" y="4288346"/>
                </a:cubicBezTo>
                <a:cubicBezTo>
                  <a:pt x="2451433" y="4288508"/>
                  <a:pt x="2449426" y="4289026"/>
                  <a:pt x="2448527" y="4288836"/>
                </a:cubicBezTo>
                <a:cubicBezTo>
                  <a:pt x="2435306" y="4288860"/>
                  <a:pt x="2328295" y="4364971"/>
                  <a:pt x="2323525" y="4367248"/>
                </a:cubicBezTo>
                <a:cubicBezTo>
                  <a:pt x="2239575" y="4406384"/>
                  <a:pt x="2150175" y="4432133"/>
                  <a:pt x="2060764" y="4451767"/>
                </a:cubicBezTo>
                <a:cubicBezTo>
                  <a:pt x="1760632" y="4518029"/>
                  <a:pt x="1460022" y="4526349"/>
                  <a:pt x="1162250" y="4613329"/>
                </a:cubicBezTo>
                <a:cubicBezTo>
                  <a:pt x="1141991" y="4619390"/>
                  <a:pt x="1086625" y="4618011"/>
                  <a:pt x="1132639" y="4596243"/>
                </a:cubicBezTo>
                <a:cubicBezTo>
                  <a:pt x="1461250" y="4438196"/>
                  <a:pt x="1900100" y="4136057"/>
                  <a:pt x="2293970" y="4182283"/>
                </a:cubicBezTo>
                <a:cubicBezTo>
                  <a:pt x="2166077" y="4101602"/>
                  <a:pt x="2034669" y="4023929"/>
                  <a:pt x="1900637" y="3949470"/>
                </a:cubicBezTo>
                <a:cubicBezTo>
                  <a:pt x="1896077" y="3950852"/>
                  <a:pt x="1891168" y="3951697"/>
                  <a:pt x="1887014" y="3951288"/>
                </a:cubicBezTo>
                <a:cubicBezTo>
                  <a:pt x="1578066" y="4112095"/>
                  <a:pt x="1243908" y="4184792"/>
                  <a:pt x="896751" y="4159267"/>
                </a:cubicBezTo>
                <a:cubicBezTo>
                  <a:pt x="855005" y="4156073"/>
                  <a:pt x="905428" y="4125362"/>
                  <a:pt x="918967" y="4119760"/>
                </a:cubicBezTo>
                <a:cubicBezTo>
                  <a:pt x="1194342" y="4017222"/>
                  <a:pt x="1471034" y="3857115"/>
                  <a:pt x="1764113" y="3873539"/>
                </a:cubicBezTo>
                <a:cubicBezTo>
                  <a:pt x="1695196" y="3836374"/>
                  <a:pt x="1625724" y="3799562"/>
                  <a:pt x="1555701" y="3763109"/>
                </a:cubicBezTo>
                <a:cubicBezTo>
                  <a:pt x="1550645" y="3762512"/>
                  <a:pt x="1546699" y="3761207"/>
                  <a:pt x="1542956" y="3758998"/>
                </a:cubicBezTo>
                <a:cubicBezTo>
                  <a:pt x="1350426" y="3719652"/>
                  <a:pt x="1247288" y="3571783"/>
                  <a:pt x="1136724" y="3417171"/>
                </a:cubicBezTo>
                <a:cubicBezTo>
                  <a:pt x="993337" y="3216099"/>
                  <a:pt x="846020" y="2999153"/>
                  <a:pt x="750977" y="2770227"/>
                </a:cubicBezTo>
                <a:cubicBezTo>
                  <a:pt x="747611" y="2762227"/>
                  <a:pt x="749771" y="2755481"/>
                  <a:pt x="755174" y="2749954"/>
                </a:cubicBezTo>
                <a:cubicBezTo>
                  <a:pt x="771390" y="2733370"/>
                  <a:pt x="816824" y="2727735"/>
                  <a:pt x="830023" y="2731935"/>
                </a:cubicBezTo>
                <a:cubicBezTo>
                  <a:pt x="1258787" y="2883841"/>
                  <a:pt x="1497280" y="3311498"/>
                  <a:pt x="1623018" y="3716225"/>
                </a:cubicBezTo>
                <a:cubicBezTo>
                  <a:pt x="1853470" y="3835548"/>
                  <a:pt x="2078531" y="3959850"/>
                  <a:pt x="2294841" y="4093587"/>
                </a:cubicBezTo>
                <a:cubicBezTo>
                  <a:pt x="2272291" y="4035197"/>
                  <a:pt x="2253055" y="3974696"/>
                  <a:pt x="2250226" y="3916719"/>
                </a:cubicBezTo>
                <a:cubicBezTo>
                  <a:pt x="2248779" y="3916883"/>
                  <a:pt x="2246771" y="3917401"/>
                  <a:pt x="2245523" y="3916663"/>
                </a:cubicBezTo>
                <a:cubicBezTo>
                  <a:pt x="1951808" y="3876118"/>
                  <a:pt x="1808968" y="3571232"/>
                  <a:pt x="1707994" y="3326950"/>
                </a:cubicBezTo>
                <a:cubicBezTo>
                  <a:pt x="1694877" y="3295477"/>
                  <a:pt x="1766980" y="3273123"/>
                  <a:pt x="1786341" y="3287566"/>
                </a:cubicBezTo>
                <a:cubicBezTo>
                  <a:pt x="1929395" y="3390749"/>
                  <a:pt x="2051663" y="3506453"/>
                  <a:pt x="2158071" y="3639960"/>
                </a:cubicBezTo>
                <a:cubicBezTo>
                  <a:pt x="2154892" y="3540061"/>
                  <a:pt x="2170197" y="3439839"/>
                  <a:pt x="2189281" y="3333361"/>
                </a:cubicBezTo>
                <a:cubicBezTo>
                  <a:pt x="2229372" y="3116116"/>
                  <a:pt x="2246120" y="2891570"/>
                  <a:pt x="2314466" y="2680771"/>
                </a:cubicBezTo>
                <a:cubicBezTo>
                  <a:pt x="2320529" y="2661952"/>
                  <a:pt x="2361878" y="2637374"/>
                  <a:pt x="2386551" y="2642862"/>
                </a:cubicBezTo>
                <a:close/>
                <a:moveTo>
                  <a:pt x="3646699" y="2390555"/>
                </a:moveTo>
                <a:lnTo>
                  <a:pt x="3645773" y="2392739"/>
                </a:lnTo>
                <a:lnTo>
                  <a:pt x="3649597" y="2394358"/>
                </a:lnTo>
                <a:cubicBezTo>
                  <a:pt x="3648733" y="2393349"/>
                  <a:pt x="3647874" y="2392343"/>
                  <a:pt x="3646699" y="2390555"/>
                </a:cubicBezTo>
                <a:close/>
                <a:moveTo>
                  <a:pt x="3038676" y="2118977"/>
                </a:moveTo>
                <a:cubicBezTo>
                  <a:pt x="3042950" y="2257918"/>
                  <a:pt x="3002907" y="2393544"/>
                  <a:pt x="2963942" y="2525128"/>
                </a:cubicBezTo>
                <a:cubicBezTo>
                  <a:pt x="2949902" y="2571972"/>
                  <a:pt x="2935948" y="2620144"/>
                  <a:pt x="2923775" y="2667145"/>
                </a:cubicBezTo>
                <a:cubicBezTo>
                  <a:pt x="2909690" y="2721696"/>
                  <a:pt x="2898881" y="2777642"/>
                  <a:pt x="2887447" y="2832031"/>
                </a:cubicBezTo>
                <a:lnTo>
                  <a:pt x="2868480" y="2927011"/>
                </a:lnTo>
                <a:cubicBezTo>
                  <a:pt x="2882036" y="2893472"/>
                  <a:pt x="2900043" y="2846374"/>
                  <a:pt x="2921794" y="2782834"/>
                </a:cubicBezTo>
                <a:cubicBezTo>
                  <a:pt x="2980827" y="2611467"/>
                  <a:pt x="3079367" y="2325483"/>
                  <a:pt x="3038676" y="2118977"/>
                </a:cubicBezTo>
                <a:close/>
                <a:moveTo>
                  <a:pt x="4070579" y="2090376"/>
                </a:moveTo>
                <a:cubicBezTo>
                  <a:pt x="4084637" y="2136248"/>
                  <a:pt x="4098150" y="2181883"/>
                  <a:pt x="4109879" y="2228695"/>
                </a:cubicBezTo>
                <a:lnTo>
                  <a:pt x="4119154" y="2266098"/>
                </a:lnTo>
                <a:cubicBezTo>
                  <a:pt x="4126056" y="2295423"/>
                  <a:pt x="4133187" y="2324193"/>
                  <a:pt x="4141411" y="2353427"/>
                </a:cubicBezTo>
                <a:cubicBezTo>
                  <a:pt x="4176749" y="2475257"/>
                  <a:pt x="4236423" y="2591295"/>
                  <a:pt x="4293979" y="2703223"/>
                </a:cubicBezTo>
                <a:cubicBezTo>
                  <a:pt x="4334570" y="2782214"/>
                  <a:pt x="4376344" y="2862994"/>
                  <a:pt x="4410111" y="2947465"/>
                </a:cubicBezTo>
                <a:cubicBezTo>
                  <a:pt x="4347417" y="2640863"/>
                  <a:pt x="4257356" y="2342636"/>
                  <a:pt x="4070579" y="2090376"/>
                </a:cubicBezTo>
                <a:close/>
                <a:moveTo>
                  <a:pt x="4020821" y="2034549"/>
                </a:moveTo>
                <a:cubicBezTo>
                  <a:pt x="3991634" y="2371132"/>
                  <a:pt x="4184325" y="2658088"/>
                  <a:pt x="4372756" y="2932293"/>
                </a:cubicBezTo>
                <a:cubicBezTo>
                  <a:pt x="4341528" y="2858555"/>
                  <a:pt x="4305088" y="2786473"/>
                  <a:pt x="4268731" y="2715710"/>
                </a:cubicBezTo>
                <a:cubicBezTo>
                  <a:pt x="4210547" y="2602235"/>
                  <a:pt x="4150011" y="2485181"/>
                  <a:pt x="4113960" y="2360474"/>
                </a:cubicBezTo>
                <a:cubicBezTo>
                  <a:pt x="4105734" y="2331239"/>
                  <a:pt x="4098289" y="2301693"/>
                  <a:pt x="4090842" y="2272139"/>
                </a:cubicBezTo>
                <a:lnTo>
                  <a:pt x="4081569" y="2234734"/>
                </a:lnTo>
                <a:cubicBezTo>
                  <a:pt x="4064530" y="2167007"/>
                  <a:pt x="4043843" y="2100302"/>
                  <a:pt x="4020821" y="2034549"/>
                </a:cubicBezTo>
                <a:close/>
                <a:moveTo>
                  <a:pt x="3001316" y="2032338"/>
                </a:moveTo>
                <a:cubicBezTo>
                  <a:pt x="2982933" y="2081859"/>
                  <a:pt x="2966493" y="2132840"/>
                  <a:pt x="2953880" y="2185446"/>
                </a:cubicBezTo>
                <a:cubicBezTo>
                  <a:pt x="2921068" y="2317695"/>
                  <a:pt x="2906505" y="2457032"/>
                  <a:pt x="2883664" y="2591574"/>
                </a:cubicBezTo>
                <a:cubicBezTo>
                  <a:pt x="2864755" y="2700098"/>
                  <a:pt x="2813661" y="2959166"/>
                  <a:pt x="2826885" y="2991809"/>
                </a:cubicBezTo>
                <a:lnTo>
                  <a:pt x="2860250" y="2826310"/>
                </a:lnTo>
                <a:cubicBezTo>
                  <a:pt x="2871141" y="2771690"/>
                  <a:pt x="2882731" y="2715434"/>
                  <a:pt x="2896499" y="2660098"/>
                </a:cubicBezTo>
                <a:cubicBezTo>
                  <a:pt x="2908585" y="2611783"/>
                  <a:pt x="2923082" y="2563843"/>
                  <a:pt x="2937125" y="2516991"/>
                </a:cubicBezTo>
                <a:cubicBezTo>
                  <a:pt x="2975863" y="2385961"/>
                  <a:pt x="3015900" y="2250332"/>
                  <a:pt x="3010471" y="2114122"/>
                </a:cubicBezTo>
                <a:cubicBezTo>
                  <a:pt x="3009267" y="2086568"/>
                  <a:pt x="3005955" y="2059413"/>
                  <a:pt x="3001316" y="2032338"/>
                </a:cubicBezTo>
                <a:close/>
                <a:moveTo>
                  <a:pt x="3105532" y="1991479"/>
                </a:moveTo>
                <a:cubicBezTo>
                  <a:pt x="3254427" y="2144650"/>
                  <a:pt x="3409943" y="2280670"/>
                  <a:pt x="3599280" y="2371770"/>
                </a:cubicBezTo>
                <a:cubicBezTo>
                  <a:pt x="3463064" y="2234271"/>
                  <a:pt x="3300266" y="2088089"/>
                  <a:pt x="3105532" y="1991479"/>
                </a:cubicBezTo>
                <a:close/>
                <a:moveTo>
                  <a:pt x="3111169" y="1962963"/>
                </a:moveTo>
                <a:cubicBezTo>
                  <a:pt x="3306049" y="2057701"/>
                  <a:pt x="3468685" y="2201237"/>
                  <a:pt x="3606223" y="2338658"/>
                </a:cubicBezTo>
                <a:cubicBezTo>
                  <a:pt x="3470641" y="2169232"/>
                  <a:pt x="3285027" y="1968969"/>
                  <a:pt x="3111169" y="1962963"/>
                </a:cubicBezTo>
                <a:close/>
                <a:moveTo>
                  <a:pt x="2050698" y="1338235"/>
                </a:moveTo>
                <a:cubicBezTo>
                  <a:pt x="2064377" y="1651120"/>
                  <a:pt x="2209927" y="1999242"/>
                  <a:pt x="2370409" y="2272553"/>
                </a:cubicBezTo>
                <a:cubicBezTo>
                  <a:pt x="2357712" y="2235634"/>
                  <a:pt x="2347580" y="2197225"/>
                  <a:pt x="2338306" y="2159819"/>
                </a:cubicBezTo>
                <a:lnTo>
                  <a:pt x="2334023" y="2142555"/>
                </a:lnTo>
                <a:cubicBezTo>
                  <a:pt x="2289026" y="1964482"/>
                  <a:pt x="2230790" y="1787247"/>
                  <a:pt x="2161071" y="1617375"/>
                </a:cubicBezTo>
                <a:cubicBezTo>
                  <a:pt x="2150764" y="1593060"/>
                  <a:pt x="2141003" y="1568967"/>
                  <a:pt x="2130699" y="1544643"/>
                </a:cubicBezTo>
                <a:cubicBezTo>
                  <a:pt x="2102533" y="1477354"/>
                  <a:pt x="2073739" y="1408510"/>
                  <a:pt x="2050698" y="1338235"/>
                </a:cubicBezTo>
                <a:close/>
                <a:moveTo>
                  <a:pt x="2060478" y="1278636"/>
                </a:moveTo>
                <a:cubicBezTo>
                  <a:pt x="2085382" y="1365794"/>
                  <a:pt x="2121337" y="1451189"/>
                  <a:pt x="2156346" y="1534260"/>
                </a:cubicBezTo>
                <a:lnTo>
                  <a:pt x="2187258" y="1607218"/>
                </a:lnTo>
                <a:cubicBezTo>
                  <a:pt x="2256583" y="1774989"/>
                  <a:pt x="2314102" y="1949347"/>
                  <a:pt x="2358704" y="2125320"/>
                </a:cubicBezTo>
                <a:cubicBezTo>
                  <a:pt x="2326696" y="1963695"/>
                  <a:pt x="2286060" y="1804203"/>
                  <a:pt x="2233598" y="1646797"/>
                </a:cubicBezTo>
                <a:cubicBezTo>
                  <a:pt x="2188082" y="1511000"/>
                  <a:pt x="2118450" y="1397178"/>
                  <a:pt x="2060478" y="1278636"/>
                </a:cubicBezTo>
                <a:close/>
                <a:moveTo>
                  <a:pt x="1974152" y="1245311"/>
                </a:moveTo>
                <a:cubicBezTo>
                  <a:pt x="1899849" y="1271794"/>
                  <a:pt x="1845607" y="1329954"/>
                  <a:pt x="1811379" y="1406236"/>
                </a:cubicBezTo>
                <a:cubicBezTo>
                  <a:pt x="1793417" y="1445630"/>
                  <a:pt x="1774985" y="1502850"/>
                  <a:pt x="1767940" y="1546869"/>
                </a:cubicBezTo>
                <a:cubicBezTo>
                  <a:pt x="1756267" y="1618535"/>
                  <a:pt x="1762401" y="1614698"/>
                  <a:pt x="1796474" y="1557016"/>
                </a:cubicBezTo>
                <a:cubicBezTo>
                  <a:pt x="1857987" y="1454296"/>
                  <a:pt x="1917005" y="1349880"/>
                  <a:pt x="1974152" y="1245311"/>
                </a:cubicBezTo>
                <a:close/>
                <a:moveTo>
                  <a:pt x="4681531" y="959050"/>
                </a:moveTo>
                <a:cubicBezTo>
                  <a:pt x="4667665" y="975072"/>
                  <a:pt x="4653801" y="991089"/>
                  <a:pt x="4638064" y="1006960"/>
                </a:cubicBezTo>
                <a:cubicBezTo>
                  <a:pt x="4572574" y="1071943"/>
                  <a:pt x="4498932" y="1125748"/>
                  <a:pt x="4415502" y="1184424"/>
                </a:cubicBezTo>
                <a:cubicBezTo>
                  <a:pt x="4354739" y="1227583"/>
                  <a:pt x="4278681" y="1281016"/>
                  <a:pt x="4197574" y="1317493"/>
                </a:cubicBezTo>
                <a:cubicBezTo>
                  <a:pt x="4173020" y="1328342"/>
                  <a:pt x="4148153" y="1338416"/>
                  <a:pt x="4122737" y="1348256"/>
                </a:cubicBezTo>
                <a:cubicBezTo>
                  <a:pt x="4088783" y="1361567"/>
                  <a:pt x="4056139" y="1374791"/>
                  <a:pt x="4024988" y="1390573"/>
                </a:cubicBezTo>
                <a:cubicBezTo>
                  <a:pt x="4165369" y="1358579"/>
                  <a:pt x="4302892" y="1298342"/>
                  <a:pt x="4421265" y="1220988"/>
                </a:cubicBezTo>
                <a:cubicBezTo>
                  <a:pt x="4516666" y="1158366"/>
                  <a:pt x="4617535" y="1064584"/>
                  <a:pt x="4681531" y="959050"/>
                </a:cubicBezTo>
                <a:close/>
                <a:moveTo>
                  <a:pt x="4722484" y="854709"/>
                </a:moveTo>
                <a:cubicBezTo>
                  <a:pt x="4713724" y="863235"/>
                  <a:pt x="4704652" y="870980"/>
                  <a:pt x="4695347" y="879275"/>
                </a:cubicBezTo>
                <a:cubicBezTo>
                  <a:pt x="4560726" y="998039"/>
                  <a:pt x="4415771" y="1121443"/>
                  <a:pt x="4253878" y="1216434"/>
                </a:cubicBezTo>
                <a:lnTo>
                  <a:pt x="4213112" y="1239730"/>
                </a:lnTo>
                <a:cubicBezTo>
                  <a:pt x="4152620" y="1274640"/>
                  <a:pt x="4090577" y="1310180"/>
                  <a:pt x="4037747" y="1352837"/>
                </a:cubicBezTo>
                <a:cubicBezTo>
                  <a:pt x="4062533" y="1341442"/>
                  <a:pt x="4087944" y="1331600"/>
                  <a:pt x="4113362" y="1321759"/>
                </a:cubicBezTo>
                <a:cubicBezTo>
                  <a:pt x="4137990" y="1312227"/>
                  <a:pt x="4162627" y="1302697"/>
                  <a:pt x="4186634" y="1291618"/>
                </a:cubicBezTo>
                <a:cubicBezTo>
                  <a:pt x="4265418" y="1256083"/>
                  <a:pt x="4339921" y="1203284"/>
                  <a:pt x="4399674" y="1160983"/>
                </a:cubicBezTo>
                <a:cubicBezTo>
                  <a:pt x="4481551" y="1102940"/>
                  <a:pt x="4554724" y="1050225"/>
                  <a:pt x="4618435" y="986418"/>
                </a:cubicBezTo>
                <a:cubicBezTo>
                  <a:pt x="4660678" y="944429"/>
                  <a:pt x="4695591" y="899980"/>
                  <a:pt x="4722484" y="854709"/>
                </a:cubicBezTo>
                <a:close/>
                <a:moveTo>
                  <a:pt x="1456504" y="777000"/>
                </a:moveTo>
                <a:cubicBezTo>
                  <a:pt x="1456064" y="782606"/>
                  <a:pt x="1455073" y="787979"/>
                  <a:pt x="1454399" y="794136"/>
                </a:cubicBezTo>
                <a:cubicBezTo>
                  <a:pt x="1451982" y="810498"/>
                  <a:pt x="1450340" y="826538"/>
                  <a:pt x="1448466" y="843129"/>
                </a:cubicBezTo>
                <a:cubicBezTo>
                  <a:pt x="1443098" y="896870"/>
                  <a:pt x="1442326" y="951907"/>
                  <a:pt x="1442252" y="1005313"/>
                </a:cubicBezTo>
                <a:cubicBezTo>
                  <a:pt x="1440336" y="1206014"/>
                  <a:pt x="1438833" y="1413328"/>
                  <a:pt x="1469382" y="1614896"/>
                </a:cubicBezTo>
                <a:lnTo>
                  <a:pt x="1472106" y="1632791"/>
                </a:lnTo>
                <a:lnTo>
                  <a:pt x="1479091" y="1680170"/>
                </a:lnTo>
                <a:cubicBezTo>
                  <a:pt x="1479741" y="1669501"/>
                  <a:pt x="1479617" y="1659149"/>
                  <a:pt x="1480043" y="1649028"/>
                </a:cubicBezTo>
                <a:cubicBezTo>
                  <a:pt x="1483046" y="1394060"/>
                  <a:pt x="1486555" y="1130296"/>
                  <a:pt x="1464087" y="871628"/>
                </a:cubicBezTo>
                <a:lnTo>
                  <a:pt x="1462204" y="850229"/>
                </a:lnTo>
                <a:cubicBezTo>
                  <a:pt x="1460150" y="826182"/>
                  <a:pt x="1458096" y="802134"/>
                  <a:pt x="1456504" y="777000"/>
                </a:cubicBezTo>
                <a:close/>
                <a:moveTo>
                  <a:pt x="1483619" y="764662"/>
                </a:moveTo>
                <a:cubicBezTo>
                  <a:pt x="1484834" y="792211"/>
                  <a:pt x="1487677" y="820458"/>
                  <a:pt x="1489670" y="847698"/>
                </a:cubicBezTo>
                <a:lnTo>
                  <a:pt x="1491553" y="869097"/>
                </a:lnTo>
                <a:cubicBezTo>
                  <a:pt x="1513754" y="1119277"/>
                  <a:pt x="1511208" y="1373147"/>
                  <a:pt x="1508481" y="1619865"/>
                </a:cubicBezTo>
                <a:cubicBezTo>
                  <a:pt x="1576046" y="1335574"/>
                  <a:pt x="1567527" y="1045475"/>
                  <a:pt x="1483619" y="764662"/>
                </a:cubicBezTo>
                <a:close/>
                <a:moveTo>
                  <a:pt x="1430481" y="630137"/>
                </a:moveTo>
                <a:cubicBezTo>
                  <a:pt x="1267590" y="940376"/>
                  <a:pt x="1333252" y="1302315"/>
                  <a:pt x="1442495" y="1626691"/>
                </a:cubicBezTo>
                <a:lnTo>
                  <a:pt x="1441222" y="1619067"/>
                </a:lnTo>
                <a:cubicBezTo>
                  <a:pt x="1410273" y="1415398"/>
                  <a:pt x="1411692" y="1206762"/>
                  <a:pt x="1414069" y="1004967"/>
                </a:cubicBezTo>
                <a:cubicBezTo>
                  <a:pt x="1414375" y="951016"/>
                  <a:pt x="1414834" y="895204"/>
                  <a:pt x="1420665" y="840369"/>
                </a:cubicBezTo>
                <a:cubicBezTo>
                  <a:pt x="1422537" y="823783"/>
                  <a:pt x="1424411" y="807192"/>
                  <a:pt x="1426829" y="790831"/>
                </a:cubicBezTo>
                <a:cubicBezTo>
                  <a:pt x="1433522" y="737010"/>
                  <a:pt x="1440125" y="681866"/>
                  <a:pt x="1430481" y="630137"/>
                </a:cubicBezTo>
                <a:close/>
                <a:moveTo>
                  <a:pt x="4023796" y="623931"/>
                </a:moveTo>
                <a:cubicBezTo>
                  <a:pt x="3998086" y="637515"/>
                  <a:pt x="3972609" y="650546"/>
                  <a:pt x="3945729" y="662344"/>
                </a:cubicBezTo>
                <a:cubicBezTo>
                  <a:pt x="3801060" y="727282"/>
                  <a:pt x="3645502" y="758642"/>
                  <a:pt x="3498947" y="818916"/>
                </a:cubicBezTo>
                <a:cubicBezTo>
                  <a:pt x="3325974" y="889896"/>
                  <a:pt x="3184420" y="1008307"/>
                  <a:pt x="3031283" y="1111507"/>
                </a:cubicBezTo>
                <a:cubicBezTo>
                  <a:pt x="3091555" y="1098395"/>
                  <a:pt x="3148558" y="1067158"/>
                  <a:pt x="3203692" y="1035777"/>
                </a:cubicBezTo>
                <a:lnTo>
                  <a:pt x="3218294" y="1027151"/>
                </a:lnTo>
                <a:cubicBezTo>
                  <a:pt x="3353948" y="950027"/>
                  <a:pt x="3497672" y="882756"/>
                  <a:pt x="3636737" y="817377"/>
                </a:cubicBezTo>
                <a:cubicBezTo>
                  <a:pt x="3765775" y="757414"/>
                  <a:pt x="3897289" y="694633"/>
                  <a:pt x="4023796" y="623931"/>
                </a:cubicBezTo>
                <a:close/>
                <a:moveTo>
                  <a:pt x="3311704" y="584486"/>
                </a:moveTo>
                <a:cubicBezTo>
                  <a:pt x="3272983" y="648568"/>
                  <a:pt x="3231536" y="711502"/>
                  <a:pt x="3190778" y="772788"/>
                </a:cubicBezTo>
                <a:cubicBezTo>
                  <a:pt x="3126979" y="868744"/>
                  <a:pt x="3062020" y="967431"/>
                  <a:pt x="3007981" y="1070739"/>
                </a:cubicBezTo>
                <a:cubicBezTo>
                  <a:pt x="3110594" y="966751"/>
                  <a:pt x="3204922" y="819977"/>
                  <a:pt x="3267578" y="693281"/>
                </a:cubicBezTo>
                <a:close/>
                <a:moveTo>
                  <a:pt x="2664888" y="518596"/>
                </a:moveTo>
                <a:cubicBezTo>
                  <a:pt x="2580256" y="532980"/>
                  <a:pt x="2495702" y="548687"/>
                  <a:pt x="2411865" y="567273"/>
                </a:cubicBezTo>
                <a:cubicBezTo>
                  <a:pt x="2215416" y="611580"/>
                  <a:pt x="2055895" y="697916"/>
                  <a:pt x="1896643" y="809468"/>
                </a:cubicBezTo>
                <a:cubicBezTo>
                  <a:pt x="1897193" y="809701"/>
                  <a:pt x="1897736" y="809931"/>
                  <a:pt x="1899055" y="809848"/>
                </a:cubicBezTo>
                <a:cubicBezTo>
                  <a:pt x="2091065" y="728900"/>
                  <a:pt x="2275399" y="656935"/>
                  <a:pt x="2446633" y="596159"/>
                </a:cubicBezTo>
                <a:close/>
                <a:moveTo>
                  <a:pt x="2796924" y="501747"/>
                </a:moveTo>
                <a:lnTo>
                  <a:pt x="2455237" y="622979"/>
                </a:lnTo>
                <a:cubicBezTo>
                  <a:pt x="2296206" y="679263"/>
                  <a:pt x="2126634" y="745243"/>
                  <a:pt x="1949308" y="818889"/>
                </a:cubicBezTo>
                <a:cubicBezTo>
                  <a:pt x="1950089" y="818579"/>
                  <a:pt x="1950089" y="818579"/>
                  <a:pt x="1950634" y="818810"/>
                </a:cubicBezTo>
                <a:cubicBezTo>
                  <a:pt x="2249794" y="764555"/>
                  <a:pt x="2535304" y="633058"/>
                  <a:pt x="2796924" y="501747"/>
                </a:cubicBezTo>
                <a:close/>
                <a:moveTo>
                  <a:pt x="3335099" y="488163"/>
                </a:moveTo>
                <a:lnTo>
                  <a:pt x="3151139" y="734118"/>
                </a:lnTo>
                <a:lnTo>
                  <a:pt x="3136980" y="753877"/>
                </a:lnTo>
                <a:cubicBezTo>
                  <a:pt x="3108114" y="793161"/>
                  <a:pt x="3082736" y="828772"/>
                  <a:pt x="3062043" y="867004"/>
                </a:cubicBezTo>
                <a:cubicBezTo>
                  <a:pt x="3033701" y="918746"/>
                  <a:pt x="3011684" y="973805"/>
                  <a:pt x="2994594" y="1035452"/>
                </a:cubicBezTo>
                <a:cubicBezTo>
                  <a:pt x="3046947" y="939156"/>
                  <a:pt x="3107576" y="847655"/>
                  <a:pt x="3167517" y="757788"/>
                </a:cubicBezTo>
                <a:cubicBezTo>
                  <a:pt x="3225200" y="670189"/>
                  <a:pt x="3284135" y="581180"/>
                  <a:pt x="3335099" y="488163"/>
                </a:cubicBezTo>
                <a:close/>
                <a:moveTo>
                  <a:pt x="2891507" y="485136"/>
                </a:moveTo>
                <a:cubicBezTo>
                  <a:pt x="2633092" y="616512"/>
                  <a:pt x="2348081" y="755947"/>
                  <a:pt x="2047508" y="825701"/>
                </a:cubicBezTo>
                <a:cubicBezTo>
                  <a:pt x="2357909" y="831572"/>
                  <a:pt x="2636584" y="667562"/>
                  <a:pt x="2891507" y="485136"/>
                </a:cubicBezTo>
                <a:close/>
                <a:moveTo>
                  <a:pt x="4418489" y="483936"/>
                </a:moveTo>
                <a:cubicBezTo>
                  <a:pt x="4332433" y="547295"/>
                  <a:pt x="4242855" y="605296"/>
                  <a:pt x="4155290" y="661575"/>
                </a:cubicBezTo>
                <a:cubicBezTo>
                  <a:pt x="3969451" y="781189"/>
                  <a:pt x="3777243" y="905190"/>
                  <a:pt x="3571040" y="996875"/>
                </a:cubicBezTo>
                <a:cubicBezTo>
                  <a:pt x="3418056" y="1064725"/>
                  <a:pt x="3258062" y="1114166"/>
                  <a:pt x="3093710" y="1145020"/>
                </a:cubicBezTo>
                <a:cubicBezTo>
                  <a:pt x="3128860" y="1154752"/>
                  <a:pt x="3165333" y="1164394"/>
                  <a:pt x="3207527" y="1163586"/>
                </a:cubicBezTo>
                <a:cubicBezTo>
                  <a:pt x="3359545" y="1160350"/>
                  <a:pt x="3521798" y="1058435"/>
                  <a:pt x="3652751" y="990907"/>
                </a:cubicBezTo>
                <a:cubicBezTo>
                  <a:pt x="3834432" y="897860"/>
                  <a:pt x="4013510" y="797268"/>
                  <a:pt x="4180906" y="680145"/>
                </a:cubicBezTo>
                <a:cubicBezTo>
                  <a:pt x="4224133" y="649515"/>
                  <a:pt x="4353624" y="550475"/>
                  <a:pt x="4418489" y="483936"/>
                </a:cubicBezTo>
                <a:close/>
                <a:moveTo>
                  <a:pt x="3316944" y="465669"/>
                </a:moveTo>
                <a:cubicBezTo>
                  <a:pt x="3194809" y="521478"/>
                  <a:pt x="2954579" y="894258"/>
                  <a:pt x="2958819" y="1062158"/>
                </a:cubicBezTo>
                <a:cubicBezTo>
                  <a:pt x="2971057" y="1011968"/>
                  <a:pt x="2985641" y="965354"/>
                  <a:pt x="3004132" y="921679"/>
                </a:cubicBezTo>
                <a:cubicBezTo>
                  <a:pt x="3014072" y="898200"/>
                  <a:pt x="3025105" y="875187"/>
                  <a:pt x="3037224" y="852631"/>
                </a:cubicBezTo>
                <a:cubicBezTo>
                  <a:pt x="3058615" y="812759"/>
                  <a:pt x="3085004" y="776291"/>
                  <a:pt x="3114637" y="736692"/>
                </a:cubicBezTo>
                <a:lnTo>
                  <a:pt x="3128801" y="716935"/>
                </a:lnTo>
                <a:cubicBezTo>
                  <a:pt x="3193882" y="628604"/>
                  <a:pt x="3252848" y="548625"/>
                  <a:pt x="3316944" y="465669"/>
                </a:cubicBezTo>
                <a:close/>
                <a:moveTo>
                  <a:pt x="4448894" y="422768"/>
                </a:moveTo>
                <a:cubicBezTo>
                  <a:pt x="4372745" y="436884"/>
                  <a:pt x="4303112" y="482734"/>
                  <a:pt x="4235585" y="528178"/>
                </a:cubicBezTo>
                <a:lnTo>
                  <a:pt x="4213155" y="543149"/>
                </a:lnTo>
                <a:cubicBezTo>
                  <a:pt x="4035485" y="661715"/>
                  <a:pt x="3839402" y="753816"/>
                  <a:pt x="3649218" y="842623"/>
                </a:cubicBezTo>
                <a:cubicBezTo>
                  <a:pt x="3510392" y="907459"/>
                  <a:pt x="3367451" y="974411"/>
                  <a:pt x="3232564" y="1051220"/>
                </a:cubicBezTo>
                <a:lnTo>
                  <a:pt x="3217970" y="1059849"/>
                </a:lnTo>
                <a:cubicBezTo>
                  <a:pt x="3184886" y="1078679"/>
                  <a:pt x="3151576" y="1098052"/>
                  <a:pt x="3116688" y="1113543"/>
                </a:cubicBezTo>
                <a:cubicBezTo>
                  <a:pt x="3269055" y="1082118"/>
                  <a:pt x="3417223" y="1034762"/>
                  <a:pt x="3559098" y="971858"/>
                </a:cubicBezTo>
                <a:cubicBezTo>
                  <a:pt x="3763514" y="881353"/>
                  <a:pt x="3954942" y="757667"/>
                  <a:pt x="4140004" y="638368"/>
                </a:cubicBezTo>
                <a:cubicBezTo>
                  <a:pt x="4244649" y="570645"/>
                  <a:pt x="4351849" y="501435"/>
                  <a:pt x="4451852" y="423380"/>
                </a:cubicBezTo>
                <a:cubicBezTo>
                  <a:pt x="4450763" y="422918"/>
                  <a:pt x="4450211" y="422686"/>
                  <a:pt x="4448894" y="422768"/>
                </a:cubicBezTo>
                <a:close/>
                <a:moveTo>
                  <a:pt x="680568" y="416949"/>
                </a:moveTo>
                <a:cubicBezTo>
                  <a:pt x="573847" y="489578"/>
                  <a:pt x="483985" y="589312"/>
                  <a:pt x="394452" y="694330"/>
                </a:cubicBezTo>
                <a:lnTo>
                  <a:pt x="340402" y="759654"/>
                </a:lnTo>
                <a:close/>
                <a:moveTo>
                  <a:pt x="827699" y="416143"/>
                </a:moveTo>
                <a:cubicBezTo>
                  <a:pt x="835728" y="454953"/>
                  <a:pt x="841663" y="494162"/>
                  <a:pt x="841524" y="534021"/>
                </a:cubicBezTo>
                <a:cubicBezTo>
                  <a:pt x="841577" y="581042"/>
                  <a:pt x="833611" y="627240"/>
                  <a:pt x="825554" y="672115"/>
                </a:cubicBezTo>
                <a:cubicBezTo>
                  <a:pt x="819855" y="703824"/>
                  <a:pt x="814239" y="736857"/>
                  <a:pt x="811499" y="769176"/>
                </a:cubicBezTo>
                <a:cubicBezTo>
                  <a:pt x="803608" y="866910"/>
                  <a:pt x="822564" y="965070"/>
                  <a:pt x="841586" y="1060039"/>
                </a:cubicBezTo>
                <a:cubicBezTo>
                  <a:pt x="870658" y="1208834"/>
                  <a:pt x="901383" y="1362838"/>
                  <a:pt x="942912" y="1511108"/>
                </a:cubicBezTo>
                <a:cubicBezTo>
                  <a:pt x="977911" y="1186645"/>
                  <a:pt x="995896" y="815698"/>
                  <a:pt x="884057" y="521768"/>
                </a:cubicBezTo>
                <a:cubicBezTo>
                  <a:pt x="868776" y="481820"/>
                  <a:pt x="846755" y="448679"/>
                  <a:pt x="827699" y="416143"/>
                </a:cubicBezTo>
                <a:close/>
                <a:moveTo>
                  <a:pt x="798883" y="414244"/>
                </a:moveTo>
                <a:cubicBezTo>
                  <a:pt x="695211" y="736679"/>
                  <a:pt x="755992" y="1050836"/>
                  <a:pt x="875825" y="1357811"/>
                </a:cubicBezTo>
                <a:cubicBezTo>
                  <a:pt x="852896" y="1259904"/>
                  <a:pt x="833394" y="1161513"/>
                  <a:pt x="814514" y="1064671"/>
                </a:cubicBezTo>
                <a:cubicBezTo>
                  <a:pt x="795638" y="967838"/>
                  <a:pt x="775736" y="867346"/>
                  <a:pt x="783698" y="766414"/>
                </a:cubicBezTo>
                <a:cubicBezTo>
                  <a:pt x="786354" y="732777"/>
                  <a:pt x="792197" y="699198"/>
                  <a:pt x="798129" y="666939"/>
                </a:cubicBezTo>
                <a:cubicBezTo>
                  <a:pt x="805719" y="623158"/>
                  <a:pt x="813776" y="578281"/>
                  <a:pt x="813894" y="533909"/>
                </a:cubicBezTo>
                <a:cubicBezTo>
                  <a:pt x="813480" y="493822"/>
                  <a:pt x="807234" y="453832"/>
                  <a:pt x="798883" y="414244"/>
                </a:cubicBezTo>
                <a:close/>
                <a:moveTo>
                  <a:pt x="673202" y="388720"/>
                </a:moveTo>
                <a:cubicBezTo>
                  <a:pt x="560862" y="422924"/>
                  <a:pt x="473506" y="490876"/>
                  <a:pt x="392779" y="596411"/>
                </a:cubicBezTo>
                <a:cubicBezTo>
                  <a:pt x="345173" y="658663"/>
                  <a:pt x="304966" y="720182"/>
                  <a:pt x="270088" y="790400"/>
                </a:cubicBezTo>
                <a:cubicBezTo>
                  <a:pt x="265839" y="798902"/>
                  <a:pt x="262292" y="805767"/>
                  <a:pt x="259285" y="812869"/>
                </a:cubicBezTo>
                <a:cubicBezTo>
                  <a:pt x="297306" y="767160"/>
                  <a:pt x="334780" y="721219"/>
                  <a:pt x="372890" y="676832"/>
                </a:cubicBezTo>
                <a:cubicBezTo>
                  <a:pt x="466138" y="567590"/>
                  <a:pt x="560501" y="463327"/>
                  <a:pt x="673202" y="388720"/>
                </a:cubicBezTo>
                <a:close/>
                <a:moveTo>
                  <a:pt x="1628210" y="0"/>
                </a:moveTo>
                <a:lnTo>
                  <a:pt x="1748399" y="0"/>
                </a:lnTo>
                <a:lnTo>
                  <a:pt x="1783391" y="17650"/>
                </a:lnTo>
                <a:cubicBezTo>
                  <a:pt x="1878225" y="54329"/>
                  <a:pt x="1980824" y="64330"/>
                  <a:pt x="2084193" y="69947"/>
                </a:cubicBezTo>
                <a:cubicBezTo>
                  <a:pt x="2305723" y="81971"/>
                  <a:pt x="2525917" y="56091"/>
                  <a:pt x="2744101" y="15192"/>
                </a:cubicBezTo>
                <a:cubicBezTo>
                  <a:pt x="2562964" y="37013"/>
                  <a:pt x="2380220" y="45912"/>
                  <a:pt x="2197414" y="41266"/>
                </a:cubicBezTo>
                <a:cubicBezTo>
                  <a:pt x="2092695" y="38460"/>
                  <a:pt x="1999575" y="31066"/>
                  <a:pt x="1914967" y="18583"/>
                </a:cubicBezTo>
                <a:lnTo>
                  <a:pt x="1815559" y="0"/>
                </a:lnTo>
                <a:lnTo>
                  <a:pt x="2001666" y="0"/>
                </a:lnTo>
                <a:lnTo>
                  <a:pt x="2036517" y="4274"/>
                </a:lnTo>
                <a:cubicBezTo>
                  <a:pt x="2087672" y="8689"/>
                  <a:pt x="2141872" y="11637"/>
                  <a:pt x="2199623" y="13232"/>
                </a:cubicBezTo>
                <a:cubicBezTo>
                  <a:pt x="2273140" y="15225"/>
                  <a:pt x="2346666" y="15008"/>
                  <a:pt x="2420103" y="12601"/>
                </a:cubicBezTo>
                <a:lnTo>
                  <a:pt x="2621330" y="0"/>
                </a:lnTo>
                <a:lnTo>
                  <a:pt x="3076571" y="0"/>
                </a:lnTo>
                <a:lnTo>
                  <a:pt x="2924796" y="36772"/>
                </a:lnTo>
                <a:cubicBezTo>
                  <a:pt x="2603232" y="110795"/>
                  <a:pt x="2272273" y="167441"/>
                  <a:pt x="1946203" y="131277"/>
                </a:cubicBezTo>
                <a:cubicBezTo>
                  <a:pt x="1847872" y="120226"/>
                  <a:pt x="1775939" y="84460"/>
                  <a:pt x="1707026" y="44983"/>
                </a:cubicBezTo>
                <a:close/>
                <a:moveTo>
                  <a:pt x="1007398" y="0"/>
                </a:moveTo>
                <a:lnTo>
                  <a:pt x="1105902" y="0"/>
                </a:lnTo>
                <a:lnTo>
                  <a:pt x="1191939" y="117664"/>
                </a:lnTo>
                <a:cubicBezTo>
                  <a:pt x="1366125" y="341427"/>
                  <a:pt x="1562103" y="551148"/>
                  <a:pt x="1780907" y="743734"/>
                </a:cubicBezTo>
                <a:cubicBezTo>
                  <a:pt x="1801144" y="761313"/>
                  <a:pt x="1821617" y="778348"/>
                  <a:pt x="1841857" y="795932"/>
                </a:cubicBezTo>
                <a:cubicBezTo>
                  <a:pt x="1990610" y="686371"/>
                  <a:pt x="2139633" y="585288"/>
                  <a:pt x="2317896" y="530713"/>
                </a:cubicBezTo>
                <a:cubicBezTo>
                  <a:pt x="2542030" y="462073"/>
                  <a:pt x="2783392" y="434854"/>
                  <a:pt x="3015228" y="399738"/>
                </a:cubicBezTo>
                <a:cubicBezTo>
                  <a:pt x="3052333" y="394202"/>
                  <a:pt x="3010950" y="453937"/>
                  <a:pt x="3000782" y="461219"/>
                </a:cubicBezTo>
                <a:cubicBezTo>
                  <a:pt x="2693972" y="688641"/>
                  <a:pt x="2350770" y="924476"/>
                  <a:pt x="1963190" y="895589"/>
                </a:cubicBezTo>
                <a:cubicBezTo>
                  <a:pt x="2149512" y="1044003"/>
                  <a:pt x="2346363" y="1178199"/>
                  <a:pt x="2552180" y="1298815"/>
                </a:cubicBezTo>
                <a:cubicBezTo>
                  <a:pt x="2674551" y="1263712"/>
                  <a:pt x="2789192" y="1186061"/>
                  <a:pt x="2904618" y="1146081"/>
                </a:cubicBezTo>
                <a:cubicBezTo>
                  <a:pt x="2811839" y="901425"/>
                  <a:pt x="3283913" y="443317"/>
                  <a:pt x="3428829" y="310883"/>
                </a:cubicBezTo>
                <a:cubicBezTo>
                  <a:pt x="3440380" y="300321"/>
                  <a:pt x="3459741" y="295643"/>
                  <a:pt x="3452135" y="318176"/>
                </a:cubicBezTo>
                <a:cubicBezTo>
                  <a:pt x="3377952" y="531416"/>
                  <a:pt x="3301457" y="750112"/>
                  <a:pt x="3169464" y="935661"/>
                </a:cubicBezTo>
                <a:cubicBezTo>
                  <a:pt x="3150662" y="961821"/>
                  <a:pt x="3003773" y="1105010"/>
                  <a:pt x="3049395" y="1070245"/>
                </a:cubicBezTo>
                <a:cubicBezTo>
                  <a:pt x="3162985" y="984423"/>
                  <a:pt x="3272630" y="886628"/>
                  <a:pt x="3401235" y="815534"/>
                </a:cubicBezTo>
                <a:cubicBezTo>
                  <a:pt x="3665893" y="669415"/>
                  <a:pt x="3968082" y="612577"/>
                  <a:pt x="4236947" y="465665"/>
                </a:cubicBezTo>
                <a:cubicBezTo>
                  <a:pt x="4280594" y="441649"/>
                  <a:pt x="4494768" y="287033"/>
                  <a:pt x="4565962" y="350012"/>
                </a:cubicBezTo>
                <a:cubicBezTo>
                  <a:pt x="4574408" y="357446"/>
                  <a:pt x="4561570" y="377121"/>
                  <a:pt x="4557937" y="382666"/>
                </a:cubicBezTo>
                <a:cubicBezTo>
                  <a:pt x="4368036" y="694348"/>
                  <a:pt x="3934455" y="895784"/>
                  <a:pt x="3621049" y="1056676"/>
                </a:cubicBezTo>
                <a:cubicBezTo>
                  <a:pt x="3449155" y="1144851"/>
                  <a:pt x="3289873" y="1230645"/>
                  <a:pt x="3094000" y="1229477"/>
                </a:cubicBezTo>
                <a:cubicBezTo>
                  <a:pt x="2989297" y="1228927"/>
                  <a:pt x="2920834" y="1221837"/>
                  <a:pt x="2813197" y="1263181"/>
                </a:cubicBezTo>
                <a:cubicBezTo>
                  <a:pt x="2746514" y="1288380"/>
                  <a:pt x="2682165" y="1312641"/>
                  <a:pt x="2615776" y="1334114"/>
                </a:cubicBezTo>
                <a:cubicBezTo>
                  <a:pt x="2856074" y="1470609"/>
                  <a:pt x="3106867" y="1588379"/>
                  <a:pt x="3364982" y="1687356"/>
                </a:cubicBezTo>
                <a:cubicBezTo>
                  <a:pt x="3367545" y="1685866"/>
                  <a:pt x="3369560" y="1684144"/>
                  <a:pt x="3371663" y="1683743"/>
                </a:cubicBezTo>
                <a:cubicBezTo>
                  <a:pt x="3559080" y="1639479"/>
                  <a:pt x="3730923" y="1559010"/>
                  <a:pt x="3883310" y="1443899"/>
                </a:cubicBezTo>
                <a:cubicBezTo>
                  <a:pt x="3885702" y="1439761"/>
                  <a:pt x="3888566" y="1434532"/>
                  <a:pt x="3892746" y="1429225"/>
                </a:cubicBezTo>
                <a:cubicBezTo>
                  <a:pt x="4100854" y="1154547"/>
                  <a:pt x="4425526" y="995756"/>
                  <a:pt x="4699980" y="789523"/>
                </a:cubicBezTo>
                <a:lnTo>
                  <a:pt x="4724400" y="769876"/>
                </a:lnTo>
                <a:lnTo>
                  <a:pt x="4724400" y="802845"/>
                </a:lnTo>
                <a:lnTo>
                  <a:pt x="4705958" y="821317"/>
                </a:lnTo>
                <a:cubicBezTo>
                  <a:pt x="4688728" y="839775"/>
                  <a:pt x="4668259" y="862655"/>
                  <a:pt x="4649798" y="877374"/>
                </a:cubicBezTo>
                <a:cubicBezTo>
                  <a:pt x="4443742" y="1038644"/>
                  <a:pt x="4191500" y="1158472"/>
                  <a:pt x="4005326" y="1344259"/>
                </a:cubicBezTo>
                <a:cubicBezTo>
                  <a:pt x="4063256" y="1294104"/>
                  <a:pt x="4132215" y="1254410"/>
                  <a:pt x="4199378" y="1215889"/>
                </a:cubicBezTo>
                <a:cubicBezTo>
                  <a:pt x="4212968" y="1208123"/>
                  <a:pt x="4226555" y="1200357"/>
                  <a:pt x="4239600" y="1192361"/>
                </a:cubicBezTo>
                <a:cubicBezTo>
                  <a:pt x="4399481" y="1099094"/>
                  <a:pt x="4542878" y="976320"/>
                  <a:pt x="4677037" y="858646"/>
                </a:cubicBezTo>
                <a:lnTo>
                  <a:pt x="4724400" y="810414"/>
                </a:lnTo>
                <a:lnTo>
                  <a:pt x="4724400" y="916439"/>
                </a:lnTo>
                <a:lnTo>
                  <a:pt x="4683030" y="982925"/>
                </a:lnTo>
                <a:cubicBezTo>
                  <a:pt x="4504646" y="1237618"/>
                  <a:pt x="4252054" y="1416530"/>
                  <a:pt x="3921884" y="1469889"/>
                </a:cubicBezTo>
                <a:cubicBezTo>
                  <a:pt x="3782100" y="1582602"/>
                  <a:pt x="3625917" y="1667134"/>
                  <a:pt x="3456136" y="1721439"/>
                </a:cubicBezTo>
                <a:cubicBezTo>
                  <a:pt x="3511887" y="1741826"/>
                  <a:pt x="3567869" y="1761662"/>
                  <a:pt x="3624313" y="1780406"/>
                </a:cubicBezTo>
                <a:cubicBezTo>
                  <a:pt x="3850637" y="1855623"/>
                  <a:pt x="4076864" y="1908264"/>
                  <a:pt x="4303638" y="1944400"/>
                </a:cubicBezTo>
                <a:cubicBezTo>
                  <a:pt x="4307581" y="1939634"/>
                  <a:pt x="4311304" y="1935410"/>
                  <a:pt x="4315566" y="1931422"/>
                </a:cubicBezTo>
                <a:cubicBezTo>
                  <a:pt x="4418123" y="1797152"/>
                  <a:pt x="4522970" y="1669642"/>
                  <a:pt x="4664388" y="1574357"/>
                </a:cubicBezTo>
                <a:lnTo>
                  <a:pt x="4724400" y="1537429"/>
                </a:lnTo>
                <a:lnTo>
                  <a:pt x="4724400" y="1589108"/>
                </a:lnTo>
                <a:lnTo>
                  <a:pt x="4644505" y="1640352"/>
                </a:lnTo>
                <a:cubicBezTo>
                  <a:pt x="4543719" y="1713959"/>
                  <a:pt x="4461038" y="1801479"/>
                  <a:pt x="4381603" y="1900149"/>
                </a:cubicBezTo>
                <a:cubicBezTo>
                  <a:pt x="4415438" y="1876488"/>
                  <a:pt x="4447471" y="1849494"/>
                  <a:pt x="4478726" y="1822808"/>
                </a:cubicBezTo>
                <a:cubicBezTo>
                  <a:pt x="4513234" y="1792997"/>
                  <a:pt x="4549530" y="1762011"/>
                  <a:pt x="4588263" y="1735914"/>
                </a:cubicBezTo>
                <a:cubicBezTo>
                  <a:pt x="4619078" y="1714840"/>
                  <a:pt x="4651924" y="1696556"/>
                  <a:pt x="4683216" y="1678902"/>
                </a:cubicBezTo>
                <a:lnTo>
                  <a:pt x="4724400" y="1655121"/>
                </a:lnTo>
                <a:lnTo>
                  <a:pt x="4724400" y="1686869"/>
                </a:lnTo>
                <a:lnTo>
                  <a:pt x="4696172" y="1703058"/>
                </a:lnTo>
                <a:cubicBezTo>
                  <a:pt x="4665104" y="1720165"/>
                  <a:pt x="4632805" y="1738677"/>
                  <a:pt x="4602997" y="1758893"/>
                </a:cubicBezTo>
                <a:cubicBezTo>
                  <a:pt x="4565822" y="1784357"/>
                  <a:pt x="4530304" y="1815035"/>
                  <a:pt x="4496021" y="1844299"/>
                </a:cubicBezTo>
                <a:cubicBezTo>
                  <a:pt x="4470821" y="1865816"/>
                  <a:pt x="4445614" y="1887338"/>
                  <a:pt x="4419004" y="1907617"/>
                </a:cubicBezTo>
                <a:cubicBezTo>
                  <a:pt x="4509516" y="1884856"/>
                  <a:pt x="4599633" y="1841647"/>
                  <a:pt x="4685975" y="1786372"/>
                </a:cubicBezTo>
                <a:lnTo>
                  <a:pt x="4724400" y="1759693"/>
                </a:lnTo>
                <a:lnTo>
                  <a:pt x="4724400" y="1809459"/>
                </a:lnTo>
                <a:lnTo>
                  <a:pt x="4653762" y="1857561"/>
                </a:lnTo>
                <a:cubicBezTo>
                  <a:pt x="4580587" y="1902591"/>
                  <a:pt x="4504944" y="1939172"/>
                  <a:pt x="4428349" y="1963079"/>
                </a:cubicBezTo>
                <a:lnTo>
                  <a:pt x="4724400" y="1990579"/>
                </a:lnTo>
                <a:lnTo>
                  <a:pt x="4724400" y="2065582"/>
                </a:lnTo>
                <a:lnTo>
                  <a:pt x="4686318" y="2063926"/>
                </a:lnTo>
                <a:lnTo>
                  <a:pt x="4724400" y="2085104"/>
                </a:lnTo>
                <a:lnTo>
                  <a:pt x="4724400" y="2178471"/>
                </a:lnTo>
                <a:lnTo>
                  <a:pt x="4617755" y="2122457"/>
                </a:lnTo>
                <a:lnTo>
                  <a:pt x="4724400" y="2196158"/>
                </a:lnTo>
                <a:lnTo>
                  <a:pt x="4724400" y="2230374"/>
                </a:lnTo>
                <a:lnTo>
                  <a:pt x="4573637" y="2126309"/>
                </a:lnTo>
                <a:cubicBezTo>
                  <a:pt x="4608893" y="2177612"/>
                  <a:pt x="4656401" y="2222030"/>
                  <a:pt x="4706850" y="2262541"/>
                </a:cubicBezTo>
                <a:lnTo>
                  <a:pt x="4724400" y="2275857"/>
                </a:lnTo>
                <a:lnTo>
                  <a:pt x="4724400" y="2377131"/>
                </a:lnTo>
                <a:lnTo>
                  <a:pt x="4688201" y="2349925"/>
                </a:lnTo>
                <a:cubicBezTo>
                  <a:pt x="4579462" y="2264619"/>
                  <a:pt x="4483104" y="2181979"/>
                  <a:pt x="4462564" y="2041945"/>
                </a:cubicBezTo>
                <a:cubicBezTo>
                  <a:pt x="4339738" y="2027929"/>
                  <a:pt x="4217123" y="2008847"/>
                  <a:pt x="4094167" y="1984479"/>
                </a:cubicBezTo>
                <a:cubicBezTo>
                  <a:pt x="4361568" y="2318516"/>
                  <a:pt x="4448657" y="2737804"/>
                  <a:pt x="4520397" y="3153822"/>
                </a:cubicBezTo>
                <a:cubicBezTo>
                  <a:pt x="4524234" y="3176690"/>
                  <a:pt x="4478166" y="3233800"/>
                  <a:pt x="4458958" y="3203134"/>
                </a:cubicBezTo>
                <a:cubicBezTo>
                  <a:pt x="4221037" y="2826855"/>
                  <a:pt x="3875607" y="2452063"/>
                  <a:pt x="3972830" y="1973028"/>
                </a:cubicBezTo>
                <a:cubicBezTo>
                  <a:pt x="3973903" y="1968973"/>
                  <a:pt x="3975983" y="1964061"/>
                  <a:pt x="3979154" y="1959605"/>
                </a:cubicBezTo>
                <a:cubicBezTo>
                  <a:pt x="3847070" y="1929437"/>
                  <a:pt x="3715197" y="1894208"/>
                  <a:pt x="3583051" y="1850495"/>
                </a:cubicBezTo>
                <a:cubicBezTo>
                  <a:pt x="3357823" y="1775743"/>
                  <a:pt x="3137042" y="1687421"/>
                  <a:pt x="2922360" y="1586232"/>
                </a:cubicBezTo>
                <a:cubicBezTo>
                  <a:pt x="2956249" y="1697796"/>
                  <a:pt x="3014099" y="1805979"/>
                  <a:pt x="3033099" y="1913175"/>
                </a:cubicBezTo>
                <a:cubicBezTo>
                  <a:pt x="3035371" y="1915419"/>
                  <a:pt x="3037950" y="1918445"/>
                  <a:pt x="3040214" y="1920694"/>
                </a:cubicBezTo>
                <a:cubicBezTo>
                  <a:pt x="3043936" y="1916469"/>
                  <a:pt x="3048200" y="1912482"/>
                  <a:pt x="3051308" y="1911226"/>
                </a:cubicBezTo>
                <a:cubicBezTo>
                  <a:pt x="3335533" y="1788841"/>
                  <a:pt x="3650972" y="2264893"/>
                  <a:pt x="3791335" y="2442781"/>
                </a:cubicBezTo>
                <a:cubicBezTo>
                  <a:pt x="3804329" y="2459223"/>
                  <a:pt x="3763010" y="2515770"/>
                  <a:pt x="3744063" y="2510325"/>
                </a:cubicBezTo>
                <a:cubicBezTo>
                  <a:pt x="3485213" y="2437432"/>
                  <a:pt x="3287280" y="2286035"/>
                  <a:pt x="3103695" y="2105302"/>
                </a:cubicBezTo>
                <a:cubicBezTo>
                  <a:pt x="3126339" y="2333141"/>
                  <a:pt x="3009845" y="2625036"/>
                  <a:pt x="2968137" y="2805672"/>
                </a:cubicBezTo>
                <a:cubicBezTo>
                  <a:pt x="2930699" y="2965580"/>
                  <a:pt x="2891878" y="3078554"/>
                  <a:pt x="2739231" y="3151701"/>
                </a:cubicBezTo>
                <a:cubicBezTo>
                  <a:pt x="2726335" y="3157832"/>
                  <a:pt x="2726972" y="3142650"/>
                  <a:pt x="2728882" y="3135084"/>
                </a:cubicBezTo>
                <a:cubicBezTo>
                  <a:pt x="2806473" y="2811909"/>
                  <a:pt x="2836690" y="2478979"/>
                  <a:pt x="2914282" y="2155807"/>
                </a:cubicBezTo>
                <a:cubicBezTo>
                  <a:pt x="2927505" y="2100241"/>
                  <a:pt x="2969504" y="2020803"/>
                  <a:pt x="2971660" y="1962486"/>
                </a:cubicBezTo>
                <a:cubicBezTo>
                  <a:pt x="2971891" y="1961942"/>
                  <a:pt x="2971575" y="1961166"/>
                  <a:pt x="2971809" y="1960615"/>
                </a:cubicBezTo>
                <a:cubicBezTo>
                  <a:pt x="2971875" y="1957427"/>
                  <a:pt x="2972485" y="1954468"/>
                  <a:pt x="2972315" y="1951821"/>
                </a:cubicBezTo>
                <a:cubicBezTo>
                  <a:pt x="2966359" y="1836632"/>
                  <a:pt x="2865027" y="1683636"/>
                  <a:pt x="2846641" y="1556749"/>
                </a:cubicBezTo>
                <a:cubicBezTo>
                  <a:pt x="2846247" y="1554649"/>
                  <a:pt x="2846851" y="1551688"/>
                  <a:pt x="2847461" y="1548729"/>
                </a:cubicBezTo>
                <a:cubicBezTo>
                  <a:pt x="2570813" y="1412938"/>
                  <a:pt x="2306528" y="1254043"/>
                  <a:pt x="2058558" y="1071804"/>
                </a:cubicBezTo>
                <a:cubicBezTo>
                  <a:pt x="2118947" y="1245450"/>
                  <a:pt x="2231454" y="1407035"/>
                  <a:pt x="2291089" y="1585512"/>
                </a:cubicBezTo>
                <a:cubicBezTo>
                  <a:pt x="2383696" y="1860991"/>
                  <a:pt x="2441466" y="2144264"/>
                  <a:pt x="2473792" y="2432858"/>
                </a:cubicBezTo>
                <a:cubicBezTo>
                  <a:pt x="2475176" y="2446319"/>
                  <a:pt x="2431252" y="2512059"/>
                  <a:pt x="2420124" y="2495762"/>
                </a:cubicBezTo>
                <a:cubicBezTo>
                  <a:pt x="2291230" y="2305989"/>
                  <a:pt x="2208353" y="2083557"/>
                  <a:pt x="2119846" y="1872898"/>
                </a:cubicBezTo>
                <a:cubicBezTo>
                  <a:pt x="2037236" y="1675682"/>
                  <a:pt x="1982639" y="1492905"/>
                  <a:pt x="1995210" y="1288346"/>
                </a:cubicBezTo>
                <a:cubicBezTo>
                  <a:pt x="1948480" y="1372857"/>
                  <a:pt x="1900430" y="1457457"/>
                  <a:pt x="1850975" y="1540820"/>
                </a:cubicBezTo>
                <a:cubicBezTo>
                  <a:pt x="1816437" y="1599587"/>
                  <a:pt x="1789540" y="1661598"/>
                  <a:pt x="1723490" y="1688355"/>
                </a:cubicBezTo>
                <a:cubicBezTo>
                  <a:pt x="1718826" y="1690241"/>
                  <a:pt x="1711811" y="1688563"/>
                  <a:pt x="1710157" y="1683354"/>
                </a:cubicBezTo>
                <a:cubicBezTo>
                  <a:pt x="1675928" y="1583238"/>
                  <a:pt x="1752515" y="1420588"/>
                  <a:pt x="1807265" y="1336896"/>
                </a:cubicBezTo>
                <a:cubicBezTo>
                  <a:pt x="1856904" y="1260695"/>
                  <a:pt x="1925612" y="1200294"/>
                  <a:pt x="2011049" y="1173376"/>
                </a:cubicBezTo>
                <a:cubicBezTo>
                  <a:pt x="2011743" y="1171736"/>
                  <a:pt x="2013211" y="1169782"/>
                  <a:pt x="2014681" y="1167830"/>
                </a:cubicBezTo>
                <a:cubicBezTo>
                  <a:pt x="1995942" y="1119335"/>
                  <a:pt x="1980541" y="1069035"/>
                  <a:pt x="1971037" y="1015438"/>
                </a:cubicBezTo>
                <a:cubicBezTo>
                  <a:pt x="1970873" y="1012795"/>
                  <a:pt x="1971247" y="1010377"/>
                  <a:pt x="1971858" y="1007420"/>
                </a:cubicBezTo>
                <a:cubicBezTo>
                  <a:pt x="1889219" y="944106"/>
                  <a:pt x="1807963" y="877509"/>
                  <a:pt x="1729505" y="808882"/>
                </a:cubicBezTo>
                <a:cubicBezTo>
                  <a:pt x="1652132" y="740719"/>
                  <a:pt x="1577790" y="669969"/>
                  <a:pt x="1506007" y="597733"/>
                </a:cubicBezTo>
                <a:cubicBezTo>
                  <a:pt x="1650265" y="988437"/>
                  <a:pt x="1648039" y="1402749"/>
                  <a:pt x="1499912" y="1795211"/>
                </a:cubicBezTo>
                <a:cubicBezTo>
                  <a:pt x="1496995" y="1803635"/>
                  <a:pt x="1454455" y="1866099"/>
                  <a:pt x="1444926" y="1841464"/>
                </a:cubicBezTo>
                <a:cubicBezTo>
                  <a:pt x="1288444" y="1433999"/>
                  <a:pt x="1179507" y="967467"/>
                  <a:pt x="1425791" y="572788"/>
                </a:cubicBezTo>
                <a:cubicBezTo>
                  <a:pt x="1428418" y="568101"/>
                  <a:pt x="1431907" y="564428"/>
                  <a:pt x="1435390" y="560750"/>
                </a:cubicBezTo>
                <a:cubicBezTo>
                  <a:pt x="1440033" y="554349"/>
                  <a:pt x="1445996" y="547863"/>
                  <a:pt x="1451502" y="542471"/>
                </a:cubicBezTo>
                <a:cubicBezTo>
                  <a:pt x="1361214" y="448553"/>
                  <a:pt x="1275425" y="351231"/>
                  <a:pt x="1194128" y="250903"/>
                </a:cubicBezTo>
                <a:close/>
                <a:moveTo>
                  <a:pt x="890158" y="0"/>
                </a:moveTo>
                <a:lnTo>
                  <a:pt x="937892" y="0"/>
                </a:lnTo>
                <a:lnTo>
                  <a:pt x="924483" y="30495"/>
                </a:lnTo>
                <a:cubicBezTo>
                  <a:pt x="886566" y="121698"/>
                  <a:pt x="856718" y="217584"/>
                  <a:pt x="872288" y="306259"/>
                </a:cubicBezTo>
                <a:cubicBezTo>
                  <a:pt x="896800" y="446040"/>
                  <a:pt x="987449" y="577127"/>
                  <a:pt x="1006247" y="727373"/>
                </a:cubicBezTo>
                <a:cubicBezTo>
                  <a:pt x="1042700" y="1013846"/>
                  <a:pt x="1021035" y="1326579"/>
                  <a:pt x="986481" y="1611960"/>
                </a:cubicBezTo>
                <a:cubicBezTo>
                  <a:pt x="984668" y="1625361"/>
                  <a:pt x="941918" y="1692886"/>
                  <a:pt x="928400" y="1663986"/>
                </a:cubicBezTo>
                <a:cubicBezTo>
                  <a:pt x="723163" y="1233305"/>
                  <a:pt x="596239" y="818387"/>
                  <a:pt x="771281" y="368438"/>
                </a:cubicBezTo>
                <a:lnTo>
                  <a:pt x="200540" y="942511"/>
                </a:lnTo>
                <a:cubicBezTo>
                  <a:pt x="190537" y="952438"/>
                  <a:pt x="161507" y="972341"/>
                  <a:pt x="170253" y="942567"/>
                </a:cubicBezTo>
                <a:cubicBezTo>
                  <a:pt x="222670" y="771614"/>
                  <a:pt x="326261" y="624255"/>
                  <a:pt x="442049" y="489150"/>
                </a:cubicBezTo>
                <a:cubicBezTo>
                  <a:pt x="542966" y="370919"/>
                  <a:pt x="644574" y="322520"/>
                  <a:pt x="788582" y="301724"/>
                </a:cubicBezTo>
                <a:cubicBezTo>
                  <a:pt x="788307" y="293239"/>
                  <a:pt x="787808" y="285302"/>
                  <a:pt x="788312" y="276498"/>
                </a:cubicBezTo>
                <a:cubicBezTo>
                  <a:pt x="793051" y="221208"/>
                  <a:pt x="817827" y="155085"/>
                  <a:pt x="847625" y="89075"/>
                </a:cubicBezTo>
                <a:close/>
                <a:moveTo>
                  <a:pt x="29788" y="0"/>
                </a:moveTo>
                <a:lnTo>
                  <a:pt x="93321" y="0"/>
                </a:lnTo>
                <a:lnTo>
                  <a:pt x="79142" y="68966"/>
                </a:lnTo>
                <a:cubicBezTo>
                  <a:pt x="45734" y="225436"/>
                  <a:pt x="26794" y="379659"/>
                  <a:pt x="21253" y="535687"/>
                </a:cubicBezTo>
                <a:lnTo>
                  <a:pt x="61909" y="380358"/>
                </a:lnTo>
                <a:cubicBezTo>
                  <a:pt x="78826" y="316055"/>
                  <a:pt x="96125" y="249346"/>
                  <a:pt x="118339" y="184712"/>
                </a:cubicBezTo>
                <a:cubicBezTo>
                  <a:pt x="129562" y="152119"/>
                  <a:pt x="141878" y="119997"/>
                  <a:pt x="154192" y="87864"/>
                </a:cubicBezTo>
                <a:lnTo>
                  <a:pt x="186604" y="0"/>
                </a:lnTo>
                <a:lnTo>
                  <a:pt x="216386" y="0"/>
                </a:lnTo>
                <a:lnTo>
                  <a:pt x="180314" y="97640"/>
                </a:lnTo>
                <a:cubicBezTo>
                  <a:pt x="168233" y="129221"/>
                  <a:pt x="155916" y="161350"/>
                  <a:pt x="144924" y="193392"/>
                </a:cubicBezTo>
                <a:cubicBezTo>
                  <a:pt x="123175" y="256933"/>
                  <a:pt x="106102" y="323103"/>
                  <a:pt x="89413" y="386853"/>
                </a:cubicBezTo>
                <a:lnTo>
                  <a:pt x="49686" y="539999"/>
                </a:lnTo>
                <a:cubicBezTo>
                  <a:pt x="112204" y="409054"/>
                  <a:pt x="181190" y="283748"/>
                  <a:pt x="236604" y="152292"/>
                </a:cubicBezTo>
                <a:lnTo>
                  <a:pt x="289375" y="0"/>
                </a:lnTo>
                <a:lnTo>
                  <a:pt x="369729" y="0"/>
                </a:lnTo>
                <a:lnTo>
                  <a:pt x="354160" y="65656"/>
                </a:lnTo>
                <a:cubicBezTo>
                  <a:pt x="272180" y="311007"/>
                  <a:pt x="108679" y="519263"/>
                  <a:pt x="21325" y="763628"/>
                </a:cubicBezTo>
                <a:cubicBezTo>
                  <a:pt x="18671" y="771035"/>
                  <a:pt x="13191" y="778653"/>
                  <a:pt x="6426" y="785104"/>
                </a:cubicBezTo>
                <a:lnTo>
                  <a:pt x="0" y="789215"/>
                </a:lnTo>
                <a:lnTo>
                  <a:pt x="0" y="163142"/>
                </a:lnTo>
                <a:lnTo>
                  <a:pt x="20220" y="37416"/>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7" name="Rectangle 16">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1"/>
            <a:ext cx="117348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2BF2E5EB-1DE0-2C7E-B8B3-A5338646B1C5}"/>
              </a:ext>
            </a:extLst>
          </p:cNvPr>
          <p:cNvSpPr>
            <a:spLocks noGrp="1"/>
          </p:cNvSpPr>
          <p:nvPr>
            <p:ph type="title"/>
          </p:nvPr>
        </p:nvSpPr>
        <p:spPr>
          <a:xfrm>
            <a:off x="685800" y="1676400"/>
            <a:ext cx="3906672" cy="4191000"/>
          </a:xfrm>
        </p:spPr>
        <p:txBody>
          <a:bodyPr vert="horz" lIns="91440" tIns="45720" rIns="91440" bIns="45720" rtlCol="0" anchor="t">
            <a:normAutofit/>
          </a:bodyPr>
          <a:lstStyle/>
          <a:p>
            <a:r>
              <a:rPr lang="en-US" sz="4000" kern="1200">
                <a:solidFill>
                  <a:schemeClr val="tx1"/>
                </a:solidFill>
                <a:latin typeface="+mj-lt"/>
                <a:ea typeface="+mj-ea"/>
                <a:cs typeface="+mj-cs"/>
              </a:rPr>
              <a:t>Certification-Aligned Delivery Expectations</a:t>
            </a:r>
          </a:p>
        </p:txBody>
      </p:sp>
      <p:graphicFrame>
        <p:nvGraphicFramePr>
          <p:cNvPr id="5" name="Text Placeholder 2">
            <a:extLst>
              <a:ext uri="{FF2B5EF4-FFF2-40B4-BE49-F238E27FC236}">
                <a16:creationId xmlns:a16="http://schemas.microsoft.com/office/drawing/2014/main" id="{D1C63B96-2385-24D5-6043-95ECD73AB5E3}"/>
              </a:ext>
            </a:extLst>
          </p:cNvPr>
          <p:cNvGraphicFramePr/>
          <p:nvPr>
            <p:extLst>
              <p:ext uri="{D42A27DB-BD31-4B8C-83A1-F6EECF244321}">
                <p14:modId xmlns:p14="http://schemas.microsoft.com/office/powerpoint/2010/main" val="3794661943"/>
              </p:ext>
            </p:extLst>
          </p:nvPr>
        </p:nvGraphicFramePr>
        <p:xfrm>
          <a:off x="4724400" y="990601"/>
          <a:ext cx="6781800"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73550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DC62BF9-E16E-255E-2F77-B27A35C257E4}"/>
              </a:ext>
            </a:extLst>
          </p:cNvPr>
          <p:cNvPicPr>
            <a:picLocks noChangeAspect="1"/>
          </p:cNvPicPr>
          <p:nvPr/>
        </p:nvPicPr>
        <p:blipFill>
          <a:blip r:embed="rId3">
            <a:duotone>
              <a:schemeClr val="bg2">
                <a:shade val="45000"/>
                <a:satMod val="135000"/>
              </a:schemeClr>
              <a:prstClr val="white"/>
            </a:duotone>
          </a:blip>
          <a:srcRect b="1573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C2DDC1-2947-2DE3-9CAF-5D829B8A46BC}"/>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t>Mock-Based Capability Validation</a:t>
            </a:r>
          </a:p>
        </p:txBody>
      </p:sp>
      <p:graphicFrame>
        <p:nvGraphicFramePr>
          <p:cNvPr id="5" name="Text Placeholder 2">
            <a:extLst>
              <a:ext uri="{FF2B5EF4-FFF2-40B4-BE49-F238E27FC236}">
                <a16:creationId xmlns:a16="http://schemas.microsoft.com/office/drawing/2014/main" id="{FDBE38C2-1E7E-1587-9ECC-5048FCF37614}"/>
              </a:ext>
            </a:extLst>
          </p:cNvPr>
          <p:cNvGraphicFramePr/>
          <p:nvPr>
            <p:extLst>
              <p:ext uri="{D42A27DB-BD31-4B8C-83A1-F6EECF244321}">
                <p14:modId xmlns:p14="http://schemas.microsoft.com/office/powerpoint/2010/main" val="239265068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06017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2E54FFFC-E537-925F-1EF7-4B86EF68B5AA}"/>
              </a:ext>
            </a:extLst>
          </p:cNvPr>
          <p:cNvSpPr>
            <a:spLocks noGrp="1"/>
          </p:cNvSpPr>
          <p:nvPr>
            <p:ph type="ctrTitle"/>
          </p:nvPr>
        </p:nvSpPr>
        <p:spPr>
          <a:xfrm>
            <a:off x="3880430" y="583345"/>
            <a:ext cx="7160357" cy="4164820"/>
          </a:xfrm>
        </p:spPr>
        <p:txBody>
          <a:bodyPr anchor="t">
            <a:normAutofit/>
          </a:bodyPr>
          <a:lstStyle/>
          <a:p>
            <a:pPr algn="r"/>
            <a:r>
              <a:rPr lang="en-US" sz="7400">
                <a:solidFill>
                  <a:srgbClr val="FFFFFF"/>
                </a:solidFill>
              </a:rPr>
              <a:t>AGENDA 4: Training Execution Expectations</a:t>
            </a:r>
          </a:p>
        </p:txBody>
      </p:sp>
      <p:sp>
        <p:nvSpPr>
          <p:cNvPr id="3" name="Subtitle 2">
            <a:extLst>
              <a:ext uri="{FF2B5EF4-FFF2-40B4-BE49-F238E27FC236}">
                <a16:creationId xmlns:a16="http://schemas.microsoft.com/office/drawing/2014/main" id="{1E4296D8-C5FA-80DF-1F6D-69F61DAED02E}"/>
              </a:ext>
            </a:extLst>
          </p:cNvPr>
          <p:cNvSpPr>
            <a:spLocks noGrp="1"/>
          </p:cNvSpPr>
          <p:nvPr>
            <p:ph type="subTitle" idx="1"/>
          </p:nvPr>
        </p:nvSpPr>
        <p:spPr>
          <a:xfrm>
            <a:off x="1208228" y="5972174"/>
            <a:ext cx="8578699" cy="504825"/>
          </a:xfrm>
        </p:spPr>
        <p:txBody>
          <a:bodyPr>
            <a:normAutofit/>
          </a:bodyPr>
          <a:lstStyle/>
          <a:p>
            <a:pPr algn="l"/>
            <a:r>
              <a:rPr lang="en-US" sz="2000">
                <a:solidFill>
                  <a:srgbClr val="FFFFFF"/>
                </a:solidFill>
              </a:rPr>
              <a:t>How training is expected to be structured and delivered</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1695708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6EDAF19-67D1-DB74-28B4-A8E0BEE51004}"/>
              </a:ext>
            </a:extLst>
          </p:cNvPr>
          <p:cNvPicPr>
            <a:picLocks noChangeAspect="1"/>
          </p:cNvPicPr>
          <p:nvPr/>
        </p:nvPicPr>
        <p:blipFill>
          <a:blip r:embed="rId3">
            <a:duotone>
              <a:schemeClr val="bg2">
                <a:shade val="45000"/>
                <a:satMod val="135000"/>
              </a:schemeClr>
              <a:prstClr val="white"/>
            </a:duotone>
          </a:blip>
          <a:srcRect b="1573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D4E7AD-C9B2-4BE7-51AC-D80844BF936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t>Module-Wise Learning Architecture</a:t>
            </a:r>
          </a:p>
        </p:txBody>
      </p:sp>
      <p:graphicFrame>
        <p:nvGraphicFramePr>
          <p:cNvPr id="21" name="Text Placeholder 2">
            <a:extLst>
              <a:ext uri="{FF2B5EF4-FFF2-40B4-BE49-F238E27FC236}">
                <a16:creationId xmlns:a16="http://schemas.microsoft.com/office/drawing/2014/main" id="{5DFF1DC2-5DDE-CD37-5524-A02014AA4595}"/>
              </a:ext>
            </a:extLst>
          </p:cNvPr>
          <p:cNvGraphicFramePr/>
          <p:nvPr>
            <p:extLst>
              <p:ext uri="{D42A27DB-BD31-4B8C-83A1-F6EECF244321}">
                <p14:modId xmlns:p14="http://schemas.microsoft.com/office/powerpoint/2010/main" val="219660500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79828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33B54B-5F2A-FE7E-A824-6AF0B905B703}"/>
              </a:ext>
            </a:extLst>
          </p:cNvPr>
          <p:cNvPicPr>
            <a:picLocks noChangeAspect="1"/>
          </p:cNvPicPr>
          <p:nvPr/>
        </p:nvPicPr>
        <p:blipFill>
          <a:blip r:embed="rId3">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FE33D8-4F8A-5019-90A1-FD3A7C8AEE3B}"/>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t>Flow &amp; Sequencing Validation</a:t>
            </a:r>
          </a:p>
        </p:txBody>
      </p:sp>
      <p:graphicFrame>
        <p:nvGraphicFramePr>
          <p:cNvPr id="5" name="Text Placeholder 2">
            <a:extLst>
              <a:ext uri="{FF2B5EF4-FFF2-40B4-BE49-F238E27FC236}">
                <a16:creationId xmlns:a16="http://schemas.microsoft.com/office/drawing/2014/main" id="{FF9D1642-66EB-1259-1DBE-4D0D94D7CB5E}"/>
              </a:ext>
            </a:extLst>
          </p:cNvPr>
          <p:cNvGraphicFramePr/>
          <p:nvPr>
            <p:extLst>
              <p:ext uri="{D42A27DB-BD31-4B8C-83A1-F6EECF244321}">
                <p14:modId xmlns:p14="http://schemas.microsoft.com/office/powerpoint/2010/main" val="319419135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84086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9A7061F-A365-C187-7B25-8D017CCAA926}"/>
              </a:ext>
            </a:extLst>
          </p:cNvPr>
          <p:cNvSpPr>
            <a:spLocks noGrp="1"/>
          </p:cNvSpPr>
          <p:nvPr>
            <p:ph type="ctrTitle"/>
          </p:nvPr>
        </p:nvSpPr>
        <p:spPr>
          <a:xfrm>
            <a:off x="3880430" y="583345"/>
            <a:ext cx="7160357" cy="4164820"/>
          </a:xfrm>
        </p:spPr>
        <p:txBody>
          <a:bodyPr anchor="t">
            <a:normAutofit/>
          </a:bodyPr>
          <a:lstStyle/>
          <a:p>
            <a:pPr algn="r"/>
            <a:r>
              <a:rPr lang="en-US" sz="7400">
                <a:solidFill>
                  <a:srgbClr val="FFFFFF"/>
                </a:solidFill>
              </a:rPr>
              <a:t>AGENDA 5: Delivery Quality &amp; Classroom Maturity</a:t>
            </a:r>
          </a:p>
        </p:txBody>
      </p:sp>
      <p:sp>
        <p:nvSpPr>
          <p:cNvPr id="3" name="Subtitle 2">
            <a:extLst>
              <a:ext uri="{FF2B5EF4-FFF2-40B4-BE49-F238E27FC236}">
                <a16:creationId xmlns:a16="http://schemas.microsoft.com/office/drawing/2014/main" id="{0F69A019-E18C-E848-91A5-5B124DA660F4}"/>
              </a:ext>
            </a:extLst>
          </p:cNvPr>
          <p:cNvSpPr>
            <a:spLocks noGrp="1"/>
          </p:cNvSpPr>
          <p:nvPr>
            <p:ph type="subTitle" idx="1"/>
          </p:nvPr>
        </p:nvSpPr>
        <p:spPr>
          <a:xfrm>
            <a:off x="1208228" y="5972174"/>
            <a:ext cx="8578699" cy="504825"/>
          </a:xfrm>
        </p:spPr>
        <p:txBody>
          <a:bodyPr>
            <a:normAutofit/>
          </a:bodyPr>
          <a:lstStyle/>
          <a:p>
            <a:pPr algn="l"/>
            <a:r>
              <a:rPr lang="en-US" sz="2000">
                <a:solidFill>
                  <a:srgbClr val="FFFFFF"/>
                </a:solidFill>
              </a:rPr>
              <a:t>Quality bar for learning experience and delivery behavior</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1579064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E3B09E-2CF4-6694-3537-93DE085BD37D}"/>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Delivery Gap Identification</a:t>
            </a:r>
          </a:p>
        </p:txBody>
      </p:sp>
      <p:graphicFrame>
        <p:nvGraphicFramePr>
          <p:cNvPr id="5" name="Text Placeholder 2">
            <a:extLst>
              <a:ext uri="{FF2B5EF4-FFF2-40B4-BE49-F238E27FC236}">
                <a16:creationId xmlns:a16="http://schemas.microsoft.com/office/drawing/2014/main" id="{152F6EC6-C6E5-F4F1-617E-9CE112525956}"/>
              </a:ext>
            </a:extLst>
          </p:cNvPr>
          <p:cNvGraphicFramePr/>
          <p:nvPr>
            <p:extLst>
              <p:ext uri="{D42A27DB-BD31-4B8C-83A1-F6EECF244321}">
                <p14:modId xmlns:p14="http://schemas.microsoft.com/office/powerpoint/2010/main" val="351353518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971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CEE23-5100-9E5B-44BB-949271462131}"/>
              </a:ext>
            </a:extLst>
          </p:cNvPr>
          <p:cNvSpPr>
            <a:spLocks noGrp="1"/>
          </p:cNvSpPr>
          <p:nvPr>
            <p:ph type="title"/>
          </p:nvPr>
        </p:nvSpPr>
        <p:spPr/>
        <p:txBody>
          <a:bodyPr/>
          <a:lstStyle/>
          <a:p>
            <a:r>
              <a:rPr lang="en-US"/>
              <a:t>In-Flow Knowledge Validation</a:t>
            </a:r>
          </a:p>
        </p:txBody>
      </p:sp>
      <p:graphicFrame>
        <p:nvGraphicFramePr>
          <p:cNvPr id="5" name="Text Placeholder 2">
            <a:extLst>
              <a:ext uri="{FF2B5EF4-FFF2-40B4-BE49-F238E27FC236}">
                <a16:creationId xmlns:a16="http://schemas.microsoft.com/office/drawing/2014/main" id="{BB16D9B0-0F80-F0F3-2C97-3DE0AB4BA73A}"/>
              </a:ext>
            </a:extLst>
          </p:cNvPr>
          <p:cNvGraphicFramePr/>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2455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43AC1-29F0-1459-2BE2-E8DB006B9CF1}"/>
              </a:ext>
            </a:extLst>
          </p:cNvPr>
          <p:cNvSpPr>
            <a:spLocks noGrp="1"/>
          </p:cNvSpPr>
          <p:nvPr>
            <p:ph type="title"/>
          </p:nvPr>
        </p:nvSpPr>
        <p:spPr/>
        <p:txBody>
          <a:bodyPr/>
          <a:lstStyle/>
          <a:p>
            <a:r>
              <a:rPr lang="en-US"/>
              <a:t>Hands-On Execution Readiness</a:t>
            </a:r>
          </a:p>
        </p:txBody>
      </p:sp>
      <p:graphicFrame>
        <p:nvGraphicFramePr>
          <p:cNvPr id="5" name="Text Placeholder 2">
            <a:extLst>
              <a:ext uri="{FF2B5EF4-FFF2-40B4-BE49-F238E27FC236}">
                <a16:creationId xmlns:a16="http://schemas.microsoft.com/office/drawing/2014/main" id="{D1E41686-2789-425D-8F3A-E9637F2C3D09}"/>
              </a:ext>
            </a:extLst>
          </p:cNvPr>
          <p:cNvGraphicFramePr/>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34237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8EA9DD9D-617A-CFA4-9DF1-C6FEE40C79FC}"/>
              </a:ext>
            </a:extLst>
          </p:cNvPr>
          <p:cNvSpPr>
            <a:spLocks noGrp="1"/>
          </p:cNvSpPr>
          <p:nvPr>
            <p:ph type="title"/>
          </p:nvPr>
        </p:nvSpPr>
        <p:spPr>
          <a:xfrm>
            <a:off x="479394" y="1070800"/>
            <a:ext cx="3939688" cy="5583126"/>
          </a:xfrm>
        </p:spPr>
        <p:txBody>
          <a:bodyPr vert="horz" lIns="91440" tIns="45720" rIns="91440" bIns="45720" rtlCol="0" anchor="ctr">
            <a:normAutofit/>
          </a:bodyPr>
          <a:lstStyle/>
          <a:p>
            <a:pPr algn="r"/>
            <a:r>
              <a:rPr lang="en-US" kern="1200">
                <a:solidFill>
                  <a:schemeClr val="tx1"/>
                </a:solidFill>
                <a:latin typeface="+mj-lt"/>
                <a:ea typeface="+mj-ea"/>
                <a:cs typeface="+mj-cs"/>
              </a:rPr>
              <a:t>Presentation &amp; Communication Standards</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Text Placeholder 2">
            <a:extLst>
              <a:ext uri="{FF2B5EF4-FFF2-40B4-BE49-F238E27FC236}">
                <a16:creationId xmlns:a16="http://schemas.microsoft.com/office/drawing/2014/main" id="{A4E829D1-5E2F-989D-AC6E-9027D1A7662C}"/>
              </a:ext>
            </a:extLst>
          </p:cNvPr>
          <p:cNvGraphicFramePr/>
          <p:nvPr>
            <p:extLst>
              <p:ext uri="{D42A27DB-BD31-4B8C-83A1-F6EECF244321}">
                <p14:modId xmlns:p14="http://schemas.microsoft.com/office/powerpoint/2010/main" val="1203324906"/>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68695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0385793F-8DC9-08F6-5C03-0100A23C0A9B}"/>
              </a:ext>
            </a:extLst>
          </p:cNvPr>
          <p:cNvSpPr>
            <a:spLocks noGrp="1"/>
          </p:cNvSpPr>
          <p:nvPr>
            <p:ph type="title"/>
          </p:nvPr>
        </p:nvSpPr>
        <p:spPr>
          <a:xfrm>
            <a:off x="479394" y="1070800"/>
            <a:ext cx="3939688" cy="5583126"/>
          </a:xfrm>
        </p:spPr>
        <p:txBody>
          <a:bodyPr vert="horz" lIns="91440" tIns="45720" rIns="91440" bIns="45720" rtlCol="0" anchor="ctr">
            <a:normAutofit/>
          </a:bodyPr>
          <a:lstStyle/>
          <a:p>
            <a:pPr algn="r"/>
            <a:r>
              <a:rPr lang="en-US" sz="6200" kern="1200">
                <a:solidFill>
                  <a:schemeClr val="tx1"/>
                </a:solidFill>
                <a:latin typeface="+mj-lt"/>
                <a:ea typeface="+mj-ea"/>
                <a:cs typeface="+mj-cs"/>
              </a:rPr>
              <a:t>Learning Experience Quality Bar</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Text Placeholder 2">
            <a:extLst>
              <a:ext uri="{FF2B5EF4-FFF2-40B4-BE49-F238E27FC236}">
                <a16:creationId xmlns:a16="http://schemas.microsoft.com/office/drawing/2014/main" id="{A5414EB4-687A-4942-C316-69F3650AEA12}"/>
              </a:ext>
            </a:extLst>
          </p:cNvPr>
          <p:cNvGraphicFramePr/>
          <p:nvPr>
            <p:extLst>
              <p:ext uri="{D42A27DB-BD31-4B8C-83A1-F6EECF244321}">
                <p14:modId xmlns:p14="http://schemas.microsoft.com/office/powerpoint/2010/main" val="746443500"/>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4183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23BD43EC-29D4-7FF4-4BA5-3160D18CAB48}"/>
              </a:ext>
            </a:extLst>
          </p:cNvPr>
          <p:cNvSpPr>
            <a:spLocks noGrp="1"/>
          </p:cNvSpPr>
          <p:nvPr>
            <p:ph type="ctrTitle"/>
          </p:nvPr>
        </p:nvSpPr>
        <p:spPr>
          <a:xfrm>
            <a:off x="3880430" y="583345"/>
            <a:ext cx="7160357" cy="4164820"/>
          </a:xfrm>
        </p:spPr>
        <p:txBody>
          <a:bodyPr anchor="t">
            <a:normAutofit/>
          </a:bodyPr>
          <a:lstStyle/>
          <a:p>
            <a:pPr algn="r"/>
            <a:r>
              <a:rPr lang="en-US" sz="7400">
                <a:solidFill>
                  <a:srgbClr val="FFFFFF"/>
                </a:solidFill>
              </a:rPr>
              <a:t>AGENDA 6: Growth, Outcome &amp; Ownership</a:t>
            </a:r>
          </a:p>
        </p:txBody>
      </p:sp>
      <p:sp>
        <p:nvSpPr>
          <p:cNvPr id="3" name="Subtitle 2">
            <a:extLst>
              <a:ext uri="{FF2B5EF4-FFF2-40B4-BE49-F238E27FC236}">
                <a16:creationId xmlns:a16="http://schemas.microsoft.com/office/drawing/2014/main" id="{2198A0FE-1DD1-DBF0-2C72-41AB25D18FA7}"/>
              </a:ext>
            </a:extLst>
          </p:cNvPr>
          <p:cNvSpPr>
            <a:spLocks noGrp="1"/>
          </p:cNvSpPr>
          <p:nvPr>
            <p:ph type="subTitle" idx="1"/>
          </p:nvPr>
        </p:nvSpPr>
        <p:spPr>
          <a:xfrm>
            <a:off x="1208228" y="5972174"/>
            <a:ext cx="8578699" cy="504825"/>
          </a:xfrm>
        </p:spPr>
        <p:txBody>
          <a:bodyPr>
            <a:normAutofit/>
          </a:bodyPr>
          <a:lstStyle/>
          <a:p>
            <a:pPr algn="l"/>
            <a:r>
              <a:rPr lang="en-US" sz="2000">
                <a:solidFill>
                  <a:srgbClr val="FFFFFF"/>
                </a:solidFill>
              </a:rPr>
              <a:t>Improvement direction, decisions, and accountability</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660026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D8AAB5-4436-1227-D6F5-29FBB0E2F913}"/>
              </a:ext>
            </a:extLst>
          </p:cNvPr>
          <p:cNvSpPr>
            <a:spLocks noGrp="1"/>
          </p:cNvSpPr>
          <p:nvPr>
            <p:ph type="title"/>
          </p:nvPr>
        </p:nvSpPr>
        <p:spPr>
          <a:xfrm>
            <a:off x="1043631" y="809898"/>
            <a:ext cx="10173010" cy="1554480"/>
          </a:xfrm>
        </p:spPr>
        <p:txBody>
          <a:bodyPr vert="horz" lIns="91440" tIns="45720" rIns="91440" bIns="45720" rtlCol="0" anchor="ctr">
            <a:normAutofit/>
          </a:bodyPr>
          <a:lstStyle/>
          <a:p>
            <a:r>
              <a:rPr lang="en-US" sz="4800" kern="1200">
                <a:solidFill>
                  <a:schemeClr val="tx1"/>
                </a:solidFill>
                <a:latin typeface="+mj-lt"/>
                <a:ea typeface="+mj-ea"/>
                <a:cs typeface="+mj-cs"/>
              </a:rPr>
              <a:t>Capability Enhancement &amp; External Support</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Text Placeholder 2">
            <a:extLst>
              <a:ext uri="{FF2B5EF4-FFF2-40B4-BE49-F238E27FC236}">
                <a16:creationId xmlns:a16="http://schemas.microsoft.com/office/drawing/2014/main" id="{C01B2A96-FA5E-6861-E1B1-4767BA7576D6}"/>
              </a:ext>
            </a:extLst>
          </p:cNvPr>
          <p:cNvGraphicFramePr/>
          <p:nvPr>
            <p:extLst>
              <p:ext uri="{D42A27DB-BD31-4B8C-83A1-F6EECF244321}">
                <p14:modId xmlns:p14="http://schemas.microsoft.com/office/powerpoint/2010/main" val="4131495643"/>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99481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F128BD14-10B5-2F42-7AC9-36644BCE22B6}"/>
              </a:ext>
            </a:extLst>
          </p:cNvPr>
          <p:cNvSpPr>
            <a:spLocks noGrp="1"/>
          </p:cNvSpPr>
          <p:nvPr>
            <p:ph type="title"/>
          </p:nvPr>
        </p:nvSpPr>
        <p:spPr>
          <a:xfrm>
            <a:off x="479394" y="1070800"/>
            <a:ext cx="3939688" cy="5583126"/>
          </a:xfrm>
        </p:spPr>
        <p:txBody>
          <a:bodyPr vert="horz" lIns="91440" tIns="45720" rIns="91440" bIns="45720" rtlCol="0" anchor="ctr">
            <a:normAutofit/>
          </a:bodyPr>
          <a:lstStyle/>
          <a:p>
            <a:pPr algn="r"/>
            <a:r>
              <a:rPr lang="en-US" sz="6200" kern="1200">
                <a:solidFill>
                  <a:schemeClr val="tx1"/>
                </a:solidFill>
                <a:latin typeface="+mj-lt"/>
                <a:ea typeface="+mj-ea"/>
                <a:cs typeface="+mj-cs"/>
              </a:rPr>
              <a:t>Review Outcome Framework</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Text Placeholder 2">
            <a:extLst>
              <a:ext uri="{FF2B5EF4-FFF2-40B4-BE49-F238E27FC236}">
                <a16:creationId xmlns:a16="http://schemas.microsoft.com/office/drawing/2014/main" id="{96E1A71E-3599-84A6-C18A-8BC831991771}"/>
              </a:ext>
            </a:extLst>
          </p:cNvPr>
          <p:cNvGraphicFramePr/>
          <p:nvPr>
            <p:extLst>
              <p:ext uri="{D42A27DB-BD31-4B8C-83A1-F6EECF244321}">
                <p14:modId xmlns:p14="http://schemas.microsoft.com/office/powerpoint/2010/main" val="3466653986"/>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14146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0" name="Group 9">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467600" cy="6858000"/>
            <a:chOff x="7467600" y="0"/>
            <a:chExt cx="4724400" cy="6858000"/>
          </a:xfrm>
        </p:grpSpPr>
        <p:sp>
          <p:nvSpPr>
            <p:cNvPr id="11" name="Rectangle 10">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3">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69701"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6" name="Rectangle 15">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990600"/>
            <a:ext cx="112776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3C137936-3E83-272B-EDEE-2DB3D9047045}"/>
              </a:ext>
            </a:extLst>
          </p:cNvPr>
          <p:cNvSpPr>
            <a:spLocks noGrp="1"/>
          </p:cNvSpPr>
          <p:nvPr>
            <p:ph type="title"/>
          </p:nvPr>
        </p:nvSpPr>
        <p:spPr>
          <a:xfrm>
            <a:off x="1143000" y="1676400"/>
            <a:ext cx="3810000" cy="3505200"/>
          </a:xfrm>
        </p:spPr>
        <p:txBody>
          <a:bodyPr vert="horz" lIns="91440" tIns="45720" rIns="91440" bIns="45720" rtlCol="0" anchor="t">
            <a:normAutofit/>
          </a:bodyPr>
          <a:lstStyle/>
          <a:p>
            <a:r>
              <a:rPr lang="en-US" sz="4000" kern="1200">
                <a:solidFill>
                  <a:schemeClr val="tx1"/>
                </a:solidFill>
                <a:latin typeface="+mj-lt"/>
                <a:ea typeface="+mj-ea"/>
                <a:cs typeface="+mj-cs"/>
              </a:rPr>
              <a:t>Accountability &amp; Ownership Model</a:t>
            </a:r>
          </a:p>
        </p:txBody>
      </p:sp>
      <p:sp>
        <p:nvSpPr>
          <p:cNvPr id="3" name="Text Placeholder 2">
            <a:extLst>
              <a:ext uri="{FF2B5EF4-FFF2-40B4-BE49-F238E27FC236}">
                <a16:creationId xmlns:a16="http://schemas.microsoft.com/office/drawing/2014/main" id="{3EEDC218-D708-A646-2DF2-C5E7C792FA17}"/>
              </a:ext>
            </a:extLst>
          </p:cNvPr>
          <p:cNvSpPr>
            <a:spLocks noGrp="1"/>
          </p:cNvSpPr>
          <p:nvPr>
            <p:ph type="body" idx="1"/>
          </p:nvPr>
        </p:nvSpPr>
        <p:spPr>
          <a:xfrm>
            <a:off x="5181604" y="1676400"/>
            <a:ext cx="5638796" cy="3505200"/>
          </a:xfrm>
        </p:spPr>
        <p:txBody>
          <a:bodyPr vert="horz" lIns="91440" tIns="45720" rIns="91440" bIns="45720" rtlCol="0">
            <a:normAutofit/>
          </a:bodyPr>
          <a:lstStyle/>
          <a:p>
            <a:r>
              <a:rPr lang="en-US" sz="2400">
                <a:solidFill>
                  <a:schemeClr val="tx1">
                    <a:alpha val="55000"/>
                  </a:schemeClr>
                </a:solidFill>
              </a:rPr>
              <a:t>The trainer owns execution of improvement actions.</a:t>
            </a:r>
          </a:p>
          <a:p>
            <a:r>
              <a:rPr lang="en-US" sz="2400">
                <a:solidFill>
                  <a:schemeClr val="tx1">
                    <a:alpha val="55000"/>
                  </a:schemeClr>
                </a:solidFill>
              </a:rPr>
              <a:t>The Learning Architect owns readiness sign-off.</a:t>
            </a:r>
          </a:p>
          <a:p>
            <a:r>
              <a:rPr lang="en-US" sz="2400">
                <a:solidFill>
                  <a:schemeClr val="tx1">
                    <a:alpha val="55000"/>
                  </a:schemeClr>
                </a:solidFill>
              </a:rPr>
              <a:t>Progress is measured by observable change, not effort.</a:t>
            </a:r>
          </a:p>
        </p:txBody>
      </p:sp>
    </p:spTree>
    <p:extLst>
      <p:ext uri="{BB962C8B-B14F-4D97-AF65-F5344CB8AC3E}">
        <p14:creationId xmlns:p14="http://schemas.microsoft.com/office/powerpoint/2010/main" val="2837108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C86D56D-8D94-B286-BC05-BD1DF54422EB}"/>
              </a:ext>
            </a:extLst>
          </p:cNvPr>
          <p:cNvSpPr>
            <a:spLocks noGrp="1"/>
          </p:cNvSpPr>
          <p:nvPr>
            <p:ph type="title"/>
          </p:nvPr>
        </p:nvSpPr>
        <p:spPr>
          <a:xfrm>
            <a:off x="479394" y="1070800"/>
            <a:ext cx="3939688" cy="5583126"/>
          </a:xfrm>
        </p:spPr>
        <p:txBody>
          <a:bodyPr vert="horz" lIns="91440" tIns="45720" rIns="91440" bIns="45720" rtlCol="0" anchor="ctr">
            <a:normAutofit/>
          </a:bodyPr>
          <a:lstStyle/>
          <a:p>
            <a:pPr algn="r"/>
            <a:r>
              <a:rPr lang="en-US" sz="5600" kern="1200">
                <a:solidFill>
                  <a:schemeClr val="tx1"/>
                </a:solidFill>
                <a:latin typeface="+mj-lt"/>
                <a:ea typeface="+mj-ea"/>
                <a:cs typeface="+mj-cs"/>
              </a:rPr>
              <a:t>Expectation Lock</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Text Placeholder 2">
            <a:extLst>
              <a:ext uri="{FF2B5EF4-FFF2-40B4-BE49-F238E27FC236}">
                <a16:creationId xmlns:a16="http://schemas.microsoft.com/office/drawing/2014/main" id="{06E49702-7FFA-BA34-EF43-817AD2FCFF97}"/>
              </a:ext>
            </a:extLst>
          </p:cNvPr>
          <p:cNvGraphicFramePr/>
          <p:nvPr>
            <p:extLst>
              <p:ext uri="{D42A27DB-BD31-4B8C-83A1-F6EECF244321}">
                <p14:modId xmlns:p14="http://schemas.microsoft.com/office/powerpoint/2010/main" val="4196508019"/>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044346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1977</Words>
  <Application>Microsoft Office PowerPoint</Application>
  <PresentationFormat>Widescreen</PresentationFormat>
  <Paragraphs>141</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Aptos Display</vt:lpstr>
      <vt:lpstr>Arial</vt:lpstr>
      <vt:lpstr>Calibri</vt:lpstr>
      <vt:lpstr>Canva Sans Bold</vt:lpstr>
      <vt:lpstr>DM Serif Display</vt:lpstr>
      <vt:lpstr>Office Theme</vt:lpstr>
      <vt:lpstr>PowerPoint Presentation</vt:lpstr>
      <vt:lpstr>AGENDA 1: Session Context &amp; Intent</vt:lpstr>
      <vt:lpstr>Trainer Capability Review &amp; Delivery Readiness</vt:lpstr>
      <vt:lpstr>Purpose &amp; Governance Intent</vt:lpstr>
      <vt:lpstr>AGENDA 2: Governance &amp; Evidence Authority</vt:lpstr>
      <vt:lpstr>Content Authority &amp; Evidence Alignment</vt:lpstr>
      <vt:lpstr>Mandatory Evidence Sources</vt:lpstr>
      <vt:lpstr>AGENDA 3: Delivery Readiness Model</vt:lpstr>
      <vt:lpstr>Delivery Scenarios Under Evaluation</vt:lpstr>
      <vt:lpstr>Certification-Aligned Delivery Expectations</vt:lpstr>
      <vt:lpstr>Mock-Based Capability Validation</vt:lpstr>
      <vt:lpstr>AGENDA 4: Training Execution Expectations</vt:lpstr>
      <vt:lpstr>Module-Wise Learning Architecture</vt:lpstr>
      <vt:lpstr>Flow &amp; Sequencing Validation</vt:lpstr>
      <vt:lpstr>AGENDA 5: Delivery Quality &amp; Classroom Maturity</vt:lpstr>
      <vt:lpstr>Delivery Gap Identification</vt:lpstr>
      <vt:lpstr>In-Flow Knowledge Validation</vt:lpstr>
      <vt:lpstr>Hands-On Execution Readiness</vt:lpstr>
      <vt:lpstr>Presentation &amp; Communication Standards</vt:lpstr>
      <vt:lpstr>Learning Experience Quality Bar</vt:lpstr>
      <vt:lpstr>AGENDA 6: Growth, Outcome &amp; Ownership</vt:lpstr>
      <vt:lpstr>Capability Enhancement &amp; External Support</vt:lpstr>
      <vt:lpstr>Review Outcome Framework</vt:lpstr>
      <vt:lpstr>Accountability &amp; Ownership Model</vt:lpstr>
      <vt:lpstr>Expectation Lock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Aishwar C Nigam</dc:creator>
  <cp:lastModifiedBy>Aishwar C Nigam</cp:lastModifiedBy>
  <cp:revision>2</cp:revision>
  <dcterms:created xsi:type="dcterms:W3CDTF">2026-01-30T04:53:37Z</dcterms:created>
  <dcterms:modified xsi:type="dcterms:W3CDTF">2026-01-30T05:27:02Z</dcterms:modified>
</cp:coreProperties>
</file>