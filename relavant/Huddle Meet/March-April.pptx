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01" r:id="rId23"/>
    <p:sldId id="302" r:id="rId24"/>
    <p:sldId id="303" r:id="rId25"/>
    <p:sldId id="304" r:id="rId26"/>
    <p:sldId id="278" r:id="rId27"/>
  </p:sldIdLst>
  <p:sldSz cx="18288000" cy="10287000"/>
  <p:notesSz cx="6858000" cy="9144000"/>
  <p:embeddedFontLst>
    <p:embeddedFont>
      <p:font typeface="Helvetica World" panose="020B0604020202020204" charset="-128"/>
      <p:regular r:id="rId29"/>
    </p:embeddedFont>
    <p:embeddedFont>
      <p:font typeface="Helvetica World Bold" panose="020B0604020202020204" charset="-128"/>
      <p:regular r:id="rId30"/>
    </p:embeddedFont>
    <p:embeddedFont>
      <p:font typeface="Helvetica World Italics" panose="020B0604020202020204" charset="-128"/>
      <p:regular r:id="rId31"/>
    </p:embeddedFont>
    <p:embeddedFont>
      <p:font typeface="Canva Sans" panose="020B0604020202020204" charset="0"/>
      <p:regular r:id="rId32"/>
    </p:embeddedFont>
    <p:embeddedFont>
      <p:font typeface="Canva Sans Bold" panose="020B0604020202020204" charset="0"/>
      <p:regular r:id="rId33"/>
    </p:embeddedFont>
    <p:embeddedFont>
      <p:font typeface="Gotham" panose="020B0604020202020204" charset="0"/>
      <p:regular r:id="rId34"/>
    </p:embeddedFont>
    <p:embeddedFont>
      <p:font typeface="Gotham Bold" panose="020B0604020202020204" charset="0"/>
      <p:regular r:id="rId35"/>
    </p:embeddedFont>
    <p:embeddedFont>
      <p:font typeface="Open Sauce Bold" panose="020B0604020202020204" charset="0"/>
      <p:regular r:id="rId36"/>
    </p:embeddedFont>
    <p:embeddedFont>
      <p:font typeface="TT Fors" panose="020B0604020202020204" charset="0"/>
      <p:regular r:id="rId37"/>
    </p:embeddedFont>
    <p:embeddedFont>
      <p:font typeface="TT Fors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48BBAE-A253-4132-9653-AD4894510406}" v="58" dt="2026-03-13T08:38:42.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9201" autoAdjust="0"/>
  </p:normalViewPr>
  <p:slideViewPr>
    <p:cSldViewPr>
      <p:cViewPr varScale="1">
        <p:scale>
          <a:sx n="32" d="100"/>
          <a:sy n="32" d="100"/>
        </p:scale>
        <p:origin x="8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war C Nigam" userId="b0b382f3-1a41-4da3-92e1-f09e111328a1" providerId="ADAL" clId="{8A957FB4-2AE3-4D3E-A618-130ED577C9FB}"/>
    <pc:docChg chg="undo custSel addSld delSld modSld">
      <pc:chgData name="Aishwar C Nigam" userId="b0b382f3-1a41-4da3-92e1-f09e111328a1" providerId="ADAL" clId="{8A957FB4-2AE3-4D3E-A618-130ED577C9FB}" dt="2026-03-13T08:38:06.823" v="53" actId="47"/>
      <pc:docMkLst>
        <pc:docMk/>
      </pc:docMkLst>
      <pc:sldChg chg="modSp mod">
        <pc:chgData name="Aishwar C Nigam" userId="b0b382f3-1a41-4da3-92e1-f09e111328a1" providerId="ADAL" clId="{8A957FB4-2AE3-4D3E-A618-130ED577C9FB}" dt="2026-03-13T07:00:52.992" v="47" actId="14100"/>
        <pc:sldMkLst>
          <pc:docMk/>
          <pc:sldMk cId="0" sldId="256"/>
        </pc:sldMkLst>
        <pc:spChg chg="mod">
          <ac:chgData name="Aishwar C Nigam" userId="b0b382f3-1a41-4da3-92e1-f09e111328a1" providerId="ADAL" clId="{8A957FB4-2AE3-4D3E-A618-130ED577C9FB}" dt="2026-03-13T07:00:40.219" v="46" actId="14100"/>
          <ac:spMkLst>
            <pc:docMk/>
            <pc:sldMk cId="0" sldId="256"/>
            <ac:spMk id="13" creationId="{00000000-0000-0000-0000-000000000000}"/>
          </ac:spMkLst>
        </pc:spChg>
        <pc:spChg chg="mod">
          <ac:chgData name="Aishwar C Nigam" userId="b0b382f3-1a41-4da3-92e1-f09e111328a1" providerId="ADAL" clId="{8A957FB4-2AE3-4D3E-A618-130ED577C9FB}" dt="2026-03-13T07:00:52.992" v="47" actId="14100"/>
          <ac:spMkLst>
            <pc:docMk/>
            <pc:sldMk cId="0" sldId="256"/>
            <ac:spMk id="15" creationId="{00000000-0000-0000-0000-000000000000}"/>
          </ac:spMkLst>
        </pc:spChg>
      </pc:sldChg>
      <pc:sldChg chg="modNotesTx">
        <pc:chgData name="Aishwar C Nigam" userId="b0b382f3-1a41-4da3-92e1-f09e111328a1" providerId="ADAL" clId="{8A957FB4-2AE3-4D3E-A618-130ED577C9FB}" dt="2026-03-13T08:34:29.924" v="50" actId="20577"/>
        <pc:sldMkLst>
          <pc:docMk/>
          <pc:sldMk cId="0" sldId="259"/>
        </pc:sldMkLst>
      </pc:sldChg>
      <pc:sldChg chg="modNotesTx">
        <pc:chgData name="Aishwar C Nigam" userId="b0b382f3-1a41-4da3-92e1-f09e111328a1" providerId="ADAL" clId="{8A957FB4-2AE3-4D3E-A618-130ED577C9FB}" dt="2026-03-13T08:31:36.074" v="49" actId="20577"/>
        <pc:sldMkLst>
          <pc:docMk/>
          <pc:sldMk cId="0" sldId="262"/>
        </pc:sldMkLst>
      </pc:sldChg>
      <pc:sldChg chg="modSp mod">
        <pc:chgData name="Aishwar C Nigam" userId="b0b382f3-1a41-4da3-92e1-f09e111328a1" providerId="ADAL" clId="{8A957FB4-2AE3-4D3E-A618-130ED577C9FB}" dt="2026-03-13T08:34:54.132" v="51" actId="1076"/>
        <pc:sldMkLst>
          <pc:docMk/>
          <pc:sldMk cId="0" sldId="263"/>
        </pc:sldMkLst>
        <pc:spChg chg="mod">
          <ac:chgData name="Aishwar C Nigam" userId="b0b382f3-1a41-4da3-92e1-f09e111328a1" providerId="ADAL" clId="{8A957FB4-2AE3-4D3E-A618-130ED577C9FB}" dt="2026-03-13T08:34:54.132" v="51" actId="1076"/>
          <ac:spMkLst>
            <pc:docMk/>
            <pc:sldMk cId="0" sldId="263"/>
            <ac:spMk id="9" creationId="{00000000-0000-0000-0000-000000000000}"/>
          </ac:spMkLst>
        </pc:spChg>
      </pc:sldChg>
      <pc:sldChg chg="modSp mod">
        <pc:chgData name="Aishwar C Nigam" userId="b0b382f3-1a41-4da3-92e1-f09e111328a1" providerId="ADAL" clId="{8A957FB4-2AE3-4D3E-A618-130ED577C9FB}" dt="2026-03-13T08:37:19.666" v="52" actId="1076"/>
        <pc:sldMkLst>
          <pc:docMk/>
          <pc:sldMk cId="0" sldId="276"/>
        </pc:sldMkLst>
        <pc:spChg chg="mod">
          <ac:chgData name="Aishwar C Nigam" userId="b0b382f3-1a41-4da3-92e1-f09e111328a1" providerId="ADAL" clId="{8A957FB4-2AE3-4D3E-A618-130ED577C9FB}" dt="2026-03-13T08:37:19.666" v="52" actId="1076"/>
          <ac:spMkLst>
            <pc:docMk/>
            <pc:sldMk cId="0" sldId="276"/>
            <ac:spMk id="9" creationId="{00000000-0000-0000-0000-000000000000}"/>
          </ac:spMkLst>
        </pc:spChg>
      </pc:sldChg>
      <pc:sldChg chg="del">
        <pc:chgData name="Aishwar C Nigam" userId="b0b382f3-1a41-4da3-92e1-f09e111328a1" providerId="ADAL" clId="{8A957FB4-2AE3-4D3E-A618-130ED577C9FB}" dt="2026-03-13T08:38:06.823" v="53" actId="47"/>
        <pc:sldMkLst>
          <pc:docMk/>
          <pc:sldMk cId="0" sldId="277"/>
        </pc:sldMkLst>
      </pc:sldChg>
      <pc:sldChg chg="addSp delSp modSp add del mod setBg delDesignElem">
        <pc:chgData name="Aishwar C Nigam" userId="b0b382f3-1a41-4da3-92e1-f09e111328a1" providerId="ADAL" clId="{8A957FB4-2AE3-4D3E-A618-130ED577C9FB}" dt="2026-03-13T06:35:37.723" v="45" actId="47"/>
        <pc:sldMkLst>
          <pc:docMk/>
          <pc:sldMk cId="624145730" sldId="286"/>
        </pc:sldMkLst>
        <pc:spChg chg="mod">
          <ac:chgData name="Aishwar C Nigam" userId="b0b382f3-1a41-4da3-92e1-f09e111328a1" providerId="ADAL" clId="{8A957FB4-2AE3-4D3E-A618-130ED577C9FB}" dt="2026-03-13T06:31:02.070" v="10" actId="26606"/>
          <ac:spMkLst>
            <pc:docMk/>
            <pc:sldMk cId="624145730" sldId="286"/>
            <ac:spMk id="2" creationId="{0C866AF0-10AE-499A-11B8-018393CE3DA9}"/>
          </ac:spMkLst>
        </pc:spChg>
        <pc:spChg chg="add">
          <ac:chgData name="Aishwar C Nigam" userId="b0b382f3-1a41-4da3-92e1-f09e111328a1" providerId="ADAL" clId="{8A957FB4-2AE3-4D3E-A618-130ED577C9FB}" dt="2026-03-13T06:31:02.070" v="10" actId="26606"/>
          <ac:spMkLst>
            <pc:docMk/>
            <pc:sldMk cId="624145730" sldId="286"/>
            <ac:spMk id="10" creationId="{665DBBEF-238B-476B-96AB-8AAC3224ECEA}"/>
          </ac:spMkLst>
        </pc:spChg>
        <pc:spChg chg="add">
          <ac:chgData name="Aishwar C Nigam" userId="b0b382f3-1a41-4da3-92e1-f09e111328a1" providerId="ADAL" clId="{8A957FB4-2AE3-4D3E-A618-130ED577C9FB}" dt="2026-03-13T06:31:02.070" v="10" actId="26606"/>
          <ac:spMkLst>
            <pc:docMk/>
            <pc:sldMk cId="624145730" sldId="286"/>
            <ac:spMk id="12" creationId="{3FCFB1DE-0B7E-48CC-BA90-B2AB0889F9D6}"/>
          </ac:spMkLst>
        </pc:spChg>
        <pc:spChg chg="del">
          <ac:chgData name="Aishwar C Nigam" userId="b0b382f3-1a41-4da3-92e1-f09e111328a1" providerId="ADAL" clId="{8A957FB4-2AE3-4D3E-A618-130ED577C9FB}" dt="2026-03-13T06:30:58.192" v="9"/>
          <ac:spMkLst>
            <pc:docMk/>
            <pc:sldMk cId="624145730" sldId="286"/>
            <ac:spMk id="24" creationId="{BA79A7CF-01AF-4178-9369-94E0C90EB046}"/>
          </ac:spMkLst>
        </pc:spChg>
        <pc:spChg chg="del">
          <ac:chgData name="Aishwar C Nigam" userId="b0b382f3-1a41-4da3-92e1-f09e111328a1" providerId="ADAL" clId="{8A957FB4-2AE3-4D3E-A618-130ED577C9FB}" dt="2026-03-13T06:30:58.192" v="9"/>
          <ac:spMkLst>
            <pc:docMk/>
            <pc:sldMk cId="624145730" sldId="286"/>
            <ac:spMk id="26" creationId="{99413ED5-9ED4-4772-BCE4-2BCAE6B12E35}"/>
          </ac:spMkLst>
        </pc:spChg>
        <pc:spChg chg="del">
          <ac:chgData name="Aishwar C Nigam" userId="b0b382f3-1a41-4da3-92e1-f09e111328a1" providerId="ADAL" clId="{8A957FB4-2AE3-4D3E-A618-130ED577C9FB}" dt="2026-03-13T06:30:58.192" v="9"/>
          <ac:spMkLst>
            <pc:docMk/>
            <pc:sldMk cId="624145730" sldId="286"/>
            <ac:spMk id="28" creationId="{04357C93-F0CB-4A1C-8F77-4E9063789819}"/>
          </ac:spMkLst>
        </pc:spChg>
        <pc:spChg chg="del">
          <ac:chgData name="Aishwar C Nigam" userId="b0b382f3-1a41-4da3-92e1-f09e111328a1" providerId="ADAL" clId="{8A957FB4-2AE3-4D3E-A618-130ED577C9FB}" dt="2026-03-13T06:30:58.192" v="9"/>
          <ac:spMkLst>
            <pc:docMk/>
            <pc:sldMk cId="624145730" sldId="286"/>
            <ac:spMk id="30" creationId="{90F533E9-6690-41A8-A372-4C6C622D028D}"/>
          </ac:spMkLst>
        </pc:spChg>
        <pc:picChg chg="mod">
          <ac:chgData name="Aishwar C Nigam" userId="b0b382f3-1a41-4da3-92e1-f09e111328a1" providerId="ADAL" clId="{8A957FB4-2AE3-4D3E-A618-130ED577C9FB}" dt="2026-03-13T06:31:02.070" v="10" actId="26606"/>
          <ac:picMkLst>
            <pc:docMk/>
            <pc:sldMk cId="624145730" sldId="286"/>
            <ac:picMk id="5" creationId="{2609AB12-4884-8D9E-2932-3C5BCC0BD1A4}"/>
          </ac:picMkLst>
        </pc:picChg>
      </pc:sldChg>
      <pc:sldChg chg="modSp add del mod">
        <pc:chgData name="Aishwar C Nigam" userId="b0b382f3-1a41-4da3-92e1-f09e111328a1" providerId="ADAL" clId="{8A957FB4-2AE3-4D3E-A618-130ED577C9FB}" dt="2026-03-13T06:33:56.134" v="27" actId="47"/>
        <pc:sldMkLst>
          <pc:docMk/>
          <pc:sldMk cId="3025221836" sldId="291"/>
        </pc:sldMkLst>
        <pc:spChg chg="mod">
          <ac:chgData name="Aishwar C Nigam" userId="b0b382f3-1a41-4da3-92e1-f09e111328a1" providerId="ADAL" clId="{8A957FB4-2AE3-4D3E-A618-130ED577C9FB}" dt="2026-03-13T06:31:37.705" v="13" actId="27636"/>
          <ac:spMkLst>
            <pc:docMk/>
            <pc:sldMk cId="3025221836" sldId="291"/>
            <ac:spMk id="7" creationId="{921D475F-7954-696D-022D-EF9FEC939996}"/>
          </ac:spMkLst>
        </pc:spChg>
        <pc:graphicFrameChg chg="modGraphic">
          <ac:chgData name="Aishwar C Nigam" userId="b0b382f3-1a41-4da3-92e1-f09e111328a1" providerId="ADAL" clId="{8A957FB4-2AE3-4D3E-A618-130ED577C9FB}" dt="2026-03-13T06:31:41.952" v="14" actId="26606"/>
          <ac:graphicFrameMkLst>
            <pc:docMk/>
            <pc:sldMk cId="3025221836" sldId="291"/>
            <ac:graphicFrameMk id="6" creationId="{73C01A80-4B90-55BD-35D6-E332C54F453D}"/>
          </ac:graphicFrameMkLst>
        </pc:graphicFrameChg>
      </pc:sldChg>
      <pc:sldChg chg="addSp delSp modSp add del mod setBg delDesignElem">
        <pc:chgData name="Aishwar C Nigam" userId="b0b382f3-1a41-4da3-92e1-f09e111328a1" providerId="ADAL" clId="{8A957FB4-2AE3-4D3E-A618-130ED577C9FB}" dt="2026-03-13T06:35:06.099" v="40" actId="47"/>
        <pc:sldMkLst>
          <pc:docMk/>
          <pc:sldMk cId="1522832203" sldId="297"/>
        </pc:sldMkLst>
        <pc:spChg chg="mod">
          <ac:chgData name="Aishwar C Nigam" userId="b0b382f3-1a41-4da3-92e1-f09e111328a1" providerId="ADAL" clId="{8A957FB4-2AE3-4D3E-A618-130ED577C9FB}" dt="2026-03-13T06:29:58.065" v="6" actId="26606"/>
          <ac:spMkLst>
            <pc:docMk/>
            <pc:sldMk cId="1522832203" sldId="297"/>
            <ac:spMk id="2" creationId="{1885C4DA-5A03-802C-7045-A1CEFFF2B1A9}"/>
          </ac:spMkLst>
        </pc:spChg>
        <pc:spChg chg="mod ord">
          <ac:chgData name="Aishwar C Nigam" userId="b0b382f3-1a41-4da3-92e1-f09e111328a1" providerId="ADAL" clId="{8A957FB4-2AE3-4D3E-A618-130ED577C9FB}" dt="2026-03-13T06:29:58.065" v="6" actId="26606"/>
          <ac:spMkLst>
            <pc:docMk/>
            <pc:sldMk cId="1522832203" sldId="297"/>
            <ac:spMk id="4" creationId="{41052A68-4DF1-90B9-6354-EFEB1AB2A601}"/>
          </ac:spMkLst>
        </pc:spChg>
        <pc:spChg chg="add">
          <ac:chgData name="Aishwar C Nigam" userId="b0b382f3-1a41-4da3-92e1-f09e111328a1" providerId="ADAL" clId="{8A957FB4-2AE3-4D3E-A618-130ED577C9FB}" dt="2026-03-13T06:29:58.065" v="6" actId="26606"/>
          <ac:spMkLst>
            <pc:docMk/>
            <pc:sldMk cId="1522832203" sldId="297"/>
            <ac:spMk id="10" creationId="{68AF5748-FED8-45BA-8631-26D1D10F3246}"/>
          </ac:spMkLst>
        </pc:spChg>
        <pc:spChg chg="add">
          <ac:chgData name="Aishwar C Nigam" userId="b0b382f3-1a41-4da3-92e1-f09e111328a1" providerId="ADAL" clId="{8A957FB4-2AE3-4D3E-A618-130ED577C9FB}" dt="2026-03-13T06:29:58.065" v="6" actId="26606"/>
          <ac:spMkLst>
            <pc:docMk/>
            <pc:sldMk cId="1522832203" sldId="297"/>
            <ac:spMk id="12" creationId="{AF2F604E-43BE-4DC3-B983-E071523364F8}"/>
          </ac:spMkLst>
        </pc:spChg>
        <pc:spChg chg="add">
          <ac:chgData name="Aishwar C Nigam" userId="b0b382f3-1a41-4da3-92e1-f09e111328a1" providerId="ADAL" clId="{8A957FB4-2AE3-4D3E-A618-130ED577C9FB}" dt="2026-03-13T06:29:58.065" v="6" actId="26606"/>
          <ac:spMkLst>
            <pc:docMk/>
            <pc:sldMk cId="1522832203" sldId="297"/>
            <ac:spMk id="14" creationId="{08C9B587-E65E-4B52-B37C-ABEBB6E87928}"/>
          </ac:spMkLst>
        </pc:spChg>
        <pc:spChg chg="del">
          <ac:chgData name="Aishwar C Nigam" userId="b0b382f3-1a41-4da3-92e1-f09e111328a1" providerId="ADAL" clId="{8A957FB4-2AE3-4D3E-A618-130ED577C9FB}" dt="2026-03-13T06:29:16.635" v="2"/>
          <ac:spMkLst>
            <pc:docMk/>
            <pc:sldMk cId="1522832203" sldId="297"/>
            <ac:spMk id="39" creationId="{47942995-B07F-4636-9A06-C6A104B260A8}"/>
          </ac:spMkLst>
        </pc:spChg>
        <pc:spChg chg="del">
          <ac:chgData name="Aishwar C Nigam" userId="b0b382f3-1a41-4da3-92e1-f09e111328a1" providerId="ADAL" clId="{8A957FB4-2AE3-4D3E-A618-130ED577C9FB}" dt="2026-03-13T06:29:16.635" v="2"/>
          <ac:spMkLst>
            <pc:docMk/>
            <pc:sldMk cId="1522832203" sldId="297"/>
            <ac:spMk id="46" creationId="{B81933D1-5615-42C7-9C0B-4EB7105CCE2D}"/>
          </ac:spMkLst>
        </pc:spChg>
        <pc:spChg chg="del">
          <ac:chgData name="Aishwar C Nigam" userId="b0b382f3-1a41-4da3-92e1-f09e111328a1" providerId="ADAL" clId="{8A957FB4-2AE3-4D3E-A618-130ED577C9FB}" dt="2026-03-13T06:29:16.635" v="2"/>
          <ac:spMkLst>
            <pc:docMk/>
            <pc:sldMk cId="1522832203" sldId="297"/>
            <ac:spMk id="48" creationId="{19C9EAEA-39D0-4B0E-A0EB-51E7B26740B1}"/>
          </ac:spMkLst>
        </pc:spChg>
        <pc:grpChg chg="del">
          <ac:chgData name="Aishwar C Nigam" userId="b0b382f3-1a41-4da3-92e1-f09e111328a1" providerId="ADAL" clId="{8A957FB4-2AE3-4D3E-A618-130ED577C9FB}" dt="2026-03-13T06:29:16.635" v="2"/>
          <ac:grpSpMkLst>
            <pc:docMk/>
            <pc:sldMk cId="1522832203" sldId="297"/>
            <ac:grpSpMk id="41" creationId="{032D8612-31EB-44CF-A1D0-14FD4C705424}"/>
          </ac:grpSpMkLst>
        </pc:grpChg>
        <pc:picChg chg="add mod">
          <ac:chgData name="Aishwar C Nigam" userId="b0b382f3-1a41-4da3-92e1-f09e111328a1" providerId="ADAL" clId="{8A957FB4-2AE3-4D3E-A618-130ED577C9FB}" dt="2026-03-13T06:29:58.065" v="6" actId="26606"/>
          <ac:picMkLst>
            <pc:docMk/>
            <pc:sldMk cId="1522832203" sldId="297"/>
            <ac:picMk id="5" creationId="{617189ED-EBAD-3853-A81E-93A16AD44625}"/>
          </ac:picMkLst>
        </pc:picChg>
        <pc:picChg chg="del">
          <ac:chgData name="Aishwar C Nigam" userId="b0b382f3-1a41-4da3-92e1-f09e111328a1" providerId="ADAL" clId="{8A957FB4-2AE3-4D3E-A618-130ED577C9FB}" dt="2026-03-13T06:29:28.448" v="4" actId="478"/>
          <ac:picMkLst>
            <pc:docMk/>
            <pc:sldMk cId="1522832203" sldId="297"/>
            <ac:picMk id="8" creationId="{83672F8F-71B0-B0E3-3F25-9CB110921C81}"/>
          </ac:picMkLst>
        </pc:picChg>
      </pc:sldChg>
      <pc:sldChg chg="delSp add del setBg delDesignElem">
        <pc:chgData name="Aishwar C Nigam" userId="b0b382f3-1a41-4da3-92e1-f09e111328a1" providerId="ADAL" clId="{8A957FB4-2AE3-4D3E-A618-130ED577C9FB}" dt="2026-03-13T06:30:02.737" v="7" actId="47"/>
        <pc:sldMkLst>
          <pc:docMk/>
          <pc:sldMk cId="1338925341" sldId="298"/>
        </pc:sldMkLst>
        <pc:spChg chg="del">
          <ac:chgData name="Aishwar C Nigam" userId="b0b382f3-1a41-4da3-92e1-f09e111328a1" providerId="ADAL" clId="{8A957FB4-2AE3-4D3E-A618-130ED577C9FB}" dt="2026-03-13T06:29:16.635" v="2"/>
          <ac:spMkLst>
            <pc:docMk/>
            <pc:sldMk cId="1338925341" sldId="298"/>
            <ac:spMk id="39" creationId="{47942995-B07F-4636-9A06-C6A104B260A8}"/>
          </ac:spMkLst>
        </pc:spChg>
        <pc:spChg chg="del">
          <ac:chgData name="Aishwar C Nigam" userId="b0b382f3-1a41-4da3-92e1-f09e111328a1" providerId="ADAL" clId="{8A957FB4-2AE3-4D3E-A618-130ED577C9FB}" dt="2026-03-13T06:29:16.635" v="2"/>
          <ac:spMkLst>
            <pc:docMk/>
            <pc:sldMk cId="1338925341" sldId="298"/>
            <ac:spMk id="46" creationId="{B81933D1-5615-42C7-9C0B-4EB7105CCE2D}"/>
          </ac:spMkLst>
        </pc:spChg>
        <pc:spChg chg="del">
          <ac:chgData name="Aishwar C Nigam" userId="b0b382f3-1a41-4da3-92e1-f09e111328a1" providerId="ADAL" clId="{8A957FB4-2AE3-4D3E-A618-130ED577C9FB}" dt="2026-03-13T06:29:16.635" v="2"/>
          <ac:spMkLst>
            <pc:docMk/>
            <pc:sldMk cId="1338925341" sldId="298"/>
            <ac:spMk id="48" creationId="{19C9EAEA-39D0-4B0E-A0EB-51E7B26740B1}"/>
          </ac:spMkLst>
        </pc:spChg>
        <pc:grpChg chg="del">
          <ac:chgData name="Aishwar C Nigam" userId="b0b382f3-1a41-4da3-92e1-f09e111328a1" providerId="ADAL" clId="{8A957FB4-2AE3-4D3E-A618-130ED577C9FB}" dt="2026-03-13T06:29:16.635" v="2"/>
          <ac:grpSpMkLst>
            <pc:docMk/>
            <pc:sldMk cId="1338925341" sldId="298"/>
            <ac:grpSpMk id="41" creationId="{032D8612-31EB-44CF-A1D0-14FD4C705424}"/>
          </ac:grpSpMkLst>
        </pc:grpChg>
      </pc:sldChg>
      <pc:sldChg chg="addSp delSp modSp add del mod setBg">
        <pc:chgData name="Aishwar C Nigam" userId="b0b382f3-1a41-4da3-92e1-f09e111328a1" providerId="ADAL" clId="{8A957FB4-2AE3-4D3E-A618-130ED577C9FB}" dt="2026-03-13T06:33:44.009" v="22" actId="47"/>
        <pc:sldMkLst>
          <pc:docMk/>
          <pc:sldMk cId="3275164131" sldId="299"/>
        </pc:sldMkLst>
        <pc:spChg chg="del">
          <ac:chgData name="Aishwar C Nigam" userId="b0b382f3-1a41-4da3-92e1-f09e111328a1" providerId="ADAL" clId="{8A957FB4-2AE3-4D3E-A618-130ED577C9FB}" dt="2026-03-13T06:33:01.161" v="15" actId="478"/>
          <ac:spMkLst>
            <pc:docMk/>
            <pc:sldMk cId="3275164131" sldId="299"/>
            <ac:spMk id="2" creationId="{9D67ADA4-A86C-1F1F-541A-DD1B0492FB13}"/>
          </ac:spMkLst>
        </pc:spChg>
        <pc:spChg chg="del">
          <ac:chgData name="Aishwar C Nigam" userId="b0b382f3-1a41-4da3-92e1-f09e111328a1" providerId="ADAL" clId="{8A957FB4-2AE3-4D3E-A618-130ED577C9FB}" dt="2026-03-13T06:33:05.566" v="16" actId="478"/>
          <ac:spMkLst>
            <pc:docMk/>
            <pc:sldMk cId="3275164131" sldId="299"/>
            <ac:spMk id="3" creationId="{0D5C85AA-1E1B-7F43-1270-1FFEE007A43D}"/>
          </ac:spMkLst>
        </pc:spChg>
        <pc:spChg chg="del">
          <ac:chgData name="Aishwar C Nigam" userId="b0b382f3-1a41-4da3-92e1-f09e111328a1" providerId="ADAL" clId="{8A957FB4-2AE3-4D3E-A618-130ED577C9FB}" dt="2026-03-13T06:33:05.566" v="16" actId="478"/>
          <ac:spMkLst>
            <pc:docMk/>
            <pc:sldMk cId="3275164131" sldId="299"/>
            <ac:spMk id="19" creationId="{B0C70DB2-5932-4AE0-3BDB-A207E49E98A0}"/>
          </ac:spMkLst>
        </pc:spChg>
        <pc:spChg chg="del">
          <ac:chgData name="Aishwar C Nigam" userId="b0b382f3-1a41-4da3-92e1-f09e111328a1" providerId="ADAL" clId="{8A957FB4-2AE3-4D3E-A618-130ED577C9FB}" dt="2026-03-13T06:33:05.566" v="16" actId="478"/>
          <ac:spMkLst>
            <pc:docMk/>
            <pc:sldMk cId="3275164131" sldId="299"/>
            <ac:spMk id="22" creationId="{5D637D16-934C-BDC8-5D77-B682798FD055}"/>
          </ac:spMkLst>
        </pc:spChg>
        <pc:spChg chg="del">
          <ac:chgData name="Aishwar C Nigam" userId="b0b382f3-1a41-4da3-92e1-f09e111328a1" providerId="ADAL" clId="{8A957FB4-2AE3-4D3E-A618-130ED577C9FB}" dt="2026-03-13T06:33:05.566" v="16" actId="478"/>
          <ac:spMkLst>
            <pc:docMk/>
            <pc:sldMk cId="3275164131" sldId="299"/>
            <ac:spMk id="35" creationId="{7C1AE067-EC83-7450-FCBE-432F03687890}"/>
          </ac:spMkLst>
        </pc:spChg>
        <pc:spChg chg="del">
          <ac:chgData name="Aishwar C Nigam" userId="b0b382f3-1a41-4da3-92e1-f09e111328a1" providerId="ADAL" clId="{8A957FB4-2AE3-4D3E-A618-130ED577C9FB}" dt="2026-03-13T06:33:05.566" v="16" actId="478"/>
          <ac:spMkLst>
            <pc:docMk/>
            <pc:sldMk cId="3275164131" sldId="299"/>
            <ac:spMk id="36" creationId="{39BA9278-1789-7DD2-34F9-F48194F8975C}"/>
          </ac:spMkLst>
        </pc:spChg>
        <pc:spChg chg="del">
          <ac:chgData name="Aishwar C Nigam" userId="b0b382f3-1a41-4da3-92e1-f09e111328a1" providerId="ADAL" clId="{8A957FB4-2AE3-4D3E-A618-130ED577C9FB}" dt="2026-03-13T06:33:05.566" v="16" actId="478"/>
          <ac:spMkLst>
            <pc:docMk/>
            <pc:sldMk cId="3275164131" sldId="299"/>
            <ac:spMk id="41" creationId="{5658D1C6-D8E0-2BB7-10C3-2C2876F09A84}"/>
          </ac:spMkLst>
        </pc:spChg>
        <pc:spChg chg="del">
          <ac:chgData name="Aishwar C Nigam" userId="b0b382f3-1a41-4da3-92e1-f09e111328a1" providerId="ADAL" clId="{8A957FB4-2AE3-4D3E-A618-130ED577C9FB}" dt="2026-03-13T06:33:05.566" v="16" actId="478"/>
          <ac:spMkLst>
            <pc:docMk/>
            <pc:sldMk cId="3275164131" sldId="299"/>
            <ac:spMk id="42" creationId="{B13729BB-286E-5B56-A953-1D73CBB3D882}"/>
          </ac:spMkLst>
        </pc:spChg>
        <pc:spChg chg="del">
          <ac:chgData name="Aishwar C Nigam" userId="b0b382f3-1a41-4da3-92e1-f09e111328a1" providerId="ADAL" clId="{8A957FB4-2AE3-4D3E-A618-130ED577C9FB}" dt="2026-03-13T06:33:05.566" v="16" actId="478"/>
          <ac:spMkLst>
            <pc:docMk/>
            <pc:sldMk cId="3275164131" sldId="299"/>
            <ac:spMk id="45" creationId="{0C8C1EE5-3570-6C90-E499-13527831167D}"/>
          </ac:spMkLst>
        </pc:spChg>
        <pc:spChg chg="del">
          <ac:chgData name="Aishwar C Nigam" userId="b0b382f3-1a41-4da3-92e1-f09e111328a1" providerId="ADAL" clId="{8A957FB4-2AE3-4D3E-A618-130ED577C9FB}" dt="2026-03-13T06:33:05.566" v="16" actId="478"/>
          <ac:spMkLst>
            <pc:docMk/>
            <pc:sldMk cId="3275164131" sldId="299"/>
            <ac:spMk id="46" creationId="{DFBE310E-B65D-E838-EDE0-5D8B9D4F49E3}"/>
          </ac:spMkLst>
        </pc:spChg>
        <pc:spChg chg="del">
          <ac:chgData name="Aishwar C Nigam" userId="b0b382f3-1a41-4da3-92e1-f09e111328a1" providerId="ADAL" clId="{8A957FB4-2AE3-4D3E-A618-130ED577C9FB}" dt="2026-03-13T06:33:05.566" v="16" actId="478"/>
          <ac:spMkLst>
            <pc:docMk/>
            <pc:sldMk cId="3275164131" sldId="299"/>
            <ac:spMk id="47" creationId="{09DBE517-F106-D897-37A2-CADC1B78C1E8}"/>
          </ac:spMkLst>
        </pc:spChg>
        <pc:spChg chg="ord">
          <ac:chgData name="Aishwar C Nigam" userId="b0b382f3-1a41-4da3-92e1-f09e111328a1" providerId="ADAL" clId="{8A957FB4-2AE3-4D3E-A618-130ED577C9FB}" dt="2026-03-13T06:33:30.907" v="20" actId="26606"/>
          <ac:spMkLst>
            <pc:docMk/>
            <pc:sldMk cId="3275164131" sldId="299"/>
            <ac:spMk id="48" creationId="{536D0BA5-5B5B-14A2-9864-55ED04DAAE6A}"/>
          </ac:spMkLst>
        </pc:spChg>
        <pc:spChg chg="add del mod">
          <ac:chgData name="Aishwar C Nigam" userId="b0b382f3-1a41-4da3-92e1-f09e111328a1" providerId="ADAL" clId="{8A957FB4-2AE3-4D3E-A618-130ED577C9FB}" dt="2026-03-13T06:33:26.462" v="19" actId="478"/>
          <ac:spMkLst>
            <pc:docMk/>
            <pc:sldMk cId="3275164131" sldId="299"/>
            <ac:spMk id="49" creationId="{32ED79AA-39EA-BF09-C0D5-9B9167326129}"/>
          </ac:spMkLst>
        </pc:spChg>
        <pc:spChg chg="add mod">
          <ac:chgData name="Aishwar C Nigam" userId="b0b382f3-1a41-4da3-92e1-f09e111328a1" providerId="ADAL" clId="{8A957FB4-2AE3-4D3E-A618-130ED577C9FB}" dt="2026-03-13T06:33:30.907" v="20" actId="26606"/>
          <ac:spMkLst>
            <pc:docMk/>
            <pc:sldMk cId="3275164131" sldId="299"/>
            <ac:spMk id="50" creationId="{03BD87B7-7349-A602-0D98-CCF21FDB773B}"/>
          </ac:spMkLst>
        </pc:spChg>
        <pc:spChg chg="add mod ord">
          <ac:chgData name="Aishwar C Nigam" userId="b0b382f3-1a41-4da3-92e1-f09e111328a1" providerId="ADAL" clId="{8A957FB4-2AE3-4D3E-A618-130ED577C9FB}" dt="2026-03-13T06:33:30.907" v="20" actId="26606"/>
          <ac:spMkLst>
            <pc:docMk/>
            <pc:sldMk cId="3275164131" sldId="299"/>
            <ac:spMk id="52" creationId="{5143E8E1-20DD-36C6-FB16-3C5127822025}"/>
          </ac:spMkLst>
        </pc:spChg>
        <pc:spChg chg="add">
          <ac:chgData name="Aishwar C Nigam" userId="b0b382f3-1a41-4da3-92e1-f09e111328a1" providerId="ADAL" clId="{8A957FB4-2AE3-4D3E-A618-130ED577C9FB}" dt="2026-03-13T06:33:30.907" v="20" actId="26606"/>
          <ac:spMkLst>
            <pc:docMk/>
            <pc:sldMk cId="3275164131" sldId="299"/>
            <ac:spMk id="57" creationId="{955A2079-FA98-4876-80F0-72364A7D2EA4}"/>
          </ac:spMkLst>
        </pc:spChg>
        <pc:graphicFrameChg chg="add mod modGraphic">
          <ac:chgData name="Aishwar C Nigam" userId="b0b382f3-1a41-4da3-92e1-f09e111328a1" providerId="ADAL" clId="{8A957FB4-2AE3-4D3E-A618-130ED577C9FB}" dt="2026-03-13T06:33:30.907" v="20" actId="26606"/>
          <ac:graphicFrameMkLst>
            <pc:docMk/>
            <pc:sldMk cId="3275164131" sldId="299"/>
            <ac:graphicFrameMk id="51" creationId="{F85B029E-2C3E-C2E8-0C56-BA4F9ED88A58}"/>
          </ac:graphicFrameMkLst>
        </pc:graphicFrameChg>
      </pc:sldChg>
      <pc:sldChg chg="delSp add del mod setBg delDesignElem">
        <pc:chgData name="Aishwar C Nigam" userId="b0b382f3-1a41-4da3-92e1-f09e111328a1" providerId="ADAL" clId="{8A957FB4-2AE3-4D3E-A618-130ED577C9FB}" dt="2026-03-13T06:34:19.208" v="31" actId="47"/>
        <pc:sldMkLst>
          <pc:docMk/>
          <pc:sldMk cId="2546303204" sldId="300"/>
        </pc:sldMkLst>
        <pc:spChg chg="del">
          <ac:chgData name="Aishwar C Nigam" userId="b0b382f3-1a41-4da3-92e1-f09e111328a1" providerId="ADAL" clId="{8A957FB4-2AE3-4D3E-A618-130ED577C9FB}" dt="2026-03-13T06:34:02.020" v="28" actId="478"/>
          <ac:spMkLst>
            <pc:docMk/>
            <pc:sldMk cId="2546303204" sldId="300"/>
            <ac:spMk id="4" creationId="{F99FFB7A-D6DD-B68A-1214-6D2410F48A12}"/>
          </ac:spMkLst>
        </pc:spChg>
        <pc:spChg chg="del">
          <ac:chgData name="Aishwar C Nigam" userId="b0b382f3-1a41-4da3-92e1-f09e111328a1" providerId="ADAL" clId="{8A957FB4-2AE3-4D3E-A618-130ED577C9FB}" dt="2026-03-13T06:31:37.668" v="12"/>
          <ac:spMkLst>
            <pc:docMk/>
            <pc:sldMk cId="2546303204" sldId="300"/>
            <ac:spMk id="23" creationId="{2659FDB4-FCBE-4A89-B46D-43D4FA54464D}"/>
          </ac:spMkLst>
        </pc:spChg>
        <pc:cxnChg chg="del">
          <ac:chgData name="Aishwar C Nigam" userId="b0b382f3-1a41-4da3-92e1-f09e111328a1" providerId="ADAL" clId="{8A957FB4-2AE3-4D3E-A618-130ED577C9FB}" dt="2026-03-13T06:31:37.668" v="12"/>
          <ac:cxnSpMkLst>
            <pc:docMk/>
            <pc:sldMk cId="2546303204" sldId="300"/>
            <ac:cxnSpMk id="25" creationId="{C8F51B3F-8331-4E4A-AE96-D47B1006EEAD}"/>
          </ac:cxnSpMkLst>
        </pc:cxnChg>
      </pc:sldChg>
      <pc:sldChg chg="addSp delSp modSp add mod">
        <pc:chgData name="Aishwar C Nigam" userId="b0b382f3-1a41-4da3-92e1-f09e111328a1" providerId="ADAL" clId="{8A957FB4-2AE3-4D3E-A618-130ED577C9FB}" dt="2026-03-13T06:33:53.781" v="26" actId="478"/>
        <pc:sldMkLst>
          <pc:docMk/>
          <pc:sldMk cId="124249629" sldId="301"/>
        </pc:sldMkLst>
        <pc:spChg chg="add mod">
          <ac:chgData name="Aishwar C Nigam" userId="b0b382f3-1a41-4da3-92e1-f09e111328a1" providerId="ADAL" clId="{8A957FB4-2AE3-4D3E-A618-130ED577C9FB}" dt="2026-03-13T06:33:49.816" v="25" actId="1076"/>
          <ac:spMkLst>
            <pc:docMk/>
            <pc:sldMk cId="124249629" sldId="301"/>
            <ac:spMk id="2" creationId="{E4359702-B556-7C9A-A4E8-968B7553817A}"/>
          </ac:spMkLst>
        </pc:spChg>
        <pc:spChg chg="add mod">
          <ac:chgData name="Aishwar C Nigam" userId="b0b382f3-1a41-4da3-92e1-f09e111328a1" providerId="ADAL" clId="{8A957FB4-2AE3-4D3E-A618-130ED577C9FB}" dt="2026-03-13T06:33:49.816" v="25" actId="1076"/>
          <ac:spMkLst>
            <pc:docMk/>
            <pc:sldMk cId="124249629" sldId="301"/>
            <ac:spMk id="3" creationId="{68D8F8E4-22EA-E74D-D45E-CA668542BDA6}"/>
          </ac:spMkLst>
        </pc:spChg>
        <pc:spChg chg="add del mod">
          <ac:chgData name="Aishwar C Nigam" userId="b0b382f3-1a41-4da3-92e1-f09e111328a1" providerId="ADAL" clId="{8A957FB4-2AE3-4D3E-A618-130ED577C9FB}" dt="2026-03-13T06:33:53.781" v="26" actId="478"/>
          <ac:spMkLst>
            <pc:docMk/>
            <pc:sldMk cId="124249629" sldId="301"/>
            <ac:spMk id="4" creationId="{82DEF243-9D77-9E4A-C5C4-F942340E506C}"/>
          </ac:spMkLst>
        </pc:spChg>
        <pc:spChg chg="add mod">
          <ac:chgData name="Aishwar C Nigam" userId="b0b382f3-1a41-4da3-92e1-f09e111328a1" providerId="ADAL" clId="{8A957FB4-2AE3-4D3E-A618-130ED577C9FB}" dt="2026-03-13T06:33:49.816" v="25" actId="1076"/>
          <ac:spMkLst>
            <pc:docMk/>
            <pc:sldMk cId="124249629" sldId="301"/>
            <ac:spMk id="5" creationId="{8D008944-3A20-A9DE-0634-9E8FC9A851E7}"/>
          </ac:spMkLst>
        </pc:spChg>
        <pc:graphicFrameChg chg="add mod">
          <ac:chgData name="Aishwar C Nigam" userId="b0b382f3-1a41-4da3-92e1-f09e111328a1" providerId="ADAL" clId="{8A957FB4-2AE3-4D3E-A618-130ED577C9FB}" dt="2026-03-13T06:33:49.816" v="25" actId="1076"/>
          <ac:graphicFrameMkLst>
            <pc:docMk/>
            <pc:sldMk cId="124249629" sldId="301"/>
            <ac:graphicFrameMk id="6" creationId="{DF88B2CD-B784-B680-9555-21F31EABD064}"/>
          </ac:graphicFrameMkLst>
        </pc:graphicFrameChg>
      </pc:sldChg>
      <pc:sldChg chg="addSp modSp add">
        <pc:chgData name="Aishwar C Nigam" userId="b0b382f3-1a41-4da3-92e1-f09e111328a1" providerId="ADAL" clId="{8A957FB4-2AE3-4D3E-A618-130ED577C9FB}" dt="2026-03-13T06:34:12.145" v="30"/>
        <pc:sldMkLst>
          <pc:docMk/>
          <pc:sldMk cId="3257941637" sldId="302"/>
        </pc:sldMkLst>
        <pc:spChg chg="add mod">
          <ac:chgData name="Aishwar C Nigam" userId="b0b382f3-1a41-4da3-92e1-f09e111328a1" providerId="ADAL" clId="{8A957FB4-2AE3-4D3E-A618-130ED577C9FB}" dt="2026-03-13T06:34:12.145" v="30"/>
          <ac:spMkLst>
            <pc:docMk/>
            <pc:sldMk cId="3257941637" sldId="302"/>
            <ac:spMk id="2" creationId="{C71D4344-7665-DCD9-D0DE-17958B90D18F}"/>
          </ac:spMkLst>
        </pc:spChg>
        <pc:graphicFrameChg chg="add mod">
          <ac:chgData name="Aishwar C Nigam" userId="b0b382f3-1a41-4da3-92e1-f09e111328a1" providerId="ADAL" clId="{8A957FB4-2AE3-4D3E-A618-130ED577C9FB}" dt="2026-03-13T06:34:12.145" v="30"/>
          <ac:graphicFrameMkLst>
            <pc:docMk/>
            <pc:sldMk cId="3257941637" sldId="302"/>
            <ac:graphicFrameMk id="3" creationId="{90CC004F-2F1F-FF38-445F-CCB5E971B214}"/>
          </ac:graphicFrameMkLst>
        </pc:graphicFrameChg>
      </pc:sldChg>
      <pc:sldChg chg="addSp modSp add mod">
        <pc:chgData name="Aishwar C Nigam" userId="b0b382f3-1a41-4da3-92e1-f09e111328a1" providerId="ADAL" clId="{8A957FB4-2AE3-4D3E-A618-130ED577C9FB}" dt="2026-03-13T06:35:02.632" v="39" actId="1076"/>
        <pc:sldMkLst>
          <pc:docMk/>
          <pc:sldMk cId="2343639288" sldId="303"/>
        </pc:sldMkLst>
        <pc:spChg chg="add mod">
          <ac:chgData name="Aishwar C Nigam" userId="b0b382f3-1a41-4da3-92e1-f09e111328a1" providerId="ADAL" clId="{8A957FB4-2AE3-4D3E-A618-130ED577C9FB}" dt="2026-03-13T06:34:37.510" v="34"/>
          <ac:spMkLst>
            <pc:docMk/>
            <pc:sldMk cId="2343639288" sldId="303"/>
            <ac:spMk id="2" creationId="{3E12CE86-3790-3C68-1D9D-1068C0D68CF0}"/>
          </ac:spMkLst>
        </pc:spChg>
        <pc:spChg chg="add mod">
          <ac:chgData name="Aishwar C Nigam" userId="b0b382f3-1a41-4da3-92e1-f09e111328a1" providerId="ADAL" clId="{8A957FB4-2AE3-4D3E-A618-130ED577C9FB}" dt="2026-03-13T06:34:43.196" v="37"/>
          <ac:spMkLst>
            <pc:docMk/>
            <pc:sldMk cId="2343639288" sldId="303"/>
            <ac:spMk id="3" creationId="{854554D0-DF7F-4E95-68F0-25CF2FA9186D}"/>
          </ac:spMkLst>
        </pc:spChg>
        <pc:spChg chg="add mod">
          <ac:chgData name="Aishwar C Nigam" userId="b0b382f3-1a41-4da3-92e1-f09e111328a1" providerId="ADAL" clId="{8A957FB4-2AE3-4D3E-A618-130ED577C9FB}" dt="2026-03-13T06:34:37.510" v="34"/>
          <ac:spMkLst>
            <pc:docMk/>
            <pc:sldMk cId="2343639288" sldId="303"/>
            <ac:spMk id="4" creationId="{89C7AD01-A837-A575-4A12-F54F135B08CD}"/>
          </ac:spMkLst>
        </pc:spChg>
        <pc:spChg chg="add mod">
          <ac:chgData name="Aishwar C Nigam" userId="b0b382f3-1a41-4da3-92e1-f09e111328a1" providerId="ADAL" clId="{8A957FB4-2AE3-4D3E-A618-130ED577C9FB}" dt="2026-03-13T06:34:37.510" v="34"/>
          <ac:spMkLst>
            <pc:docMk/>
            <pc:sldMk cId="2343639288" sldId="303"/>
            <ac:spMk id="5" creationId="{7009B60E-950F-AF9E-6A57-A1EA2AEDB987}"/>
          </ac:spMkLst>
        </pc:spChg>
        <pc:spChg chg="add mod">
          <ac:chgData name="Aishwar C Nigam" userId="b0b382f3-1a41-4da3-92e1-f09e111328a1" providerId="ADAL" clId="{8A957FB4-2AE3-4D3E-A618-130ED577C9FB}" dt="2026-03-13T06:34:37.510" v="34"/>
          <ac:spMkLst>
            <pc:docMk/>
            <pc:sldMk cId="2343639288" sldId="303"/>
            <ac:spMk id="7" creationId="{AA53B241-530E-C66A-088C-A3ABA911830E}"/>
          </ac:spMkLst>
        </pc:spChg>
        <pc:spChg chg="add mod">
          <ac:chgData name="Aishwar C Nigam" userId="b0b382f3-1a41-4da3-92e1-f09e111328a1" providerId="ADAL" clId="{8A957FB4-2AE3-4D3E-A618-130ED577C9FB}" dt="2026-03-13T06:35:02.632" v="39" actId="1076"/>
          <ac:spMkLst>
            <pc:docMk/>
            <pc:sldMk cId="2343639288" sldId="303"/>
            <ac:spMk id="8" creationId="{FDB76F50-A384-B057-8D3C-3B5127B0E743}"/>
          </ac:spMkLst>
        </pc:spChg>
        <pc:picChg chg="add mod">
          <ac:chgData name="Aishwar C Nigam" userId="b0b382f3-1a41-4da3-92e1-f09e111328a1" providerId="ADAL" clId="{8A957FB4-2AE3-4D3E-A618-130ED577C9FB}" dt="2026-03-13T06:34:41.819" v="36" actId="1076"/>
          <ac:picMkLst>
            <pc:docMk/>
            <pc:sldMk cId="2343639288" sldId="303"/>
            <ac:picMk id="6" creationId="{0CC62217-8695-D64E-3D15-700189BF102D}"/>
          </ac:picMkLst>
        </pc:picChg>
        <pc:picChg chg="add mod">
          <ac:chgData name="Aishwar C Nigam" userId="b0b382f3-1a41-4da3-92e1-f09e111328a1" providerId="ADAL" clId="{8A957FB4-2AE3-4D3E-A618-130ED577C9FB}" dt="2026-03-13T06:35:02.632" v="39" actId="1076"/>
          <ac:picMkLst>
            <pc:docMk/>
            <pc:sldMk cId="2343639288" sldId="303"/>
            <ac:picMk id="9" creationId="{B2C4537D-9D1C-106C-8545-99D2E67A4CD2}"/>
          </ac:picMkLst>
        </pc:picChg>
      </pc:sldChg>
      <pc:sldChg chg="addSp modSp add mod">
        <pc:chgData name="Aishwar C Nigam" userId="b0b382f3-1a41-4da3-92e1-f09e111328a1" providerId="ADAL" clId="{8A957FB4-2AE3-4D3E-A618-130ED577C9FB}" dt="2026-03-13T06:35:33.717" v="43" actId="1076"/>
        <pc:sldMkLst>
          <pc:docMk/>
          <pc:sldMk cId="3722436139" sldId="304"/>
        </pc:sldMkLst>
        <pc:spChg chg="add mod">
          <ac:chgData name="Aishwar C Nigam" userId="b0b382f3-1a41-4da3-92e1-f09e111328a1" providerId="ADAL" clId="{8A957FB4-2AE3-4D3E-A618-130ED577C9FB}" dt="2026-03-13T06:35:29.361" v="42" actId="1076"/>
          <ac:spMkLst>
            <pc:docMk/>
            <pc:sldMk cId="3722436139" sldId="304"/>
            <ac:spMk id="2" creationId="{14976369-91AA-E855-32C9-2A59D25D04D1}"/>
          </ac:spMkLst>
        </pc:spChg>
        <pc:picChg chg="add mod">
          <ac:chgData name="Aishwar C Nigam" userId="b0b382f3-1a41-4da3-92e1-f09e111328a1" providerId="ADAL" clId="{8A957FB4-2AE3-4D3E-A618-130ED577C9FB}" dt="2026-03-13T06:35:33.717" v="43" actId="1076"/>
          <ac:picMkLst>
            <pc:docMk/>
            <pc:sldMk cId="3722436139" sldId="304"/>
            <ac:picMk id="3" creationId="{846C0CC8-1485-4F96-2D2D-AA89CF612F5B}"/>
          </ac:picMkLst>
        </pc:picChg>
      </pc:sldChg>
      <pc:sldChg chg="add del">
        <pc:chgData name="Aishwar C Nigam" userId="b0b382f3-1a41-4da3-92e1-f09e111328a1" providerId="ADAL" clId="{8A957FB4-2AE3-4D3E-A618-130ED577C9FB}" dt="2026-03-13T06:35:35.524" v="44" actId="47"/>
        <pc:sldMkLst>
          <pc:docMk/>
          <pc:sldMk cId="1790358201" sldId="305"/>
        </pc:sldMkLst>
      </pc:sldChg>
      <pc:sldMasterChg chg="delSldLayout">
        <pc:chgData name="Aishwar C Nigam" userId="b0b382f3-1a41-4da3-92e1-f09e111328a1" providerId="ADAL" clId="{8A957FB4-2AE3-4D3E-A618-130ED577C9FB}" dt="2026-03-13T06:35:37.723" v="45" actId="47"/>
        <pc:sldMasterMkLst>
          <pc:docMk/>
          <pc:sldMasterMk cId="0" sldId="2147483648"/>
        </pc:sldMasterMkLst>
        <pc:sldLayoutChg chg="del">
          <pc:chgData name="Aishwar C Nigam" userId="b0b382f3-1a41-4da3-92e1-f09e111328a1" providerId="ADAL" clId="{8A957FB4-2AE3-4D3E-A618-130ED577C9FB}" dt="2026-03-13T06:35:37.723" v="45" actId="47"/>
          <pc:sldLayoutMkLst>
            <pc:docMk/>
            <pc:sldMasterMk cId="0" sldId="2147483648"/>
            <pc:sldLayoutMk cId="2036501276" sldId="2147483660"/>
          </pc:sldLayoutMkLst>
        </pc:sldLayoutChg>
      </pc:sldMaster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51.sv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svg"/><Relationship Id="rId1" Type="http://schemas.openxmlformats.org/officeDocument/2006/relationships/image" Target="../media/image144.png"/><Relationship Id="rId6" Type="http://schemas.openxmlformats.org/officeDocument/2006/relationships/image" Target="../media/image149.svg"/><Relationship Id="rId5" Type="http://schemas.openxmlformats.org/officeDocument/2006/relationships/image" Target="../media/image148.png"/><Relationship Id="rId4" Type="http://schemas.openxmlformats.org/officeDocument/2006/relationships/image" Target="../media/image14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1.sv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svg"/><Relationship Id="rId1" Type="http://schemas.openxmlformats.org/officeDocument/2006/relationships/image" Target="../media/image144.png"/><Relationship Id="rId6" Type="http://schemas.openxmlformats.org/officeDocument/2006/relationships/image" Target="../media/image149.svg"/><Relationship Id="rId5" Type="http://schemas.openxmlformats.org/officeDocument/2006/relationships/image" Target="../media/image148.png"/><Relationship Id="rId4" Type="http://schemas.openxmlformats.org/officeDocument/2006/relationships/image" Target="../media/image14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1CBBF6-6B7B-467B-9721-7B482947C97F}"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F4882333-3265-4F0E-A005-3C30DF48454C}">
      <dgm:prSet/>
      <dgm:spPr/>
      <dgm:t>
        <a:bodyPr/>
        <a:lstStyle/>
        <a:p>
          <a:r>
            <a:rPr lang="en-US"/>
            <a:t>Timely response to official emails</a:t>
          </a:r>
        </a:p>
      </dgm:t>
    </dgm:pt>
    <dgm:pt modelId="{718A2A1A-4E13-4C95-AE55-7098265B0628}" type="parTrans" cxnId="{DE10AC25-671C-41B1-835F-704A4E6D40DE}">
      <dgm:prSet/>
      <dgm:spPr/>
      <dgm:t>
        <a:bodyPr/>
        <a:lstStyle/>
        <a:p>
          <a:endParaRPr lang="en-US"/>
        </a:p>
      </dgm:t>
    </dgm:pt>
    <dgm:pt modelId="{49A1313B-6DCB-4911-B021-DCD7DC102766}" type="sibTrans" cxnId="{DE10AC25-671C-41B1-835F-704A4E6D40DE}">
      <dgm:prSet/>
      <dgm:spPr/>
      <dgm:t>
        <a:bodyPr/>
        <a:lstStyle/>
        <a:p>
          <a:endParaRPr lang="en-US"/>
        </a:p>
      </dgm:t>
    </dgm:pt>
    <dgm:pt modelId="{E7B7F08D-8A78-4C71-BFA2-4E26BF12212F}">
      <dgm:prSet/>
      <dgm:spPr/>
      <dgm:t>
        <a:bodyPr/>
        <a:lstStyle/>
        <a:p>
          <a:r>
            <a:rPr lang="en-US"/>
            <a:t>DSR submission mandatory (non-batch days)</a:t>
          </a:r>
        </a:p>
      </dgm:t>
    </dgm:pt>
    <dgm:pt modelId="{C7A9F82F-66D3-4216-9E43-833CF56AC047}" type="parTrans" cxnId="{9ED7EC54-23F0-4A2A-924D-6412B00BAD67}">
      <dgm:prSet/>
      <dgm:spPr/>
      <dgm:t>
        <a:bodyPr/>
        <a:lstStyle/>
        <a:p>
          <a:endParaRPr lang="en-US"/>
        </a:p>
      </dgm:t>
    </dgm:pt>
    <dgm:pt modelId="{A64188C8-E086-40A3-A9C7-574AAFE113CA}" type="sibTrans" cxnId="{9ED7EC54-23F0-4A2A-924D-6412B00BAD67}">
      <dgm:prSet/>
      <dgm:spPr/>
      <dgm:t>
        <a:bodyPr/>
        <a:lstStyle/>
        <a:p>
          <a:endParaRPr lang="en-US"/>
        </a:p>
      </dgm:t>
    </dgm:pt>
    <dgm:pt modelId="{27942C8C-990A-4BD5-974F-34A4EBF9FAF0}">
      <dgm:prSet/>
      <dgm:spPr/>
      <dgm:t>
        <a:bodyPr/>
        <a:lstStyle/>
        <a:p>
          <a:r>
            <a:rPr lang="en-US"/>
            <a:t>BRR submission mandatory before scheduled batches</a:t>
          </a:r>
        </a:p>
      </dgm:t>
    </dgm:pt>
    <dgm:pt modelId="{3BC37FE3-55F1-43ED-84B4-92266E786242}" type="parTrans" cxnId="{41791AB8-DE6C-4C84-A3FF-05B60C4B07E2}">
      <dgm:prSet/>
      <dgm:spPr/>
      <dgm:t>
        <a:bodyPr/>
        <a:lstStyle/>
        <a:p>
          <a:endParaRPr lang="en-US"/>
        </a:p>
      </dgm:t>
    </dgm:pt>
    <dgm:pt modelId="{F84FA637-FD2B-4572-A4F2-393FB18B569B}" type="sibTrans" cxnId="{41791AB8-DE6C-4C84-A3FF-05B60C4B07E2}">
      <dgm:prSet/>
      <dgm:spPr/>
      <dgm:t>
        <a:bodyPr/>
        <a:lstStyle/>
        <a:p>
          <a:endParaRPr lang="en-US"/>
        </a:p>
      </dgm:t>
    </dgm:pt>
    <dgm:pt modelId="{2546088D-D56B-4A89-9E4F-60A06762014A}">
      <dgm:prSet/>
      <dgm:spPr/>
      <dgm:t>
        <a:bodyPr/>
        <a:lstStyle/>
        <a:p>
          <a:r>
            <a:rPr lang="en-US"/>
            <a:t>Delays will result in a nudge</a:t>
          </a:r>
        </a:p>
      </dgm:t>
    </dgm:pt>
    <dgm:pt modelId="{8C2E07CC-9031-42E0-B045-517FBBB2558A}" type="parTrans" cxnId="{0EEC9C20-FD86-42C6-BDFF-D317A3AB13EB}">
      <dgm:prSet/>
      <dgm:spPr/>
      <dgm:t>
        <a:bodyPr/>
        <a:lstStyle/>
        <a:p>
          <a:endParaRPr lang="en-US"/>
        </a:p>
      </dgm:t>
    </dgm:pt>
    <dgm:pt modelId="{551AF854-44BE-4767-89D4-FE4B37498852}" type="sibTrans" cxnId="{0EEC9C20-FD86-42C6-BDFF-D317A3AB13EB}">
      <dgm:prSet/>
      <dgm:spPr/>
      <dgm:t>
        <a:bodyPr/>
        <a:lstStyle/>
        <a:p>
          <a:endParaRPr lang="en-US"/>
        </a:p>
      </dgm:t>
    </dgm:pt>
    <dgm:pt modelId="{29B8502E-F4DD-47CC-92D1-AF704D7B23D6}" type="pres">
      <dgm:prSet presAssocID="{271CBBF6-6B7B-467B-9721-7B482947C97F}" presName="outerComposite" presStyleCnt="0">
        <dgm:presLayoutVars>
          <dgm:chMax val="5"/>
          <dgm:dir/>
          <dgm:resizeHandles val="exact"/>
        </dgm:presLayoutVars>
      </dgm:prSet>
      <dgm:spPr/>
    </dgm:pt>
    <dgm:pt modelId="{6FFF55BF-770C-43F3-B753-D03D630DD984}" type="pres">
      <dgm:prSet presAssocID="{271CBBF6-6B7B-467B-9721-7B482947C97F}" presName="dummyMaxCanvas" presStyleCnt="0">
        <dgm:presLayoutVars/>
      </dgm:prSet>
      <dgm:spPr/>
    </dgm:pt>
    <dgm:pt modelId="{2EE5690F-8F39-43EE-99BD-E5E888B717BB}" type="pres">
      <dgm:prSet presAssocID="{271CBBF6-6B7B-467B-9721-7B482947C97F}" presName="FourNodes_1" presStyleLbl="node1" presStyleIdx="0" presStyleCnt="4">
        <dgm:presLayoutVars>
          <dgm:bulletEnabled val="1"/>
        </dgm:presLayoutVars>
      </dgm:prSet>
      <dgm:spPr/>
    </dgm:pt>
    <dgm:pt modelId="{11EE1641-707F-4048-8F02-FFECD71B4689}" type="pres">
      <dgm:prSet presAssocID="{271CBBF6-6B7B-467B-9721-7B482947C97F}" presName="FourNodes_2" presStyleLbl="node1" presStyleIdx="1" presStyleCnt="4">
        <dgm:presLayoutVars>
          <dgm:bulletEnabled val="1"/>
        </dgm:presLayoutVars>
      </dgm:prSet>
      <dgm:spPr/>
    </dgm:pt>
    <dgm:pt modelId="{AC4FD20C-ED90-4D43-8E07-E3C32C40F842}" type="pres">
      <dgm:prSet presAssocID="{271CBBF6-6B7B-467B-9721-7B482947C97F}" presName="FourNodes_3" presStyleLbl="node1" presStyleIdx="2" presStyleCnt="4">
        <dgm:presLayoutVars>
          <dgm:bulletEnabled val="1"/>
        </dgm:presLayoutVars>
      </dgm:prSet>
      <dgm:spPr/>
    </dgm:pt>
    <dgm:pt modelId="{D844C939-5A8D-4E88-9D7F-BB90F493B011}" type="pres">
      <dgm:prSet presAssocID="{271CBBF6-6B7B-467B-9721-7B482947C97F}" presName="FourNodes_4" presStyleLbl="node1" presStyleIdx="3" presStyleCnt="4">
        <dgm:presLayoutVars>
          <dgm:bulletEnabled val="1"/>
        </dgm:presLayoutVars>
      </dgm:prSet>
      <dgm:spPr/>
    </dgm:pt>
    <dgm:pt modelId="{43A27D10-C3DF-4437-835E-20A06BFAC5D7}" type="pres">
      <dgm:prSet presAssocID="{271CBBF6-6B7B-467B-9721-7B482947C97F}" presName="FourConn_1-2" presStyleLbl="fgAccFollowNode1" presStyleIdx="0" presStyleCnt="3">
        <dgm:presLayoutVars>
          <dgm:bulletEnabled val="1"/>
        </dgm:presLayoutVars>
      </dgm:prSet>
      <dgm:spPr/>
    </dgm:pt>
    <dgm:pt modelId="{2794EA5D-041B-4633-9986-6D3C199384A3}" type="pres">
      <dgm:prSet presAssocID="{271CBBF6-6B7B-467B-9721-7B482947C97F}" presName="FourConn_2-3" presStyleLbl="fgAccFollowNode1" presStyleIdx="1" presStyleCnt="3">
        <dgm:presLayoutVars>
          <dgm:bulletEnabled val="1"/>
        </dgm:presLayoutVars>
      </dgm:prSet>
      <dgm:spPr/>
    </dgm:pt>
    <dgm:pt modelId="{4B48D83E-CEF1-4DBF-BC13-52714A7C2261}" type="pres">
      <dgm:prSet presAssocID="{271CBBF6-6B7B-467B-9721-7B482947C97F}" presName="FourConn_3-4" presStyleLbl="fgAccFollowNode1" presStyleIdx="2" presStyleCnt="3">
        <dgm:presLayoutVars>
          <dgm:bulletEnabled val="1"/>
        </dgm:presLayoutVars>
      </dgm:prSet>
      <dgm:spPr/>
    </dgm:pt>
    <dgm:pt modelId="{2AD0E644-4DAA-4344-A65E-37B7CD06F06F}" type="pres">
      <dgm:prSet presAssocID="{271CBBF6-6B7B-467B-9721-7B482947C97F}" presName="FourNodes_1_text" presStyleLbl="node1" presStyleIdx="3" presStyleCnt="4">
        <dgm:presLayoutVars>
          <dgm:bulletEnabled val="1"/>
        </dgm:presLayoutVars>
      </dgm:prSet>
      <dgm:spPr/>
    </dgm:pt>
    <dgm:pt modelId="{D3F4B4D2-86E4-4223-AB87-E52B2EB601F2}" type="pres">
      <dgm:prSet presAssocID="{271CBBF6-6B7B-467B-9721-7B482947C97F}" presName="FourNodes_2_text" presStyleLbl="node1" presStyleIdx="3" presStyleCnt="4">
        <dgm:presLayoutVars>
          <dgm:bulletEnabled val="1"/>
        </dgm:presLayoutVars>
      </dgm:prSet>
      <dgm:spPr/>
    </dgm:pt>
    <dgm:pt modelId="{486F0ED6-6FD4-4728-B32E-E42893444E2F}" type="pres">
      <dgm:prSet presAssocID="{271CBBF6-6B7B-467B-9721-7B482947C97F}" presName="FourNodes_3_text" presStyleLbl="node1" presStyleIdx="3" presStyleCnt="4">
        <dgm:presLayoutVars>
          <dgm:bulletEnabled val="1"/>
        </dgm:presLayoutVars>
      </dgm:prSet>
      <dgm:spPr/>
    </dgm:pt>
    <dgm:pt modelId="{9E0C1CF8-DA00-49DF-A873-525F88413588}" type="pres">
      <dgm:prSet presAssocID="{271CBBF6-6B7B-467B-9721-7B482947C97F}" presName="FourNodes_4_text" presStyleLbl="node1" presStyleIdx="3" presStyleCnt="4">
        <dgm:presLayoutVars>
          <dgm:bulletEnabled val="1"/>
        </dgm:presLayoutVars>
      </dgm:prSet>
      <dgm:spPr/>
    </dgm:pt>
  </dgm:ptLst>
  <dgm:cxnLst>
    <dgm:cxn modelId="{A9C4C114-1D8F-41CF-ADD8-C8F81C5AA6C7}" type="presOf" srcId="{E7B7F08D-8A78-4C71-BFA2-4E26BF12212F}" destId="{11EE1641-707F-4048-8F02-FFECD71B4689}" srcOrd="0" destOrd="0" presId="urn:microsoft.com/office/officeart/2005/8/layout/vProcess5"/>
    <dgm:cxn modelId="{0EEC9C20-FD86-42C6-BDFF-D317A3AB13EB}" srcId="{271CBBF6-6B7B-467B-9721-7B482947C97F}" destId="{2546088D-D56B-4A89-9E4F-60A06762014A}" srcOrd="3" destOrd="0" parTransId="{8C2E07CC-9031-42E0-B045-517FBBB2558A}" sibTransId="{551AF854-44BE-4767-89D4-FE4B37498852}"/>
    <dgm:cxn modelId="{DE10AC25-671C-41B1-835F-704A4E6D40DE}" srcId="{271CBBF6-6B7B-467B-9721-7B482947C97F}" destId="{F4882333-3265-4F0E-A005-3C30DF48454C}" srcOrd="0" destOrd="0" parTransId="{718A2A1A-4E13-4C95-AE55-7098265B0628}" sibTransId="{49A1313B-6DCB-4911-B021-DCD7DC102766}"/>
    <dgm:cxn modelId="{DF780472-7AA8-47F9-97D6-30D936F8473D}" type="presOf" srcId="{F4882333-3265-4F0E-A005-3C30DF48454C}" destId="{2EE5690F-8F39-43EE-99BD-E5E888B717BB}" srcOrd="0" destOrd="0" presId="urn:microsoft.com/office/officeart/2005/8/layout/vProcess5"/>
    <dgm:cxn modelId="{0F4F9674-3EC4-4562-9AFC-8D7692FC32FB}" type="presOf" srcId="{F84FA637-FD2B-4572-A4F2-393FB18B569B}" destId="{4B48D83E-CEF1-4DBF-BC13-52714A7C2261}" srcOrd="0" destOrd="0" presId="urn:microsoft.com/office/officeart/2005/8/layout/vProcess5"/>
    <dgm:cxn modelId="{9ED7EC54-23F0-4A2A-924D-6412B00BAD67}" srcId="{271CBBF6-6B7B-467B-9721-7B482947C97F}" destId="{E7B7F08D-8A78-4C71-BFA2-4E26BF12212F}" srcOrd="1" destOrd="0" parTransId="{C7A9F82F-66D3-4216-9E43-833CF56AC047}" sibTransId="{A64188C8-E086-40A3-A9C7-574AAFE113CA}"/>
    <dgm:cxn modelId="{83C23856-8660-43FD-9088-EB0ED30283BC}" type="presOf" srcId="{27942C8C-990A-4BD5-974F-34A4EBF9FAF0}" destId="{AC4FD20C-ED90-4D43-8E07-E3C32C40F842}" srcOrd="0" destOrd="0" presId="urn:microsoft.com/office/officeart/2005/8/layout/vProcess5"/>
    <dgm:cxn modelId="{38ACEE58-9DFC-4CDD-AF1A-2DF190BCD5B8}" type="presOf" srcId="{F4882333-3265-4F0E-A005-3C30DF48454C}" destId="{2AD0E644-4DAA-4344-A65E-37B7CD06F06F}" srcOrd="1" destOrd="0" presId="urn:microsoft.com/office/officeart/2005/8/layout/vProcess5"/>
    <dgm:cxn modelId="{F43C6AB1-8982-45BA-9E8C-D7FCB1B5DE8F}" type="presOf" srcId="{E7B7F08D-8A78-4C71-BFA2-4E26BF12212F}" destId="{D3F4B4D2-86E4-4223-AB87-E52B2EB601F2}" srcOrd="1" destOrd="0" presId="urn:microsoft.com/office/officeart/2005/8/layout/vProcess5"/>
    <dgm:cxn modelId="{41791AB8-DE6C-4C84-A3FF-05B60C4B07E2}" srcId="{271CBBF6-6B7B-467B-9721-7B482947C97F}" destId="{27942C8C-990A-4BD5-974F-34A4EBF9FAF0}" srcOrd="2" destOrd="0" parTransId="{3BC37FE3-55F1-43ED-84B4-92266E786242}" sibTransId="{F84FA637-FD2B-4572-A4F2-393FB18B569B}"/>
    <dgm:cxn modelId="{01D8B4BC-A067-40AE-A3A6-10DD1EF87402}" type="presOf" srcId="{A64188C8-E086-40A3-A9C7-574AAFE113CA}" destId="{2794EA5D-041B-4633-9986-6D3C199384A3}" srcOrd="0" destOrd="0" presId="urn:microsoft.com/office/officeart/2005/8/layout/vProcess5"/>
    <dgm:cxn modelId="{DB35B2BD-6332-4CBB-8E29-D1BB0AB2C138}" type="presOf" srcId="{2546088D-D56B-4A89-9E4F-60A06762014A}" destId="{D844C939-5A8D-4E88-9D7F-BB90F493B011}" srcOrd="0" destOrd="0" presId="urn:microsoft.com/office/officeart/2005/8/layout/vProcess5"/>
    <dgm:cxn modelId="{E82CF3C7-1C21-471C-8F99-EC7DE25BA31B}" type="presOf" srcId="{271CBBF6-6B7B-467B-9721-7B482947C97F}" destId="{29B8502E-F4DD-47CC-92D1-AF704D7B23D6}" srcOrd="0" destOrd="0" presId="urn:microsoft.com/office/officeart/2005/8/layout/vProcess5"/>
    <dgm:cxn modelId="{2BD2C8D9-FEC9-4537-9063-944FB15B1BCB}" type="presOf" srcId="{2546088D-D56B-4A89-9E4F-60A06762014A}" destId="{9E0C1CF8-DA00-49DF-A873-525F88413588}" srcOrd="1" destOrd="0" presId="urn:microsoft.com/office/officeart/2005/8/layout/vProcess5"/>
    <dgm:cxn modelId="{BFB1C5EA-C29E-48C5-ADF8-CBBE7CCC006E}" type="presOf" srcId="{27942C8C-990A-4BD5-974F-34A4EBF9FAF0}" destId="{486F0ED6-6FD4-4728-B32E-E42893444E2F}" srcOrd="1" destOrd="0" presId="urn:microsoft.com/office/officeart/2005/8/layout/vProcess5"/>
    <dgm:cxn modelId="{97320EF3-1D73-431C-9364-2AA49E224971}" type="presOf" srcId="{49A1313B-6DCB-4911-B021-DCD7DC102766}" destId="{43A27D10-C3DF-4437-835E-20A06BFAC5D7}" srcOrd="0" destOrd="0" presId="urn:microsoft.com/office/officeart/2005/8/layout/vProcess5"/>
    <dgm:cxn modelId="{87E6C9BC-E42F-4579-A572-4C9687EACDF8}" type="presParOf" srcId="{29B8502E-F4DD-47CC-92D1-AF704D7B23D6}" destId="{6FFF55BF-770C-43F3-B753-D03D630DD984}" srcOrd="0" destOrd="0" presId="urn:microsoft.com/office/officeart/2005/8/layout/vProcess5"/>
    <dgm:cxn modelId="{6D46CED9-7AF2-4425-B36F-75A330989978}" type="presParOf" srcId="{29B8502E-F4DD-47CC-92D1-AF704D7B23D6}" destId="{2EE5690F-8F39-43EE-99BD-E5E888B717BB}" srcOrd="1" destOrd="0" presId="urn:microsoft.com/office/officeart/2005/8/layout/vProcess5"/>
    <dgm:cxn modelId="{46F4F03F-4197-4EAD-85FC-7E4B97DCE03E}" type="presParOf" srcId="{29B8502E-F4DD-47CC-92D1-AF704D7B23D6}" destId="{11EE1641-707F-4048-8F02-FFECD71B4689}" srcOrd="2" destOrd="0" presId="urn:microsoft.com/office/officeart/2005/8/layout/vProcess5"/>
    <dgm:cxn modelId="{FFE40E59-E210-4575-99AF-FD900EA339F5}" type="presParOf" srcId="{29B8502E-F4DD-47CC-92D1-AF704D7B23D6}" destId="{AC4FD20C-ED90-4D43-8E07-E3C32C40F842}" srcOrd="3" destOrd="0" presId="urn:microsoft.com/office/officeart/2005/8/layout/vProcess5"/>
    <dgm:cxn modelId="{2EC51787-4399-4542-9376-1171EE49B742}" type="presParOf" srcId="{29B8502E-F4DD-47CC-92D1-AF704D7B23D6}" destId="{D844C939-5A8D-4E88-9D7F-BB90F493B011}" srcOrd="4" destOrd="0" presId="urn:microsoft.com/office/officeart/2005/8/layout/vProcess5"/>
    <dgm:cxn modelId="{A72AFE0E-9BA7-40BF-8997-9E69B2162B01}" type="presParOf" srcId="{29B8502E-F4DD-47CC-92D1-AF704D7B23D6}" destId="{43A27D10-C3DF-4437-835E-20A06BFAC5D7}" srcOrd="5" destOrd="0" presId="urn:microsoft.com/office/officeart/2005/8/layout/vProcess5"/>
    <dgm:cxn modelId="{9F704059-107D-455D-9066-8E408C79A475}" type="presParOf" srcId="{29B8502E-F4DD-47CC-92D1-AF704D7B23D6}" destId="{2794EA5D-041B-4633-9986-6D3C199384A3}" srcOrd="6" destOrd="0" presId="urn:microsoft.com/office/officeart/2005/8/layout/vProcess5"/>
    <dgm:cxn modelId="{6396E30E-FECE-461C-BB95-E9BA8EC5BCB3}" type="presParOf" srcId="{29B8502E-F4DD-47CC-92D1-AF704D7B23D6}" destId="{4B48D83E-CEF1-4DBF-BC13-52714A7C2261}" srcOrd="7" destOrd="0" presId="urn:microsoft.com/office/officeart/2005/8/layout/vProcess5"/>
    <dgm:cxn modelId="{660978DF-A389-4ED1-9AD6-AD9143C8BA59}" type="presParOf" srcId="{29B8502E-F4DD-47CC-92D1-AF704D7B23D6}" destId="{2AD0E644-4DAA-4344-A65E-37B7CD06F06F}" srcOrd="8" destOrd="0" presId="urn:microsoft.com/office/officeart/2005/8/layout/vProcess5"/>
    <dgm:cxn modelId="{10C868EB-6D20-4FC0-8DA6-2EB2FD230F47}" type="presParOf" srcId="{29B8502E-F4DD-47CC-92D1-AF704D7B23D6}" destId="{D3F4B4D2-86E4-4223-AB87-E52B2EB601F2}" srcOrd="9" destOrd="0" presId="urn:microsoft.com/office/officeart/2005/8/layout/vProcess5"/>
    <dgm:cxn modelId="{7F4CE843-4539-4C10-9596-A4E71CEF4DAF}" type="presParOf" srcId="{29B8502E-F4DD-47CC-92D1-AF704D7B23D6}" destId="{486F0ED6-6FD4-4728-B32E-E42893444E2F}" srcOrd="10" destOrd="0" presId="urn:microsoft.com/office/officeart/2005/8/layout/vProcess5"/>
    <dgm:cxn modelId="{A5B51CDC-1C04-44FC-AD40-F5EA08558308}" type="presParOf" srcId="{29B8502E-F4DD-47CC-92D1-AF704D7B23D6}" destId="{9E0C1CF8-DA00-49DF-A873-525F88413588}"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09AC63-34EB-4168-8777-E14ADB7DFF2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D3DBC4-E10B-4923-A551-4233DD34C39B}">
      <dgm:prSet/>
      <dgm:spPr/>
      <dgm:t>
        <a:bodyPr/>
        <a:lstStyle/>
        <a:p>
          <a:pPr>
            <a:lnSpc>
              <a:spcPct val="100000"/>
            </a:lnSpc>
          </a:pPr>
          <a:r>
            <a:rPr lang="en-US"/>
            <a:t>Single DSR email thread</a:t>
          </a:r>
        </a:p>
      </dgm:t>
    </dgm:pt>
    <dgm:pt modelId="{19B5B1C3-F250-4E2F-9041-E3FC0E292D30}" type="parTrans" cxnId="{DAD73E79-5D48-460E-B0D0-764D31C3DB7F}">
      <dgm:prSet/>
      <dgm:spPr/>
      <dgm:t>
        <a:bodyPr/>
        <a:lstStyle/>
        <a:p>
          <a:endParaRPr lang="en-US"/>
        </a:p>
      </dgm:t>
    </dgm:pt>
    <dgm:pt modelId="{AC61339F-08F9-4860-8B55-316CC02CC4ED}" type="sibTrans" cxnId="{DAD73E79-5D48-460E-B0D0-764D31C3DB7F}">
      <dgm:prSet/>
      <dgm:spPr/>
      <dgm:t>
        <a:bodyPr/>
        <a:lstStyle/>
        <a:p>
          <a:endParaRPr lang="en-US"/>
        </a:p>
      </dgm:t>
    </dgm:pt>
    <dgm:pt modelId="{6A0D4DA3-E2F9-4A8C-97F2-11FAE8EF0888}">
      <dgm:prSet/>
      <dgm:spPr/>
      <dgm:t>
        <a:bodyPr/>
        <a:lstStyle/>
        <a:p>
          <a:pPr>
            <a:lnSpc>
              <a:spcPct val="100000"/>
            </a:lnSpc>
          </a:pPr>
          <a:r>
            <a:rPr lang="en-US"/>
            <a:t>DSR reflects actual work and challenges</a:t>
          </a:r>
        </a:p>
      </dgm:t>
    </dgm:pt>
    <dgm:pt modelId="{10851AE3-933D-4BC5-BA07-1553084E4F4E}" type="parTrans" cxnId="{95E61A3E-3B98-4CD4-9BEC-DAE9A42F07AF}">
      <dgm:prSet/>
      <dgm:spPr/>
      <dgm:t>
        <a:bodyPr/>
        <a:lstStyle/>
        <a:p>
          <a:endParaRPr lang="en-US"/>
        </a:p>
      </dgm:t>
    </dgm:pt>
    <dgm:pt modelId="{E8CB7BDD-B9AD-4843-ABFE-C94AA2404DA4}" type="sibTrans" cxnId="{95E61A3E-3B98-4CD4-9BEC-DAE9A42F07AF}">
      <dgm:prSet/>
      <dgm:spPr/>
      <dgm:t>
        <a:bodyPr/>
        <a:lstStyle/>
        <a:p>
          <a:endParaRPr lang="en-US"/>
        </a:p>
      </dgm:t>
    </dgm:pt>
    <dgm:pt modelId="{745C2864-407E-4E95-B231-CB11A8726F2B}">
      <dgm:prSet/>
      <dgm:spPr/>
      <dgm:t>
        <a:bodyPr/>
        <a:lstStyle/>
        <a:p>
          <a:pPr>
            <a:lnSpc>
              <a:spcPct val="100000"/>
            </a:lnSpc>
          </a:pPr>
          <a:r>
            <a:rPr lang="en-US"/>
            <a:t>No side conversations or politics</a:t>
          </a:r>
        </a:p>
      </dgm:t>
    </dgm:pt>
    <dgm:pt modelId="{1DABAAEC-1778-459C-8B79-9CA13AB20419}" type="parTrans" cxnId="{91DC3C44-3CE9-47AE-9F2B-F817062DF6C7}">
      <dgm:prSet/>
      <dgm:spPr/>
      <dgm:t>
        <a:bodyPr/>
        <a:lstStyle/>
        <a:p>
          <a:endParaRPr lang="en-US"/>
        </a:p>
      </dgm:t>
    </dgm:pt>
    <dgm:pt modelId="{24E29B2B-4878-4990-A11D-899EEB759147}" type="sibTrans" cxnId="{91DC3C44-3CE9-47AE-9F2B-F817062DF6C7}">
      <dgm:prSet/>
      <dgm:spPr/>
      <dgm:t>
        <a:bodyPr/>
        <a:lstStyle/>
        <a:p>
          <a:endParaRPr lang="en-US"/>
        </a:p>
      </dgm:t>
    </dgm:pt>
    <dgm:pt modelId="{FEB324DB-9B2E-4239-9FBB-A7DEA39DABF9}">
      <dgm:prSet/>
      <dgm:spPr/>
      <dgm:t>
        <a:bodyPr/>
        <a:lstStyle/>
        <a:p>
          <a:pPr>
            <a:lnSpc>
              <a:spcPct val="100000"/>
            </a:lnSpc>
          </a:pPr>
          <a:r>
            <a:rPr lang="en-US"/>
            <a:t>Manager looped on HR emails</a:t>
          </a:r>
        </a:p>
      </dgm:t>
    </dgm:pt>
    <dgm:pt modelId="{84C26FE7-0AF7-4062-A9CF-9E3F3C9A234F}" type="parTrans" cxnId="{07ED9FD0-6733-438E-ADDA-61575F4AB7F7}">
      <dgm:prSet/>
      <dgm:spPr/>
      <dgm:t>
        <a:bodyPr/>
        <a:lstStyle/>
        <a:p>
          <a:endParaRPr lang="en-US"/>
        </a:p>
      </dgm:t>
    </dgm:pt>
    <dgm:pt modelId="{747FD642-87AE-42AE-9778-E42267E6ED89}" type="sibTrans" cxnId="{07ED9FD0-6733-438E-ADDA-61575F4AB7F7}">
      <dgm:prSet/>
      <dgm:spPr/>
      <dgm:t>
        <a:bodyPr/>
        <a:lstStyle/>
        <a:p>
          <a:endParaRPr lang="en-US"/>
        </a:p>
      </dgm:t>
    </dgm:pt>
    <dgm:pt modelId="{A1F115E1-372B-487D-966B-A998577392BE}" type="pres">
      <dgm:prSet presAssocID="{4409AC63-34EB-4168-8777-E14ADB7DFF2E}" presName="root" presStyleCnt="0">
        <dgm:presLayoutVars>
          <dgm:dir/>
          <dgm:resizeHandles val="exact"/>
        </dgm:presLayoutVars>
      </dgm:prSet>
      <dgm:spPr/>
    </dgm:pt>
    <dgm:pt modelId="{82716ECB-8F2E-4282-B6C1-1ADF99BFC7F1}" type="pres">
      <dgm:prSet presAssocID="{1CD3DBC4-E10B-4923-A551-4233DD34C39B}" presName="compNode" presStyleCnt="0"/>
      <dgm:spPr/>
    </dgm:pt>
    <dgm:pt modelId="{AE247E53-18E3-4D33-B9AC-04BCA0ACAF96}" type="pres">
      <dgm:prSet presAssocID="{1CD3DBC4-E10B-4923-A551-4233DD34C39B}" presName="bgRect" presStyleLbl="bgShp" presStyleIdx="0" presStyleCnt="4"/>
      <dgm:spPr/>
    </dgm:pt>
    <dgm:pt modelId="{F208F516-F7E6-4EA7-9E63-213F3EBF8AB5}" type="pres">
      <dgm:prSet presAssocID="{1CD3DBC4-E10B-4923-A551-4233DD34C39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velope"/>
        </a:ext>
      </dgm:extLst>
    </dgm:pt>
    <dgm:pt modelId="{F93A99B3-2238-40C6-95D8-87246456B1BB}" type="pres">
      <dgm:prSet presAssocID="{1CD3DBC4-E10B-4923-A551-4233DD34C39B}" presName="spaceRect" presStyleCnt="0"/>
      <dgm:spPr/>
    </dgm:pt>
    <dgm:pt modelId="{724B416D-916B-492E-8C81-1C1E0904E244}" type="pres">
      <dgm:prSet presAssocID="{1CD3DBC4-E10B-4923-A551-4233DD34C39B}" presName="parTx" presStyleLbl="revTx" presStyleIdx="0" presStyleCnt="4">
        <dgm:presLayoutVars>
          <dgm:chMax val="0"/>
          <dgm:chPref val="0"/>
        </dgm:presLayoutVars>
      </dgm:prSet>
      <dgm:spPr/>
    </dgm:pt>
    <dgm:pt modelId="{ACB2622E-2115-4F4D-A60E-057F49BF4403}" type="pres">
      <dgm:prSet presAssocID="{AC61339F-08F9-4860-8B55-316CC02CC4ED}" presName="sibTrans" presStyleCnt="0"/>
      <dgm:spPr/>
    </dgm:pt>
    <dgm:pt modelId="{7077B92E-1B92-49A2-80A6-77A8B73B81FA}" type="pres">
      <dgm:prSet presAssocID="{6A0D4DA3-E2F9-4A8C-97F2-11FAE8EF0888}" presName="compNode" presStyleCnt="0"/>
      <dgm:spPr/>
    </dgm:pt>
    <dgm:pt modelId="{CAD7A3B9-7943-473D-A261-FD3C684BAC91}" type="pres">
      <dgm:prSet presAssocID="{6A0D4DA3-E2F9-4A8C-97F2-11FAE8EF0888}" presName="bgRect" presStyleLbl="bgShp" presStyleIdx="1" presStyleCnt="4"/>
      <dgm:spPr/>
    </dgm:pt>
    <dgm:pt modelId="{B648537B-974E-460F-B7C9-E5404CCD8B9A}" type="pres">
      <dgm:prSet presAssocID="{6A0D4DA3-E2F9-4A8C-97F2-11FAE8EF088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AE33ADCC-5CEF-477B-85EC-8D4AD5C133AF}" type="pres">
      <dgm:prSet presAssocID="{6A0D4DA3-E2F9-4A8C-97F2-11FAE8EF0888}" presName="spaceRect" presStyleCnt="0"/>
      <dgm:spPr/>
    </dgm:pt>
    <dgm:pt modelId="{DCF36DB1-61C2-4209-A2BB-AFE71207D24E}" type="pres">
      <dgm:prSet presAssocID="{6A0D4DA3-E2F9-4A8C-97F2-11FAE8EF0888}" presName="parTx" presStyleLbl="revTx" presStyleIdx="1" presStyleCnt="4">
        <dgm:presLayoutVars>
          <dgm:chMax val="0"/>
          <dgm:chPref val="0"/>
        </dgm:presLayoutVars>
      </dgm:prSet>
      <dgm:spPr/>
    </dgm:pt>
    <dgm:pt modelId="{EFAE433F-2603-4F6B-A212-CDAFF7432C4D}" type="pres">
      <dgm:prSet presAssocID="{E8CB7BDD-B9AD-4843-ABFE-C94AA2404DA4}" presName="sibTrans" presStyleCnt="0"/>
      <dgm:spPr/>
    </dgm:pt>
    <dgm:pt modelId="{AB1BDDAB-9537-4CE3-951F-6195F41160AA}" type="pres">
      <dgm:prSet presAssocID="{745C2864-407E-4E95-B231-CB11A8726F2B}" presName="compNode" presStyleCnt="0"/>
      <dgm:spPr/>
    </dgm:pt>
    <dgm:pt modelId="{B8BEF666-A7C8-4F9E-A11B-9D3AE2B064B1}" type="pres">
      <dgm:prSet presAssocID="{745C2864-407E-4E95-B231-CB11A8726F2B}" presName="bgRect" presStyleLbl="bgShp" presStyleIdx="2" presStyleCnt="4"/>
      <dgm:spPr/>
    </dgm:pt>
    <dgm:pt modelId="{551928A3-2121-4D42-846C-6CEF01C2861D}" type="pres">
      <dgm:prSet presAssocID="{745C2864-407E-4E95-B231-CB11A8726F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ign"/>
        </a:ext>
      </dgm:extLst>
    </dgm:pt>
    <dgm:pt modelId="{8646094C-3458-47F7-AFE5-7A0C7C1BD5CD}" type="pres">
      <dgm:prSet presAssocID="{745C2864-407E-4E95-B231-CB11A8726F2B}" presName="spaceRect" presStyleCnt="0"/>
      <dgm:spPr/>
    </dgm:pt>
    <dgm:pt modelId="{6C318615-D236-4A5B-879B-CCC948A97904}" type="pres">
      <dgm:prSet presAssocID="{745C2864-407E-4E95-B231-CB11A8726F2B}" presName="parTx" presStyleLbl="revTx" presStyleIdx="2" presStyleCnt="4">
        <dgm:presLayoutVars>
          <dgm:chMax val="0"/>
          <dgm:chPref val="0"/>
        </dgm:presLayoutVars>
      </dgm:prSet>
      <dgm:spPr/>
    </dgm:pt>
    <dgm:pt modelId="{3444944C-7B15-423E-9DD7-EC0DF5A2236D}" type="pres">
      <dgm:prSet presAssocID="{24E29B2B-4878-4990-A11D-899EEB759147}" presName="sibTrans" presStyleCnt="0"/>
      <dgm:spPr/>
    </dgm:pt>
    <dgm:pt modelId="{BD835E9D-5760-4141-B849-CA3828FE2E76}" type="pres">
      <dgm:prSet presAssocID="{FEB324DB-9B2E-4239-9FBB-A7DEA39DABF9}" presName="compNode" presStyleCnt="0"/>
      <dgm:spPr/>
    </dgm:pt>
    <dgm:pt modelId="{E59B3D0C-55DF-4BDE-BAE0-FC3D57A9210F}" type="pres">
      <dgm:prSet presAssocID="{FEB324DB-9B2E-4239-9FBB-A7DEA39DABF9}" presName="bgRect" presStyleLbl="bgShp" presStyleIdx="3" presStyleCnt="4"/>
      <dgm:spPr/>
    </dgm:pt>
    <dgm:pt modelId="{3FE206C2-63AF-42A5-9F22-2597CB1E2787}" type="pres">
      <dgm:prSet presAssocID="{FEB324DB-9B2E-4239-9FBB-A7DEA39DABF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mail"/>
        </a:ext>
      </dgm:extLst>
    </dgm:pt>
    <dgm:pt modelId="{BF2AD6E9-853C-48E8-9E9A-B896BB144AD2}" type="pres">
      <dgm:prSet presAssocID="{FEB324DB-9B2E-4239-9FBB-A7DEA39DABF9}" presName="spaceRect" presStyleCnt="0"/>
      <dgm:spPr/>
    </dgm:pt>
    <dgm:pt modelId="{B571D805-0D63-4EDA-BFF8-8050550E54F8}" type="pres">
      <dgm:prSet presAssocID="{FEB324DB-9B2E-4239-9FBB-A7DEA39DABF9}" presName="parTx" presStyleLbl="revTx" presStyleIdx="3" presStyleCnt="4">
        <dgm:presLayoutVars>
          <dgm:chMax val="0"/>
          <dgm:chPref val="0"/>
        </dgm:presLayoutVars>
      </dgm:prSet>
      <dgm:spPr/>
    </dgm:pt>
  </dgm:ptLst>
  <dgm:cxnLst>
    <dgm:cxn modelId="{F943391C-F5CC-4729-9A33-070ED924581B}" type="presOf" srcId="{6A0D4DA3-E2F9-4A8C-97F2-11FAE8EF0888}" destId="{DCF36DB1-61C2-4209-A2BB-AFE71207D24E}" srcOrd="0" destOrd="0" presId="urn:microsoft.com/office/officeart/2018/2/layout/IconVerticalSolidList"/>
    <dgm:cxn modelId="{201AEB24-AFB9-4F01-A275-62664A98E6CE}" type="presOf" srcId="{745C2864-407E-4E95-B231-CB11A8726F2B}" destId="{6C318615-D236-4A5B-879B-CCC948A97904}" srcOrd="0" destOrd="0" presId="urn:microsoft.com/office/officeart/2018/2/layout/IconVerticalSolidList"/>
    <dgm:cxn modelId="{95E61A3E-3B98-4CD4-9BEC-DAE9A42F07AF}" srcId="{4409AC63-34EB-4168-8777-E14ADB7DFF2E}" destId="{6A0D4DA3-E2F9-4A8C-97F2-11FAE8EF0888}" srcOrd="1" destOrd="0" parTransId="{10851AE3-933D-4BC5-BA07-1553084E4F4E}" sibTransId="{E8CB7BDD-B9AD-4843-ABFE-C94AA2404DA4}"/>
    <dgm:cxn modelId="{91DC3C44-3CE9-47AE-9F2B-F817062DF6C7}" srcId="{4409AC63-34EB-4168-8777-E14ADB7DFF2E}" destId="{745C2864-407E-4E95-B231-CB11A8726F2B}" srcOrd="2" destOrd="0" parTransId="{1DABAAEC-1778-459C-8B79-9CA13AB20419}" sibTransId="{24E29B2B-4878-4990-A11D-899EEB759147}"/>
    <dgm:cxn modelId="{73955C4C-E102-48AE-A7BE-7B2D266EBB52}" type="presOf" srcId="{FEB324DB-9B2E-4239-9FBB-A7DEA39DABF9}" destId="{B571D805-0D63-4EDA-BFF8-8050550E54F8}" srcOrd="0" destOrd="0" presId="urn:microsoft.com/office/officeart/2018/2/layout/IconVerticalSolidList"/>
    <dgm:cxn modelId="{FF779C74-8721-413C-A56F-11B9BB0035A9}" type="presOf" srcId="{4409AC63-34EB-4168-8777-E14ADB7DFF2E}" destId="{A1F115E1-372B-487D-966B-A998577392BE}" srcOrd="0" destOrd="0" presId="urn:microsoft.com/office/officeart/2018/2/layout/IconVerticalSolidList"/>
    <dgm:cxn modelId="{DAD73E79-5D48-460E-B0D0-764D31C3DB7F}" srcId="{4409AC63-34EB-4168-8777-E14ADB7DFF2E}" destId="{1CD3DBC4-E10B-4923-A551-4233DD34C39B}" srcOrd="0" destOrd="0" parTransId="{19B5B1C3-F250-4E2F-9041-E3FC0E292D30}" sibTransId="{AC61339F-08F9-4860-8B55-316CC02CC4ED}"/>
    <dgm:cxn modelId="{D22A5AAF-1BD4-4ADF-BAE5-8C6E33E77DA4}" type="presOf" srcId="{1CD3DBC4-E10B-4923-A551-4233DD34C39B}" destId="{724B416D-916B-492E-8C81-1C1E0904E244}" srcOrd="0" destOrd="0" presId="urn:microsoft.com/office/officeart/2018/2/layout/IconVerticalSolidList"/>
    <dgm:cxn modelId="{07ED9FD0-6733-438E-ADDA-61575F4AB7F7}" srcId="{4409AC63-34EB-4168-8777-E14ADB7DFF2E}" destId="{FEB324DB-9B2E-4239-9FBB-A7DEA39DABF9}" srcOrd="3" destOrd="0" parTransId="{84C26FE7-0AF7-4062-A9CF-9E3F3C9A234F}" sibTransId="{747FD642-87AE-42AE-9778-E42267E6ED89}"/>
    <dgm:cxn modelId="{58875963-E003-43BF-AB9F-7CB4C666693B}" type="presParOf" srcId="{A1F115E1-372B-487D-966B-A998577392BE}" destId="{82716ECB-8F2E-4282-B6C1-1ADF99BFC7F1}" srcOrd="0" destOrd="0" presId="urn:microsoft.com/office/officeart/2018/2/layout/IconVerticalSolidList"/>
    <dgm:cxn modelId="{636F7004-8108-4CF0-A71F-3741469075E6}" type="presParOf" srcId="{82716ECB-8F2E-4282-B6C1-1ADF99BFC7F1}" destId="{AE247E53-18E3-4D33-B9AC-04BCA0ACAF96}" srcOrd="0" destOrd="0" presId="urn:microsoft.com/office/officeart/2018/2/layout/IconVerticalSolidList"/>
    <dgm:cxn modelId="{53F2D632-F865-4C6D-BF38-FF29C0D20143}" type="presParOf" srcId="{82716ECB-8F2E-4282-B6C1-1ADF99BFC7F1}" destId="{F208F516-F7E6-4EA7-9E63-213F3EBF8AB5}" srcOrd="1" destOrd="0" presId="urn:microsoft.com/office/officeart/2018/2/layout/IconVerticalSolidList"/>
    <dgm:cxn modelId="{559A1F5C-F575-4981-B4A2-1427012D0B29}" type="presParOf" srcId="{82716ECB-8F2E-4282-B6C1-1ADF99BFC7F1}" destId="{F93A99B3-2238-40C6-95D8-87246456B1BB}" srcOrd="2" destOrd="0" presId="urn:microsoft.com/office/officeart/2018/2/layout/IconVerticalSolidList"/>
    <dgm:cxn modelId="{EEBA4727-EDEA-4DAA-B890-7B66DAFD0B5C}" type="presParOf" srcId="{82716ECB-8F2E-4282-B6C1-1ADF99BFC7F1}" destId="{724B416D-916B-492E-8C81-1C1E0904E244}" srcOrd="3" destOrd="0" presId="urn:microsoft.com/office/officeart/2018/2/layout/IconVerticalSolidList"/>
    <dgm:cxn modelId="{A41E5BBD-C7EA-4B03-9017-F7036C774A2B}" type="presParOf" srcId="{A1F115E1-372B-487D-966B-A998577392BE}" destId="{ACB2622E-2115-4F4D-A60E-057F49BF4403}" srcOrd="1" destOrd="0" presId="urn:microsoft.com/office/officeart/2018/2/layout/IconVerticalSolidList"/>
    <dgm:cxn modelId="{46D68B82-874C-4A89-A197-A13A8188DFA5}" type="presParOf" srcId="{A1F115E1-372B-487D-966B-A998577392BE}" destId="{7077B92E-1B92-49A2-80A6-77A8B73B81FA}" srcOrd="2" destOrd="0" presId="urn:microsoft.com/office/officeart/2018/2/layout/IconVerticalSolidList"/>
    <dgm:cxn modelId="{50C64710-03C4-4390-9C89-DDF2BD8A6BEB}" type="presParOf" srcId="{7077B92E-1B92-49A2-80A6-77A8B73B81FA}" destId="{CAD7A3B9-7943-473D-A261-FD3C684BAC91}" srcOrd="0" destOrd="0" presId="urn:microsoft.com/office/officeart/2018/2/layout/IconVerticalSolidList"/>
    <dgm:cxn modelId="{52DBE0F3-67D6-40EE-8CA7-D641544221C8}" type="presParOf" srcId="{7077B92E-1B92-49A2-80A6-77A8B73B81FA}" destId="{B648537B-974E-460F-B7C9-E5404CCD8B9A}" srcOrd="1" destOrd="0" presId="urn:microsoft.com/office/officeart/2018/2/layout/IconVerticalSolidList"/>
    <dgm:cxn modelId="{840A8ED1-D7AE-4B50-9621-479FDBC9E7CA}" type="presParOf" srcId="{7077B92E-1B92-49A2-80A6-77A8B73B81FA}" destId="{AE33ADCC-5CEF-477B-85EC-8D4AD5C133AF}" srcOrd="2" destOrd="0" presId="urn:microsoft.com/office/officeart/2018/2/layout/IconVerticalSolidList"/>
    <dgm:cxn modelId="{FB9CC8F1-9D08-44BE-8005-F8DF87A279FD}" type="presParOf" srcId="{7077B92E-1B92-49A2-80A6-77A8B73B81FA}" destId="{DCF36DB1-61C2-4209-A2BB-AFE71207D24E}" srcOrd="3" destOrd="0" presId="urn:microsoft.com/office/officeart/2018/2/layout/IconVerticalSolidList"/>
    <dgm:cxn modelId="{F445F92A-DFA9-4982-990D-3FAF30380981}" type="presParOf" srcId="{A1F115E1-372B-487D-966B-A998577392BE}" destId="{EFAE433F-2603-4F6B-A212-CDAFF7432C4D}" srcOrd="3" destOrd="0" presId="urn:microsoft.com/office/officeart/2018/2/layout/IconVerticalSolidList"/>
    <dgm:cxn modelId="{AD4814BF-EC8B-40A0-8B4F-FD5829037464}" type="presParOf" srcId="{A1F115E1-372B-487D-966B-A998577392BE}" destId="{AB1BDDAB-9537-4CE3-951F-6195F41160AA}" srcOrd="4" destOrd="0" presId="urn:microsoft.com/office/officeart/2018/2/layout/IconVerticalSolidList"/>
    <dgm:cxn modelId="{FCFFB42D-211B-4663-AB7B-FA326C7D5236}" type="presParOf" srcId="{AB1BDDAB-9537-4CE3-951F-6195F41160AA}" destId="{B8BEF666-A7C8-4F9E-A11B-9D3AE2B064B1}" srcOrd="0" destOrd="0" presId="urn:microsoft.com/office/officeart/2018/2/layout/IconVerticalSolidList"/>
    <dgm:cxn modelId="{82A4A8F7-334C-4E58-9819-AF2EF2C424E9}" type="presParOf" srcId="{AB1BDDAB-9537-4CE3-951F-6195F41160AA}" destId="{551928A3-2121-4D42-846C-6CEF01C2861D}" srcOrd="1" destOrd="0" presId="urn:microsoft.com/office/officeart/2018/2/layout/IconVerticalSolidList"/>
    <dgm:cxn modelId="{68EA16F2-5EEB-45F6-956C-E48EE9CBEA1A}" type="presParOf" srcId="{AB1BDDAB-9537-4CE3-951F-6195F41160AA}" destId="{8646094C-3458-47F7-AFE5-7A0C7C1BD5CD}" srcOrd="2" destOrd="0" presId="urn:microsoft.com/office/officeart/2018/2/layout/IconVerticalSolidList"/>
    <dgm:cxn modelId="{9AA906CE-4C29-4D4F-A2F8-1D5B83E38114}" type="presParOf" srcId="{AB1BDDAB-9537-4CE3-951F-6195F41160AA}" destId="{6C318615-D236-4A5B-879B-CCC948A97904}" srcOrd="3" destOrd="0" presId="urn:microsoft.com/office/officeart/2018/2/layout/IconVerticalSolidList"/>
    <dgm:cxn modelId="{BEF64D87-EA81-4445-A9F5-45435CD0C687}" type="presParOf" srcId="{A1F115E1-372B-487D-966B-A998577392BE}" destId="{3444944C-7B15-423E-9DD7-EC0DF5A2236D}" srcOrd="5" destOrd="0" presId="urn:microsoft.com/office/officeart/2018/2/layout/IconVerticalSolidList"/>
    <dgm:cxn modelId="{F582859C-CBD7-4B07-9EB1-794C9E1600A5}" type="presParOf" srcId="{A1F115E1-372B-487D-966B-A998577392BE}" destId="{BD835E9D-5760-4141-B849-CA3828FE2E76}" srcOrd="6" destOrd="0" presId="urn:microsoft.com/office/officeart/2018/2/layout/IconVerticalSolidList"/>
    <dgm:cxn modelId="{56E612B7-C082-4006-9B63-46D36AD0B45F}" type="presParOf" srcId="{BD835E9D-5760-4141-B849-CA3828FE2E76}" destId="{E59B3D0C-55DF-4BDE-BAE0-FC3D57A9210F}" srcOrd="0" destOrd="0" presId="urn:microsoft.com/office/officeart/2018/2/layout/IconVerticalSolidList"/>
    <dgm:cxn modelId="{16308C30-888E-4542-9D76-2E6EACD00254}" type="presParOf" srcId="{BD835E9D-5760-4141-B849-CA3828FE2E76}" destId="{3FE206C2-63AF-42A5-9F22-2597CB1E2787}" srcOrd="1" destOrd="0" presId="urn:microsoft.com/office/officeart/2018/2/layout/IconVerticalSolidList"/>
    <dgm:cxn modelId="{63312CDF-7AE6-461D-B243-5F8A8919D88A}" type="presParOf" srcId="{BD835E9D-5760-4141-B849-CA3828FE2E76}" destId="{BF2AD6E9-853C-48E8-9E9A-B896BB144AD2}" srcOrd="2" destOrd="0" presId="urn:microsoft.com/office/officeart/2018/2/layout/IconVerticalSolidList"/>
    <dgm:cxn modelId="{C944E138-A01D-4449-B719-CB1B0BA8B530}" type="presParOf" srcId="{BD835E9D-5760-4141-B849-CA3828FE2E76}" destId="{B571D805-0D63-4EDA-BFF8-8050550E54F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5690F-8F39-43EE-99BD-E5E888B717BB}">
      <dsp:nvSpPr>
        <dsp:cNvPr id="0" name=""/>
        <dsp:cNvSpPr/>
      </dsp:nvSpPr>
      <dsp:spPr>
        <a:xfrm>
          <a:off x="0" y="0"/>
          <a:ext cx="12618720" cy="143633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Timely response to official emails</a:t>
          </a:r>
        </a:p>
      </dsp:txBody>
      <dsp:txXfrm>
        <a:off x="42069" y="42069"/>
        <a:ext cx="10947426" cy="1352201"/>
      </dsp:txXfrm>
    </dsp:sp>
    <dsp:sp modelId="{11EE1641-707F-4048-8F02-FFECD71B4689}">
      <dsp:nvSpPr>
        <dsp:cNvPr id="0" name=""/>
        <dsp:cNvSpPr/>
      </dsp:nvSpPr>
      <dsp:spPr>
        <a:xfrm>
          <a:off x="1056817" y="1697492"/>
          <a:ext cx="12618720" cy="1436339"/>
        </a:xfrm>
        <a:prstGeom prst="roundRect">
          <a:avLst>
            <a:gd name="adj" fmla="val 100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DSR submission mandatory (non-batch days)</a:t>
          </a:r>
        </a:p>
      </dsp:txBody>
      <dsp:txXfrm>
        <a:off x="1098886" y="1739561"/>
        <a:ext cx="10544143" cy="1352201"/>
      </dsp:txXfrm>
    </dsp:sp>
    <dsp:sp modelId="{AC4FD20C-ED90-4D43-8E07-E3C32C40F842}">
      <dsp:nvSpPr>
        <dsp:cNvPr id="0" name=""/>
        <dsp:cNvSpPr/>
      </dsp:nvSpPr>
      <dsp:spPr>
        <a:xfrm>
          <a:off x="2097862" y="3394984"/>
          <a:ext cx="12618720" cy="1436339"/>
        </a:xfrm>
        <a:prstGeom prst="roundRect">
          <a:avLst>
            <a:gd name="adj" fmla="val 100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BRR submission mandatory before scheduled batches</a:t>
          </a:r>
        </a:p>
      </dsp:txBody>
      <dsp:txXfrm>
        <a:off x="2139931" y="3437053"/>
        <a:ext cx="10559916" cy="1352201"/>
      </dsp:txXfrm>
    </dsp:sp>
    <dsp:sp modelId="{D844C939-5A8D-4E88-9D7F-BB90F493B011}">
      <dsp:nvSpPr>
        <dsp:cNvPr id="0" name=""/>
        <dsp:cNvSpPr/>
      </dsp:nvSpPr>
      <dsp:spPr>
        <a:xfrm>
          <a:off x="3154680" y="5092476"/>
          <a:ext cx="12618720" cy="1436339"/>
        </a:xfrm>
        <a:prstGeom prst="roundRect">
          <a:avLst>
            <a:gd name="adj" fmla="val 1000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Delays will result in a nudge</a:t>
          </a:r>
        </a:p>
      </dsp:txBody>
      <dsp:txXfrm>
        <a:off x="3196749" y="5134545"/>
        <a:ext cx="10544143" cy="1352201"/>
      </dsp:txXfrm>
    </dsp:sp>
    <dsp:sp modelId="{43A27D10-C3DF-4437-835E-20A06BFAC5D7}">
      <dsp:nvSpPr>
        <dsp:cNvPr id="0" name=""/>
        <dsp:cNvSpPr/>
      </dsp:nvSpPr>
      <dsp:spPr>
        <a:xfrm>
          <a:off x="11685099" y="1100105"/>
          <a:ext cx="933620" cy="933620"/>
        </a:xfrm>
        <a:prstGeom prst="downArrow">
          <a:avLst>
            <a:gd name="adj1" fmla="val 55000"/>
            <a:gd name="adj2" fmla="val 45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1895163" y="1100105"/>
        <a:ext cx="513492" cy="702549"/>
      </dsp:txXfrm>
    </dsp:sp>
    <dsp:sp modelId="{2794EA5D-041B-4633-9986-6D3C199384A3}">
      <dsp:nvSpPr>
        <dsp:cNvPr id="0" name=""/>
        <dsp:cNvSpPr/>
      </dsp:nvSpPr>
      <dsp:spPr>
        <a:xfrm>
          <a:off x="12741917" y="2797597"/>
          <a:ext cx="933620" cy="933620"/>
        </a:xfrm>
        <a:prstGeom prst="downArrow">
          <a:avLst>
            <a:gd name="adj1" fmla="val 55000"/>
            <a:gd name="adj2" fmla="val 45000"/>
          </a:avLst>
        </a:prstGeom>
        <a:solidFill>
          <a:schemeClr val="accent5">
            <a:tint val="40000"/>
            <a:alpha val="90000"/>
            <a:hueOff val="-5370241"/>
            <a:satOff val="24126"/>
            <a:lumOff val="1658"/>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2951981" y="2797597"/>
        <a:ext cx="513492" cy="702549"/>
      </dsp:txXfrm>
    </dsp:sp>
    <dsp:sp modelId="{4B48D83E-CEF1-4DBF-BC13-52714A7C2261}">
      <dsp:nvSpPr>
        <dsp:cNvPr id="0" name=""/>
        <dsp:cNvSpPr/>
      </dsp:nvSpPr>
      <dsp:spPr>
        <a:xfrm>
          <a:off x="13782961" y="4495089"/>
          <a:ext cx="933620" cy="933620"/>
        </a:xfrm>
        <a:prstGeom prst="downArrow">
          <a:avLst>
            <a:gd name="adj1" fmla="val 55000"/>
            <a:gd name="adj2" fmla="val 45000"/>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3993025" y="4495089"/>
        <a:ext cx="513492" cy="7025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247E53-18E3-4D33-B9AC-04BCA0ACAF96}">
      <dsp:nvSpPr>
        <dsp:cNvPr id="0" name=""/>
        <dsp:cNvSpPr/>
      </dsp:nvSpPr>
      <dsp:spPr>
        <a:xfrm>
          <a:off x="0" y="347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08F516-F7E6-4EA7-9E63-213F3EBF8AB5}">
      <dsp:nvSpPr>
        <dsp:cNvPr id="0" name=""/>
        <dsp:cNvSpPr/>
      </dsp:nvSpPr>
      <dsp:spPr>
        <a:xfrm>
          <a:off x="533486" y="400287"/>
          <a:ext cx="969975" cy="9699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4B416D-916B-492E-8C81-1C1E0904E244}">
      <dsp:nvSpPr>
        <dsp:cNvPr id="0" name=""/>
        <dsp:cNvSpPr/>
      </dsp:nvSpPr>
      <dsp:spPr>
        <a:xfrm>
          <a:off x="2036948" y="347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100000"/>
            </a:lnSpc>
            <a:spcBef>
              <a:spcPct val="0"/>
            </a:spcBef>
            <a:spcAft>
              <a:spcPct val="35000"/>
            </a:spcAft>
            <a:buNone/>
          </a:pPr>
          <a:r>
            <a:rPr lang="en-US" sz="2200" kern="1200"/>
            <a:t>Single DSR email thread</a:t>
          </a:r>
        </a:p>
      </dsp:txBody>
      <dsp:txXfrm>
        <a:off x="2036948" y="3479"/>
        <a:ext cx="7330949" cy="1763591"/>
      </dsp:txXfrm>
    </dsp:sp>
    <dsp:sp modelId="{CAD7A3B9-7943-473D-A261-FD3C684BAC91}">
      <dsp:nvSpPr>
        <dsp:cNvPr id="0" name=""/>
        <dsp:cNvSpPr/>
      </dsp:nvSpPr>
      <dsp:spPr>
        <a:xfrm>
          <a:off x="0" y="220796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48537B-974E-460F-B7C9-E5404CCD8B9A}">
      <dsp:nvSpPr>
        <dsp:cNvPr id="0" name=""/>
        <dsp:cNvSpPr/>
      </dsp:nvSpPr>
      <dsp:spPr>
        <a:xfrm>
          <a:off x="533486" y="2604777"/>
          <a:ext cx="969975" cy="9699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F36DB1-61C2-4209-A2BB-AFE71207D24E}">
      <dsp:nvSpPr>
        <dsp:cNvPr id="0" name=""/>
        <dsp:cNvSpPr/>
      </dsp:nvSpPr>
      <dsp:spPr>
        <a:xfrm>
          <a:off x="2036948" y="220796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100000"/>
            </a:lnSpc>
            <a:spcBef>
              <a:spcPct val="0"/>
            </a:spcBef>
            <a:spcAft>
              <a:spcPct val="35000"/>
            </a:spcAft>
            <a:buNone/>
          </a:pPr>
          <a:r>
            <a:rPr lang="en-US" sz="2200" kern="1200"/>
            <a:t>DSR reflects actual work and challenges</a:t>
          </a:r>
        </a:p>
      </dsp:txBody>
      <dsp:txXfrm>
        <a:off x="2036948" y="2207969"/>
        <a:ext cx="7330949" cy="1763591"/>
      </dsp:txXfrm>
    </dsp:sp>
    <dsp:sp modelId="{B8BEF666-A7C8-4F9E-A11B-9D3AE2B064B1}">
      <dsp:nvSpPr>
        <dsp:cNvPr id="0" name=""/>
        <dsp:cNvSpPr/>
      </dsp:nvSpPr>
      <dsp:spPr>
        <a:xfrm>
          <a:off x="0" y="441245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1928A3-2121-4D42-846C-6CEF01C2861D}">
      <dsp:nvSpPr>
        <dsp:cNvPr id="0" name=""/>
        <dsp:cNvSpPr/>
      </dsp:nvSpPr>
      <dsp:spPr>
        <a:xfrm>
          <a:off x="533486" y="4809267"/>
          <a:ext cx="969975" cy="9699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318615-D236-4A5B-879B-CCC948A97904}">
      <dsp:nvSpPr>
        <dsp:cNvPr id="0" name=""/>
        <dsp:cNvSpPr/>
      </dsp:nvSpPr>
      <dsp:spPr>
        <a:xfrm>
          <a:off x="2036948" y="441245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100000"/>
            </a:lnSpc>
            <a:spcBef>
              <a:spcPct val="0"/>
            </a:spcBef>
            <a:spcAft>
              <a:spcPct val="35000"/>
            </a:spcAft>
            <a:buNone/>
          </a:pPr>
          <a:r>
            <a:rPr lang="en-US" sz="2200" kern="1200"/>
            <a:t>No side conversations or politics</a:t>
          </a:r>
        </a:p>
      </dsp:txBody>
      <dsp:txXfrm>
        <a:off x="2036948" y="4412459"/>
        <a:ext cx="7330949" cy="1763591"/>
      </dsp:txXfrm>
    </dsp:sp>
    <dsp:sp modelId="{E59B3D0C-55DF-4BDE-BAE0-FC3D57A9210F}">
      <dsp:nvSpPr>
        <dsp:cNvPr id="0" name=""/>
        <dsp:cNvSpPr/>
      </dsp:nvSpPr>
      <dsp:spPr>
        <a:xfrm>
          <a:off x="0" y="661694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E206C2-63AF-42A5-9F22-2597CB1E2787}">
      <dsp:nvSpPr>
        <dsp:cNvPr id="0" name=""/>
        <dsp:cNvSpPr/>
      </dsp:nvSpPr>
      <dsp:spPr>
        <a:xfrm>
          <a:off x="533486" y="7013757"/>
          <a:ext cx="969975" cy="9699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71D805-0D63-4EDA-BFF8-8050550E54F8}">
      <dsp:nvSpPr>
        <dsp:cNvPr id="0" name=""/>
        <dsp:cNvSpPr/>
      </dsp:nvSpPr>
      <dsp:spPr>
        <a:xfrm>
          <a:off x="2036948" y="661694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100000"/>
            </a:lnSpc>
            <a:spcBef>
              <a:spcPct val="0"/>
            </a:spcBef>
            <a:spcAft>
              <a:spcPct val="35000"/>
            </a:spcAft>
            <a:buNone/>
          </a:pPr>
          <a:r>
            <a:rPr lang="en-US" sz="2200" kern="1200"/>
            <a:t>Manager looped on HR emails</a:t>
          </a:r>
        </a:p>
      </dsp:txBody>
      <dsp:txXfrm>
        <a:off x="2036948" y="6616949"/>
        <a:ext cx="7330949" cy="176359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1EE9B-AAD3-4A24-B5D2-1C770A702003}"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1980BB-B54A-4961-B2A5-1D4732AE0224}" type="slidenum">
              <a:rPr lang="en-IN" smtClean="0"/>
              <a:t>‹#›</a:t>
            </a:fld>
            <a:endParaRPr lang="en-IN"/>
          </a:p>
        </p:txBody>
      </p:sp>
    </p:spTree>
    <p:extLst>
      <p:ext uri="{BB962C8B-B14F-4D97-AF65-F5344CB8AC3E}">
        <p14:creationId xmlns:p14="http://schemas.microsoft.com/office/powerpoint/2010/main" val="3265361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begin with a simple question. When a trainer walks into a classroom, how long do you think it takes for the audience to decide whether the trainer actually knows the subject? (pause) Not an hour… not even fifteen minutes… usually within the first five minutes the room already knows. The confidence, the explanation flow, the way the trainer connects ideas — all of that becomes visible very quickly. And that’s exactly why we are here today. This huddle is not about reviewing slides or filling reports; this is about making sure our </a:t>
            </a:r>
            <a:r>
              <a:rPr lang="en-US" b="1" dirty="0"/>
              <a:t>delivery as a team becomes predictable and confident</a:t>
            </a:r>
            <a:r>
              <a:rPr lang="en-US" dirty="0"/>
              <a:t>. Over the last few weeks we’ve been stabilizing mocks, improving explanations, tightening preparation. Now the next step is moving into </a:t>
            </a:r>
            <a:r>
              <a:rPr lang="en-US" b="1" dirty="0"/>
              <a:t>consistent execution</a:t>
            </a:r>
            <a:r>
              <a:rPr lang="en-US" dirty="0"/>
              <a:t>. So today we align on mock outcomes, confirm the April roadmap, lock certification and webinar timelines, and agree on governance cadence. Think of this like a </a:t>
            </a:r>
            <a:r>
              <a:rPr lang="en-US" b="1" dirty="0"/>
              <a:t>pit stop in a racing strategy</a:t>
            </a:r>
            <a:r>
              <a:rPr lang="en-US" dirty="0"/>
              <a:t> — quick alignment, tighten the bolts, and then we accelerate again. Are you with me?</a:t>
            </a:r>
          </a:p>
        </p:txBody>
      </p:sp>
      <p:sp>
        <p:nvSpPr>
          <p:cNvPr id="4" name="Slide Number Placeholder 3"/>
          <p:cNvSpPr>
            <a:spLocks noGrp="1"/>
          </p:cNvSpPr>
          <p:nvPr>
            <p:ph type="sldNum" sz="quarter" idx="5"/>
          </p:nvPr>
        </p:nvSpPr>
        <p:spPr/>
        <p:txBody>
          <a:bodyPr/>
          <a:lstStyle/>
          <a:p>
            <a:fld id="{BE1980BB-B54A-4961-B2A5-1D4732AE0224}" type="slidenum">
              <a:rPr lang="en-IN" smtClean="0"/>
              <a:t>1</a:t>
            </a:fld>
            <a:endParaRPr lang="en-IN"/>
          </a:p>
        </p:txBody>
      </p:sp>
    </p:spTree>
    <p:extLst>
      <p:ext uri="{BB962C8B-B14F-4D97-AF65-F5344CB8AC3E}">
        <p14:creationId xmlns:p14="http://schemas.microsoft.com/office/powerpoint/2010/main" val="233875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starting a meeting without knowing what decisions need to come out of it. The conversation may feel productive, but when it ends everyone still wonders what exactly they should do next. That’s why the flow of this huddle is very intentional. We begin by reviewing </a:t>
            </a:r>
            <a:r>
              <a:rPr lang="en-US" b="1" dirty="0"/>
              <a:t>latest mock outcomes</a:t>
            </a:r>
            <a:r>
              <a:rPr lang="en-US" dirty="0"/>
              <a:t>, because that tells us where delivery readiness actually stands today. Then we look at </a:t>
            </a:r>
            <a:r>
              <a:rPr lang="en-US" b="1" dirty="0"/>
              <a:t>next steps and tracking</a:t>
            </a:r>
            <a:r>
              <a:rPr lang="en-US" dirty="0"/>
              <a:t>, so progress becomes measurable instead of vague. After that we discuss </a:t>
            </a:r>
            <a:r>
              <a:rPr lang="en-US" b="1" dirty="0"/>
              <a:t>communication and delivery discipline</a:t>
            </a:r>
            <a:r>
              <a:rPr lang="en-US" dirty="0"/>
              <a:t>, because strong knowledge can still fail if explanations are unclear. From there we move to the </a:t>
            </a:r>
            <a:r>
              <a:rPr lang="en-US" b="1" dirty="0"/>
              <a:t>April roadmap</a:t>
            </a:r>
            <a:r>
              <a:rPr lang="en-US" dirty="0"/>
              <a:t>, aligning milestones and ownership. And finally we lock </a:t>
            </a:r>
            <a:r>
              <a:rPr lang="en-US" b="1" dirty="0"/>
              <a:t>certification and webinar governance</a:t>
            </a:r>
            <a:r>
              <a:rPr lang="en-US" dirty="0"/>
              <a:t>, ensuring growth and visibility continue. The idea is simple — by the end of this meeting, nobody should leave wondering what their next action is. That clarity is the real outcome of this session.</a:t>
            </a:r>
          </a:p>
        </p:txBody>
      </p:sp>
      <p:sp>
        <p:nvSpPr>
          <p:cNvPr id="4" name="Slide Number Placeholder 3"/>
          <p:cNvSpPr>
            <a:spLocks noGrp="1"/>
          </p:cNvSpPr>
          <p:nvPr>
            <p:ph type="sldNum" sz="quarter" idx="5"/>
          </p:nvPr>
        </p:nvSpPr>
        <p:spPr/>
        <p:txBody>
          <a:bodyPr/>
          <a:lstStyle/>
          <a:p>
            <a:fld id="{BE1980BB-B54A-4961-B2A5-1D4732AE0224}" type="slidenum">
              <a:rPr lang="en-IN" smtClean="0"/>
              <a:t>2</a:t>
            </a:fld>
            <a:endParaRPr lang="en-IN"/>
          </a:p>
        </p:txBody>
      </p:sp>
    </p:spTree>
    <p:extLst>
      <p:ext uri="{BB962C8B-B14F-4D97-AF65-F5344CB8AC3E}">
        <p14:creationId xmlns:p14="http://schemas.microsoft.com/office/powerpoint/2010/main" val="2423402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step back for a moment and look at the bigger picture. Over the last month our team has been in what I call the </a:t>
            </a:r>
            <a:r>
              <a:rPr lang="en-US" b="1" dirty="0"/>
              <a:t>stabilization phase</a:t>
            </a:r>
            <a:r>
              <a:rPr lang="en-US" dirty="0"/>
              <a:t>. Mocks were happening, communication patterns were being observed, explanations were being corrected. But stabilization alone is not the goal. The real goal is </a:t>
            </a:r>
            <a:r>
              <a:rPr lang="en-US" b="1" dirty="0"/>
              <a:t>predictable delivery</a:t>
            </a:r>
            <a:r>
              <a:rPr lang="en-US" dirty="0"/>
              <a:t>. Predictable delivery means when a trainer from our team walks into any classroom, the session feels structured, calm, and professional. The opening makes sense, the explanation flows logically, the demo connects to the concept, and the recap closes the loop. That kind of delivery does not happen randomly; it happens when the team focuses on three things: </a:t>
            </a:r>
            <a:r>
              <a:rPr lang="en-US" b="1" dirty="0"/>
              <a:t>stable mock outcomes, disciplined communication, and visible execution standards</a:t>
            </a:r>
            <a:r>
              <a:rPr lang="en-US" dirty="0"/>
              <a:t>. Over the next thirty days those three pillars will define our improvement focus.</a:t>
            </a:r>
          </a:p>
        </p:txBody>
      </p:sp>
      <p:sp>
        <p:nvSpPr>
          <p:cNvPr id="4" name="Slide Number Placeholder 3"/>
          <p:cNvSpPr>
            <a:spLocks noGrp="1"/>
          </p:cNvSpPr>
          <p:nvPr>
            <p:ph type="sldNum" sz="quarter" idx="5"/>
          </p:nvPr>
        </p:nvSpPr>
        <p:spPr/>
        <p:txBody>
          <a:bodyPr/>
          <a:lstStyle/>
          <a:p>
            <a:fld id="{BE1980BB-B54A-4961-B2A5-1D4732AE0224}" type="slidenum">
              <a:rPr lang="en-IN" smtClean="0"/>
              <a:t>3</a:t>
            </a:fld>
            <a:endParaRPr lang="en-IN"/>
          </a:p>
        </p:txBody>
      </p:sp>
    </p:spTree>
    <p:extLst>
      <p:ext uri="{BB962C8B-B14F-4D97-AF65-F5344CB8AC3E}">
        <p14:creationId xmlns:p14="http://schemas.microsoft.com/office/powerpoint/2010/main" val="265284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ask something practical. Why do we conduct mock sessions at all? Not because we doubt someone’s knowledge. Mocks exist because delivery problems are much easier to fix </a:t>
            </a:r>
            <a:r>
              <a:rPr lang="en-US" b="1" dirty="0"/>
              <a:t>before the real classroom happens</a:t>
            </a:r>
            <a:r>
              <a:rPr lang="en-US" dirty="0"/>
              <a:t>. They act like an early warning system. A mock reveals where explanations become unclear, where transitions break, where pacing becomes uneven. And the earlier we detect those signals, the easier it is to correct them. So when we review mock outcomes today, the intention is not criticism. The intention is </a:t>
            </a:r>
            <a:r>
              <a:rPr lang="en-US" b="1" dirty="0"/>
              <a:t>course correction</a:t>
            </a:r>
            <a:r>
              <a:rPr lang="en-US" dirty="0"/>
              <a:t> while improvement is still easy.</a:t>
            </a:r>
          </a:p>
          <a:p>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4</a:t>
            </a:fld>
            <a:endParaRPr lang="en-IN"/>
          </a:p>
        </p:txBody>
      </p:sp>
    </p:spTree>
    <p:extLst>
      <p:ext uri="{BB962C8B-B14F-4D97-AF65-F5344CB8AC3E}">
        <p14:creationId xmlns:p14="http://schemas.microsoft.com/office/powerpoint/2010/main" val="1722066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Abhinav’s mock. One thing that stood out positively was that the </a:t>
            </a:r>
            <a:r>
              <a:rPr lang="en-US" b="1" dirty="0"/>
              <a:t>Fabric fundamentals were conceptually clear</a:t>
            </a:r>
            <a:r>
              <a:rPr lang="en-US" dirty="0"/>
              <a:t>. That is a good sign, because architecture topics can easily become confusing if the mental model is not solid. Another positive indicator was coachability — the ability to absorb feedback and adjust explanations quickly. But we also identified a few areas where delivery must become sharper. Definitions need to become </a:t>
            </a:r>
            <a:r>
              <a:rPr lang="en-US" b="1" dirty="0"/>
              <a:t>short, precise, and confident</a:t>
            </a:r>
            <a:r>
              <a:rPr lang="en-US" dirty="0"/>
              <a:t>, ideally landing within fifteen seconds. Another improvement area is the use of </a:t>
            </a:r>
            <a:r>
              <a:rPr lang="en-US" b="1" dirty="0"/>
              <a:t>bridge transitions</a:t>
            </a:r>
            <a:r>
              <a:rPr lang="en-US" dirty="0"/>
              <a:t> — those small lines that connect one idea to the next so the audience never feels lost. And during labs the narration must follow a clean structure: </a:t>
            </a:r>
            <a:r>
              <a:rPr lang="en-US" b="1" dirty="0"/>
              <a:t>Goal → Steps → Verify → Next</a:t>
            </a:r>
            <a:r>
              <a:rPr lang="en-US" dirty="0"/>
              <a:t>. That loop keeps the audience aligned with the purpose of the demonstration instead of just watching clicks. The decision here is straightforward: focused practice and a re-mock within the next week.</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5</a:t>
            </a:fld>
            <a:endParaRPr lang="en-IN"/>
          </a:p>
        </p:txBody>
      </p:sp>
    </p:spTree>
    <p:extLst>
      <p:ext uri="{BB962C8B-B14F-4D97-AF65-F5344CB8AC3E}">
        <p14:creationId xmlns:p14="http://schemas.microsoft.com/office/powerpoint/2010/main" val="845639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Niharika’s mock. Since she is early in the team journey, the evaluation lens is slightly different. What we observed positively was a </a:t>
            </a:r>
            <a:r>
              <a:rPr lang="en-US" b="1" dirty="0"/>
              <a:t>calm delivery tone and good use of slide annotations</a:t>
            </a:r>
            <a:r>
              <a:rPr lang="en-US" dirty="0"/>
              <a:t>, which actually indicates strong presentation instincts. However, fundamentals training depends heavily on </a:t>
            </a:r>
            <a:r>
              <a:rPr lang="en-US" b="1" dirty="0"/>
              <a:t>definition accuracy</a:t>
            </a:r>
            <a:r>
              <a:rPr lang="en-US" dirty="0"/>
              <a:t>. Terms like Entity, Attribute, ACID, and ETL must be explained with absolute clarity. When these definitions are crisp, the rest of the explanation naturally becomes easier for the audience to follow. Another improvement area is avoiding slide reading. Slides should support the explanation, not replace it. And one useful habit every trainer should develop is the use of </a:t>
            </a:r>
            <a:r>
              <a:rPr lang="en-US" b="1" dirty="0"/>
              <a:t>buy-time lines</a:t>
            </a:r>
            <a:r>
              <a:rPr lang="en-US" dirty="0"/>
              <a:t> — those short phrases that give the brain a moment to organize the explanation. With consistent practice, these small adjustments will make the delivery much more structured.</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6</a:t>
            </a:fld>
            <a:endParaRPr lang="en-IN"/>
          </a:p>
        </p:txBody>
      </p:sp>
    </p:spTree>
    <p:extLst>
      <p:ext uri="{BB962C8B-B14F-4D97-AF65-F5344CB8AC3E}">
        <p14:creationId xmlns:p14="http://schemas.microsoft.com/office/powerpoint/2010/main" val="4212753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pause here for a moment. Whenever we review mock feedback, it’s important that everyone understands not just what needs improvement, but also </a:t>
            </a:r>
            <a:r>
              <a:rPr lang="en-US" b="1" dirty="0"/>
              <a:t>why it matters for delivery quality</a:t>
            </a:r>
            <a:r>
              <a:rPr lang="en-US" dirty="0"/>
              <a:t>. So if something in the feedback feels unclear, this is the right time to ask. Are there any questions about the mock observations before we move forward?</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7</a:t>
            </a:fld>
            <a:endParaRPr lang="en-IN"/>
          </a:p>
        </p:txBody>
      </p:sp>
    </p:spTree>
    <p:extLst>
      <p:ext uri="{BB962C8B-B14F-4D97-AF65-F5344CB8AC3E}">
        <p14:creationId xmlns:p14="http://schemas.microsoft.com/office/powerpoint/2010/main" val="4252261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looked at readiness signals, the next step is understanding how we strengthen delivery discipline across the team. Technical knowledge alone does not guarantee a strong session. The real difference appears in </a:t>
            </a:r>
            <a:r>
              <a:rPr lang="en-US" b="1" dirty="0"/>
              <a:t>how knowledge is structured and communicated</a:t>
            </a:r>
            <a:r>
              <a:rPr lang="en-US" dirty="0"/>
              <a:t>. That’s why the next few slides focus on delivery frameworks — small practices that make sessions clearer, more engaging, and easier for the audience to follow.</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8</a:t>
            </a:fld>
            <a:endParaRPr lang="en-IN"/>
          </a:p>
        </p:txBody>
      </p:sp>
    </p:spTree>
    <p:extLst>
      <p:ext uri="{BB962C8B-B14F-4D97-AF65-F5344CB8AC3E}">
        <p14:creationId xmlns:p14="http://schemas.microsoft.com/office/powerpoint/2010/main" val="626001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ask you something from your own experience. Have you ever attended a technical session where the trainer kept explaining concept after concept, and somewhere in the middle the audience slowly stopped following? That usually happens when explanations don’t have checkpoints. That’s why we follow the </a:t>
            </a:r>
            <a:r>
              <a:rPr lang="en-US" b="1" dirty="0"/>
              <a:t>10-5-1 delivery rhythm</a:t>
            </a:r>
            <a:r>
              <a:rPr lang="en-US" dirty="0"/>
              <a:t>. Ten minutes to explain the concept clearly. Five minutes to reinforce it using a diagram, example, or demonstration. And then one minute to recap what the audience should remember. That final one minute is extremely powerful because it resets everyone’s understanding before the session moves forward. During explanations, questions should be parked temporarily and addressed at logical checkpoints so the flow of learning stays intact.</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9</a:t>
            </a:fld>
            <a:endParaRPr lang="en-IN"/>
          </a:p>
        </p:txBody>
      </p:sp>
    </p:spTree>
    <p:extLst>
      <p:ext uri="{BB962C8B-B14F-4D97-AF65-F5344CB8AC3E}">
        <p14:creationId xmlns:p14="http://schemas.microsoft.com/office/powerpoint/2010/main" val="1244083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something subtle that separates average sessions from strong sessions — </a:t>
            </a:r>
            <a:r>
              <a:rPr lang="en-US" b="1" dirty="0"/>
              <a:t>voice discipline</a:t>
            </a:r>
            <a:r>
              <a:rPr lang="en-US" dirty="0"/>
              <a:t>. When trainers feel uncertain, the voice speeds up, filler words appear, and explanations become circular. But confident delivery follows a different rhythm. The voice stays calm, pauses appear naturally, and definitions land clearly. Slides should support the explanation, not control it. Instead of reading slides, the trainer should speak </a:t>
            </a:r>
            <a:r>
              <a:rPr lang="en-US" b="1" dirty="0"/>
              <a:t>around the slide</a:t>
            </a:r>
            <a:r>
              <a:rPr lang="en-US" dirty="0"/>
              <a:t>, expanding the idea in simple language while the slide acts as a visual anchor. Reducing fillers, tightening definitions, and maintaining clean transitions are small habits that dramatically improve delivery quality.</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10</a:t>
            </a:fld>
            <a:endParaRPr lang="en-IN"/>
          </a:p>
        </p:txBody>
      </p:sp>
    </p:spTree>
    <p:extLst>
      <p:ext uri="{BB962C8B-B14F-4D97-AF65-F5344CB8AC3E}">
        <p14:creationId xmlns:p14="http://schemas.microsoft.com/office/powerpoint/2010/main" val="169275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think about how most technical demos are usually delivered. The trainer starts clicking buttons and narrating steps. But the audience does not care about clicks; they care about </a:t>
            </a:r>
            <a:r>
              <a:rPr lang="en-US" b="1" dirty="0"/>
              <a:t>what the action achieves</a:t>
            </a:r>
            <a:r>
              <a:rPr lang="en-US" dirty="0"/>
              <a:t>. That’s why every lab demonstration must begin with a clear goal. Once the goal is clear, the steps make sense. After the steps we verify the outcome — row counts, status messages, logs, whatever confirms success. And finally we explain what that result enables next. This loop — </a:t>
            </a:r>
            <a:r>
              <a:rPr lang="en-US" b="1" dirty="0"/>
              <a:t>Goal → Steps → Verify → Next</a:t>
            </a:r>
            <a:r>
              <a:rPr lang="en-US" dirty="0"/>
              <a:t> — transforms a simple demo into a learning experience.</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11</a:t>
            </a:fld>
            <a:endParaRPr lang="en-IN"/>
          </a:p>
        </p:txBody>
      </p:sp>
    </p:spTree>
    <p:extLst>
      <p:ext uri="{BB962C8B-B14F-4D97-AF65-F5344CB8AC3E}">
        <p14:creationId xmlns:p14="http://schemas.microsoft.com/office/powerpoint/2010/main" val="4066247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pause here for a moment. Delivery frameworks sound simple when we discuss them, but applying them consistently during a real session requires practice. If anything in the delivery structure feels unclear, this is the right time to raise it before we move into the governance section.</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12</a:t>
            </a:fld>
            <a:endParaRPr lang="en-IN"/>
          </a:p>
        </p:txBody>
      </p:sp>
    </p:spTree>
    <p:extLst>
      <p:ext uri="{BB962C8B-B14F-4D97-AF65-F5344CB8AC3E}">
        <p14:creationId xmlns:p14="http://schemas.microsoft.com/office/powerpoint/2010/main" val="3259248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discussed </a:t>
            </a:r>
            <a:r>
              <a:rPr lang="en-US" b="1" dirty="0"/>
              <a:t>how sessions should be delivered</a:t>
            </a:r>
            <a:r>
              <a:rPr lang="en-US" dirty="0"/>
              <a:t>. Now the next question becomes: how do we ensure the team keeps improving over time? That requires governance. Governance is not about control; it is about creating a system that ensures learning, preparation, and execution keep moving forward without depending on reminders.</a:t>
            </a:r>
          </a:p>
        </p:txBody>
      </p:sp>
      <p:sp>
        <p:nvSpPr>
          <p:cNvPr id="4" name="Slide Number Placeholder 3"/>
          <p:cNvSpPr>
            <a:spLocks noGrp="1"/>
          </p:cNvSpPr>
          <p:nvPr>
            <p:ph type="sldNum" sz="quarter" idx="5"/>
          </p:nvPr>
        </p:nvSpPr>
        <p:spPr/>
        <p:txBody>
          <a:bodyPr/>
          <a:lstStyle/>
          <a:p>
            <a:fld id="{BE1980BB-B54A-4961-B2A5-1D4732AE0224}" type="slidenum">
              <a:rPr lang="en-IN" smtClean="0"/>
              <a:t>13</a:t>
            </a:fld>
            <a:endParaRPr lang="en-IN"/>
          </a:p>
        </p:txBody>
      </p:sp>
    </p:spTree>
    <p:extLst>
      <p:ext uri="{BB962C8B-B14F-4D97-AF65-F5344CB8AC3E}">
        <p14:creationId xmlns:p14="http://schemas.microsoft.com/office/powerpoint/2010/main" val="32955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ask something directly. Why do certifications matter for trainers? Not because of the badge. Certifications force us to revisit concepts, update our knowledge, and close gaps we might not notice during normal preparation. That is why we follow a </a:t>
            </a:r>
            <a:r>
              <a:rPr lang="en-US" b="1" dirty="0"/>
              <a:t>45-day certification cycle</a:t>
            </a:r>
            <a:r>
              <a:rPr lang="en-US" dirty="0"/>
              <a:t>. Each trainer targets one certification within that period. The exam date should be locked early, preparation must be reviewed weekly, and readiness must cross ninety percent before any delivery responsibility is assigned.</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14</a:t>
            </a:fld>
            <a:endParaRPr lang="en-IN"/>
          </a:p>
        </p:txBody>
      </p:sp>
    </p:spTree>
    <p:extLst>
      <p:ext uri="{BB962C8B-B14F-4D97-AF65-F5344CB8AC3E}">
        <p14:creationId xmlns:p14="http://schemas.microsoft.com/office/powerpoint/2010/main" val="1963264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Certifications strengthen knowledge, but webinars strengthen </a:t>
            </a:r>
            <a:r>
              <a:rPr lang="en-US" b="1" dirty="0"/>
              <a:t>communication authority</a:t>
            </a:r>
            <a:r>
              <a:rPr lang="en-US" dirty="0"/>
              <a:t>. When you conduct webinars regularly, you learn how to handle audience questions, control pacing, and explain ideas clearly even under time pressure. That’s why each trainer should conduct </a:t>
            </a:r>
            <a:r>
              <a:rPr lang="en-US" b="1" dirty="0"/>
              <a:t>two webinars every month</a:t>
            </a:r>
            <a:r>
              <a:rPr lang="en-US" dirty="0"/>
              <a:t>. Slides must focus on audience value, rehearsals should happen before the session, and reflection notes should be written afterward so improvements become intentional.</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15</a:t>
            </a:fld>
            <a:endParaRPr lang="en-IN"/>
          </a:p>
        </p:txBody>
      </p:sp>
    </p:spTree>
    <p:extLst>
      <p:ext uri="{BB962C8B-B14F-4D97-AF65-F5344CB8AC3E}">
        <p14:creationId xmlns:p14="http://schemas.microsoft.com/office/powerpoint/2010/main" val="1124228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to the roadmap section, let me pause again. If there are any questions regarding certification timelines or webinar expectations, let’s address them now.</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16</a:t>
            </a:fld>
            <a:endParaRPr lang="en-IN"/>
          </a:p>
        </p:txBody>
      </p:sp>
    </p:spTree>
    <p:extLst>
      <p:ext uri="{BB962C8B-B14F-4D97-AF65-F5344CB8AC3E}">
        <p14:creationId xmlns:p14="http://schemas.microsoft.com/office/powerpoint/2010/main" val="597030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without milestones usually leads to confusion later. That’s why the next section focuses on the </a:t>
            </a:r>
            <a:r>
              <a:rPr lang="en-US" b="1" dirty="0"/>
              <a:t>April roadmap</a:t>
            </a:r>
            <a:r>
              <a:rPr lang="en-US" dirty="0"/>
              <a:t>, where we translate goals into clear execution checkpoints.</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17</a:t>
            </a:fld>
            <a:endParaRPr lang="en-IN"/>
          </a:p>
        </p:txBody>
      </p:sp>
    </p:spTree>
    <p:extLst>
      <p:ext uri="{BB962C8B-B14F-4D97-AF65-F5344CB8AC3E}">
        <p14:creationId xmlns:p14="http://schemas.microsoft.com/office/powerpoint/2010/main" val="1294125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Abhinav, April is focused on strengthening Fabric readiness. The immediate milestone is completing DP-700 preparation. Alongside that there will be two webinars and three mock sessions focused on architecture explanations and communication clarity. Once the mock readiness crosses ninety percent, we schedule an advanced delivery session to confirm that the improvements are stable.</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18</a:t>
            </a:fld>
            <a:endParaRPr lang="en-IN"/>
          </a:p>
        </p:txBody>
      </p:sp>
    </p:spTree>
    <p:extLst>
      <p:ext uri="{BB962C8B-B14F-4D97-AF65-F5344CB8AC3E}">
        <p14:creationId xmlns:p14="http://schemas.microsoft.com/office/powerpoint/2010/main" val="980099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Niharika, the roadmap emphasizes strong foundations. The first priority is clearing DP-900. Parallel to that, the next thirty days will strengthen SQL fundamentals. Internal mock sessions will help stabilize explanations, and a short micro-webinar will build early confidence in public delivery.</a:t>
            </a:r>
          </a:p>
          <a:p>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19</a:t>
            </a:fld>
            <a:endParaRPr lang="en-IN"/>
          </a:p>
        </p:txBody>
      </p:sp>
    </p:spTree>
    <p:extLst>
      <p:ext uri="{BB962C8B-B14F-4D97-AF65-F5344CB8AC3E}">
        <p14:creationId xmlns:p14="http://schemas.microsoft.com/office/powerpoint/2010/main" val="1248405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we move into governance tracking, let me pause again. If anything about the April milestones needs clarification, this is the right moment to discuss it.</a:t>
            </a:r>
          </a:p>
          <a:p>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20</a:t>
            </a:fld>
            <a:endParaRPr lang="en-IN"/>
          </a:p>
        </p:txBody>
      </p:sp>
    </p:spTree>
    <p:extLst>
      <p:ext uri="{BB962C8B-B14F-4D97-AF65-F5344CB8AC3E}">
        <p14:creationId xmlns:p14="http://schemas.microsoft.com/office/powerpoint/2010/main" val="4197858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becomes meaningful only when progress is visible. Without visibility, improvement remains subjective. That’s why the final section focuses on tracking and operational discipline.</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21</a:t>
            </a:fld>
            <a:endParaRPr lang="en-IN"/>
          </a:p>
        </p:txBody>
      </p:sp>
    </p:spTree>
    <p:extLst>
      <p:ext uri="{BB962C8B-B14F-4D97-AF65-F5344CB8AC3E}">
        <p14:creationId xmlns:p14="http://schemas.microsoft.com/office/powerpoint/2010/main" val="1689452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something that often feels small but actually defines professionalism — communication discipline. In training organizations, many decisions move through email, scheduling systems, or internal coordination messages. When those communications are delayed or ignored, the entire chain slows down. Think of it like airport operations — if one flight delays its departure updates, the entire schedule behind it starts shifting. The same principle applies here. That’s why timely responses to official communication are not optional habits; they are part of operational professionalism. Whether it’s an email regarding session preparation, trainer availability, or internal updates, the expectation is simple: acknowledge early, respond clearly, and keep the communication professional. When this habit becomes consistent, coordination becomes much smoother for everyone involved.</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22</a:t>
            </a:fld>
            <a:endParaRPr lang="en-IN"/>
          </a:p>
        </p:txBody>
      </p:sp>
    </p:spTree>
    <p:extLst>
      <p:ext uri="{BB962C8B-B14F-4D97-AF65-F5344CB8AC3E}">
        <p14:creationId xmlns:p14="http://schemas.microsoft.com/office/powerpoint/2010/main" val="3926444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into escalation discipline. Every professional environment needs a clear escalation structure, otherwise issues travel through random conversations and confusion grows quietly. The principle here is very simple. Conversations related to work must stay within the official communication loop. A single email thread should carry the context so nobody loses track of the discussion. The manager should be looped in where necessary so decisions remain transparent. And most importantly, we avoid side conversations that create misalignment or unnecessary speculation. Think of escalation like a structured highway system. When everyone uses the correct lanes, traffic moves smoothly. But if vehicles start switching randomly, congestion appears immediately. So escalation discipline is not about control — it’s about maintaining </a:t>
            </a:r>
            <a:r>
              <a:rPr lang="en-US" b="1" dirty="0"/>
              <a:t>clarity and fairness in communication</a:t>
            </a:r>
            <a:r>
              <a:rPr lang="en-US" dirty="0"/>
              <a:t>.</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23</a:t>
            </a:fld>
            <a:endParaRPr lang="en-IN"/>
          </a:p>
        </p:txBody>
      </p:sp>
    </p:spTree>
    <p:extLst>
      <p:ext uri="{BB962C8B-B14F-4D97-AF65-F5344CB8AC3E}">
        <p14:creationId xmlns:p14="http://schemas.microsoft.com/office/powerpoint/2010/main" val="2040556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talk about Daily Status Reports for a moment. Many teams treat DSRs as routine administrative tasks, but in reality they are one of the most valuable reflection tools for a trainer. When you write a DSR honestly, you capture what was learned, what preparation happened, what challenges appeared, and what still needs attention. Over time those reports create a timeline of growth. They help managers understand where support is needed and help trainers see how their preparation habits evolve. The key expectation here is accuracy. The report should reflect real effort and real challenges, not just generic statements. When DSRs are written with honesty and clarity, they become extremely useful for both accountability and mentorship.</a:t>
            </a:r>
          </a:p>
          <a:p>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24</a:t>
            </a:fld>
            <a:endParaRPr lang="en-IN"/>
          </a:p>
        </p:txBody>
      </p:sp>
    </p:spTree>
    <p:extLst>
      <p:ext uri="{BB962C8B-B14F-4D97-AF65-F5344CB8AC3E}">
        <p14:creationId xmlns:p14="http://schemas.microsoft.com/office/powerpoint/2010/main" val="2836813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something that experienced trainers eventually realize. The biggest delays in projects rarely come from lack of ability; they come from </a:t>
            </a:r>
            <a:r>
              <a:rPr lang="en-US" b="1" dirty="0"/>
              <a:t>late communication of problems</a:t>
            </a:r>
            <a:r>
              <a:rPr lang="en-US" dirty="0"/>
              <a:t>. When someone faces a difficulty but waits too long before raising it, the solution window becomes smaller. That’s why asking for help early is actually a professional strength. Whether the challenge is conceptual understanding, lab setup, environment issues, or delivery preparation — communicating early allows the team to solve the problem together. Think of it like navigation during a long drive. If you realize you took a wrong turn but keep driving silently, the correction becomes harder. But if you check the map immediately, the adjustment is quick and easy.</a:t>
            </a:r>
            <a:endParaRPr lang="en-IN" dirty="0"/>
          </a:p>
        </p:txBody>
      </p:sp>
      <p:sp>
        <p:nvSpPr>
          <p:cNvPr id="4" name="Slide Number Placeholder 3"/>
          <p:cNvSpPr>
            <a:spLocks noGrp="1"/>
          </p:cNvSpPr>
          <p:nvPr>
            <p:ph type="sldNum" sz="quarter" idx="5"/>
          </p:nvPr>
        </p:nvSpPr>
        <p:spPr/>
        <p:txBody>
          <a:bodyPr/>
          <a:lstStyle/>
          <a:p>
            <a:fld id="{BE1980BB-B54A-4961-B2A5-1D4732AE0224}" type="slidenum">
              <a:rPr lang="en-IN" smtClean="0"/>
              <a:t>25</a:t>
            </a:fld>
            <a:endParaRPr lang="en-IN"/>
          </a:p>
        </p:txBody>
      </p:sp>
    </p:spTree>
    <p:extLst>
      <p:ext uri="{BB962C8B-B14F-4D97-AF65-F5344CB8AC3E}">
        <p14:creationId xmlns:p14="http://schemas.microsoft.com/office/powerpoint/2010/main" val="985497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 me close the huddle with one simple reflection. Great trainers are not created overnight. They are built through consistent preparation, honest feedback, and disciplined execution. Over the coming weeks our focus will remain very clear. Stabilize mock outcomes. Strengthen concept clarity. Improve communication maturity. And maintain visible execution through certifications and webinars. When these pieces align, the team naturally moves from preparation mode to </a:t>
            </a:r>
            <a:r>
              <a:rPr lang="en-US" b="1" dirty="0"/>
              <a:t>confident delivery mode</a:t>
            </a:r>
            <a:r>
              <a:rPr lang="en-US" dirty="0"/>
              <a:t>. And that is the direction we are moving toward together. So let’s take the insights from today’s discussion and start executing the next phase with clarity and focus. </a:t>
            </a:r>
            <a:r>
              <a:rPr lang="en-US"/>
              <a:t>Alright — let’s begin.</a:t>
            </a:r>
          </a:p>
          <a:p>
            <a:endParaRPr lang="en-IN"/>
          </a:p>
        </p:txBody>
      </p:sp>
      <p:sp>
        <p:nvSpPr>
          <p:cNvPr id="4" name="Slide Number Placeholder 3"/>
          <p:cNvSpPr>
            <a:spLocks noGrp="1"/>
          </p:cNvSpPr>
          <p:nvPr>
            <p:ph type="sldNum" sz="quarter" idx="5"/>
          </p:nvPr>
        </p:nvSpPr>
        <p:spPr/>
        <p:txBody>
          <a:bodyPr/>
          <a:lstStyle/>
          <a:p>
            <a:fld id="{BE1980BB-B54A-4961-B2A5-1D4732AE0224}" type="slidenum">
              <a:rPr lang="en-IN" smtClean="0"/>
              <a:t>26</a:t>
            </a:fld>
            <a:endParaRPr lang="en-IN"/>
          </a:p>
        </p:txBody>
      </p:sp>
    </p:spTree>
    <p:extLst>
      <p:ext uri="{BB962C8B-B14F-4D97-AF65-F5344CB8AC3E}">
        <p14:creationId xmlns:p14="http://schemas.microsoft.com/office/powerpoint/2010/main" val="1473769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2.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svg"/><Relationship Id="rId2" Type="http://schemas.openxmlformats.org/officeDocument/2006/relationships/notesSlide" Target="../notesSlides/notesSlide3.xml"/><Relationship Id="rId16"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7.svg"/><Relationship Id="rId5" Type="http://schemas.openxmlformats.org/officeDocument/2006/relationships/image" Target="../media/image21.pn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svg"/><Relationship Id="rId9" Type="http://schemas.openxmlformats.org/officeDocument/2006/relationships/image" Target="../media/image25.svg"/><Relationship Id="rId14" Type="http://schemas.openxmlformats.org/officeDocument/2006/relationships/image" Target="../media/image30.png"/></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5.svg"/></Relationships>
</file>

<file path=ppt/slides/_rels/slide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40.png"/><Relationship Id="rId18" Type="http://schemas.openxmlformats.org/officeDocument/2006/relationships/image" Target="../media/image45.svg"/><Relationship Id="rId26" Type="http://schemas.openxmlformats.org/officeDocument/2006/relationships/image" Target="../media/image53.svg"/><Relationship Id="rId3" Type="http://schemas.openxmlformats.org/officeDocument/2006/relationships/image" Target="../media/image21.png"/><Relationship Id="rId21" Type="http://schemas.openxmlformats.org/officeDocument/2006/relationships/image" Target="../media/image48.png"/><Relationship Id="rId7" Type="http://schemas.openxmlformats.org/officeDocument/2006/relationships/image" Target="../media/image26.png"/><Relationship Id="rId12" Type="http://schemas.openxmlformats.org/officeDocument/2006/relationships/image" Target="../media/image39.sv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5.xml"/><Relationship Id="rId16" Type="http://schemas.openxmlformats.org/officeDocument/2006/relationships/image" Target="../media/image43.svg"/><Relationship Id="rId20" Type="http://schemas.openxmlformats.org/officeDocument/2006/relationships/image" Target="../media/image47.sv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38.png"/><Relationship Id="rId24" Type="http://schemas.openxmlformats.org/officeDocument/2006/relationships/image" Target="../media/image51.svg"/><Relationship Id="rId5" Type="http://schemas.openxmlformats.org/officeDocument/2006/relationships/image" Target="../media/image36.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20.svg"/><Relationship Id="rId10" Type="http://schemas.openxmlformats.org/officeDocument/2006/relationships/image" Target="../media/image31.svg"/><Relationship Id="rId19" Type="http://schemas.openxmlformats.org/officeDocument/2006/relationships/image" Target="../media/image46.png"/><Relationship Id="rId4" Type="http://schemas.openxmlformats.org/officeDocument/2006/relationships/image" Target="../media/image22.svg"/><Relationship Id="rId9" Type="http://schemas.openxmlformats.org/officeDocument/2006/relationships/image" Target="../media/image30.png"/><Relationship Id="rId14" Type="http://schemas.openxmlformats.org/officeDocument/2006/relationships/image" Target="../media/image41.svg"/><Relationship Id="rId22" Type="http://schemas.openxmlformats.org/officeDocument/2006/relationships/image" Target="../media/image49.svg"/><Relationship Id="rId27"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40.png"/><Relationship Id="rId18" Type="http://schemas.openxmlformats.org/officeDocument/2006/relationships/image" Target="../media/image45.svg"/><Relationship Id="rId26" Type="http://schemas.openxmlformats.org/officeDocument/2006/relationships/image" Target="../media/image53.svg"/><Relationship Id="rId3" Type="http://schemas.openxmlformats.org/officeDocument/2006/relationships/image" Target="../media/image21.png"/><Relationship Id="rId21" Type="http://schemas.openxmlformats.org/officeDocument/2006/relationships/image" Target="../media/image48.png"/><Relationship Id="rId7" Type="http://schemas.openxmlformats.org/officeDocument/2006/relationships/image" Target="../media/image26.png"/><Relationship Id="rId12" Type="http://schemas.openxmlformats.org/officeDocument/2006/relationships/image" Target="../media/image39.sv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6.xml"/><Relationship Id="rId16" Type="http://schemas.openxmlformats.org/officeDocument/2006/relationships/image" Target="../media/image43.svg"/><Relationship Id="rId20" Type="http://schemas.openxmlformats.org/officeDocument/2006/relationships/image" Target="../media/image47.sv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38.png"/><Relationship Id="rId24" Type="http://schemas.openxmlformats.org/officeDocument/2006/relationships/image" Target="../media/image51.svg"/><Relationship Id="rId5" Type="http://schemas.openxmlformats.org/officeDocument/2006/relationships/image" Target="../media/image36.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20.svg"/><Relationship Id="rId10" Type="http://schemas.openxmlformats.org/officeDocument/2006/relationships/image" Target="../media/image31.svg"/><Relationship Id="rId19" Type="http://schemas.openxmlformats.org/officeDocument/2006/relationships/image" Target="../media/image46.png"/><Relationship Id="rId4" Type="http://schemas.openxmlformats.org/officeDocument/2006/relationships/image" Target="../media/image22.svg"/><Relationship Id="rId9" Type="http://schemas.openxmlformats.org/officeDocument/2006/relationships/image" Target="../media/image30.png"/><Relationship Id="rId14" Type="http://schemas.openxmlformats.org/officeDocument/2006/relationships/image" Target="../media/image41.svg"/><Relationship Id="rId22" Type="http://schemas.openxmlformats.org/officeDocument/2006/relationships/image" Target="../media/image49.svg"/><Relationship Id="rId27"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svg"/><Relationship Id="rId18" Type="http://schemas.openxmlformats.org/officeDocument/2006/relationships/image" Target="../media/image80.png"/><Relationship Id="rId3" Type="http://schemas.openxmlformats.org/officeDocument/2006/relationships/image" Target="../media/image65.png"/><Relationship Id="rId7" Type="http://schemas.openxmlformats.org/officeDocument/2006/relationships/image" Target="../media/image69.svg"/><Relationship Id="rId12" Type="http://schemas.openxmlformats.org/officeDocument/2006/relationships/image" Target="../media/image74.png"/><Relationship Id="rId17" Type="http://schemas.openxmlformats.org/officeDocument/2006/relationships/image" Target="../media/image79.svg"/><Relationship Id="rId2" Type="http://schemas.openxmlformats.org/officeDocument/2006/relationships/notesSlide" Target="../notesSlides/notesSlide9.xml"/><Relationship Id="rId16" Type="http://schemas.openxmlformats.org/officeDocument/2006/relationships/image" Target="../media/image78.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3.svg"/><Relationship Id="rId5" Type="http://schemas.openxmlformats.org/officeDocument/2006/relationships/image" Target="../media/image67.svg"/><Relationship Id="rId15" Type="http://schemas.openxmlformats.org/officeDocument/2006/relationships/image" Target="../media/image77.svg"/><Relationship Id="rId10" Type="http://schemas.openxmlformats.org/officeDocument/2006/relationships/image" Target="../media/image72.png"/><Relationship Id="rId19" Type="http://schemas.openxmlformats.org/officeDocument/2006/relationships/image" Target="../media/image81.svg"/><Relationship Id="rId4" Type="http://schemas.openxmlformats.org/officeDocument/2006/relationships/image" Target="../media/image66.png"/><Relationship Id="rId9" Type="http://schemas.openxmlformats.org/officeDocument/2006/relationships/image" Target="../media/image71.svg"/><Relationship Id="rId14" Type="http://schemas.openxmlformats.org/officeDocument/2006/relationships/image" Target="../media/image76.png"/></Relationships>
</file>

<file path=ppt/slides/_rels/slide10.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0.svg"/><Relationship Id="rId3" Type="http://schemas.openxmlformats.org/officeDocument/2006/relationships/image" Target="../media/image82.png"/><Relationship Id="rId7" Type="http://schemas.openxmlformats.org/officeDocument/2006/relationships/image" Target="../media/image86.svg"/><Relationship Id="rId12" Type="http://schemas.openxmlformats.org/officeDocument/2006/relationships/image" Target="../media/image8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75.svg"/><Relationship Id="rId5" Type="http://schemas.openxmlformats.org/officeDocument/2006/relationships/image" Target="../media/image84.svg"/><Relationship Id="rId10" Type="http://schemas.openxmlformats.org/officeDocument/2006/relationships/image" Target="../media/image74.pn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86.svg"/><Relationship Id="rId3" Type="http://schemas.openxmlformats.org/officeDocument/2006/relationships/image" Target="../media/image91.png"/><Relationship Id="rId7" Type="http://schemas.openxmlformats.org/officeDocument/2006/relationships/image" Target="../media/image77.svg"/><Relationship Id="rId12" Type="http://schemas.openxmlformats.org/officeDocument/2006/relationships/image" Target="../media/image8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79.svg"/><Relationship Id="rId5" Type="http://schemas.openxmlformats.org/officeDocument/2006/relationships/image" Target="../media/image93.png"/><Relationship Id="rId15" Type="http://schemas.openxmlformats.org/officeDocument/2006/relationships/image" Target="../media/image97.svg"/><Relationship Id="rId10" Type="http://schemas.openxmlformats.org/officeDocument/2006/relationships/image" Target="../media/image78.png"/><Relationship Id="rId4" Type="http://schemas.openxmlformats.org/officeDocument/2006/relationships/image" Target="../media/image92.svg"/><Relationship Id="rId9" Type="http://schemas.openxmlformats.org/officeDocument/2006/relationships/image" Target="../media/image95.svg"/><Relationship Id="rId14" Type="http://schemas.openxmlformats.org/officeDocument/2006/relationships/image" Target="../media/image96.png"/></Relationships>
</file>

<file path=ppt/slides/_rels/slide1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99.svg"/></Relationships>
</file>

<file path=ppt/slides/_rels/slide14.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107.svg"/><Relationship Id="rId3" Type="http://schemas.openxmlformats.org/officeDocument/2006/relationships/image" Target="../media/image100.png"/><Relationship Id="rId7" Type="http://schemas.openxmlformats.org/officeDocument/2006/relationships/image" Target="../media/image19.png"/><Relationship Id="rId12" Type="http://schemas.openxmlformats.org/officeDocument/2006/relationships/image" Target="../media/image106.png"/><Relationship Id="rId17" Type="http://schemas.openxmlformats.org/officeDocument/2006/relationships/image" Target="../media/image111.svg"/><Relationship Id="rId2" Type="http://schemas.openxmlformats.org/officeDocument/2006/relationships/notesSlide" Target="../notesSlides/notesSlide14.xml"/><Relationship Id="rId16" Type="http://schemas.openxmlformats.org/officeDocument/2006/relationships/image" Target="../media/image110.png"/><Relationship Id="rId1" Type="http://schemas.openxmlformats.org/officeDocument/2006/relationships/slideLayout" Target="../slideLayouts/slideLayout7.xml"/><Relationship Id="rId6" Type="http://schemas.openxmlformats.org/officeDocument/2006/relationships/image" Target="../media/image103.svg"/><Relationship Id="rId11" Type="http://schemas.openxmlformats.org/officeDocument/2006/relationships/image" Target="../media/image105.svg"/><Relationship Id="rId5" Type="http://schemas.openxmlformats.org/officeDocument/2006/relationships/image" Target="../media/image102.png"/><Relationship Id="rId15" Type="http://schemas.openxmlformats.org/officeDocument/2006/relationships/image" Target="../media/image109.svg"/><Relationship Id="rId10" Type="http://schemas.openxmlformats.org/officeDocument/2006/relationships/image" Target="../media/image104.png"/><Relationship Id="rId4" Type="http://schemas.openxmlformats.org/officeDocument/2006/relationships/image" Target="../media/image101.svg"/><Relationship Id="rId9" Type="http://schemas.openxmlformats.org/officeDocument/2006/relationships/image" Target="../media/image18.png"/><Relationship Id="rId14" Type="http://schemas.openxmlformats.org/officeDocument/2006/relationships/image" Target="../media/image108.png"/></Relationships>
</file>

<file path=ppt/slides/_rels/slide15.xml.rels><?xml version="1.0" encoding="UTF-8" standalone="yes"?>
<Relationships xmlns="http://schemas.openxmlformats.org/package/2006/relationships"><Relationship Id="rId8" Type="http://schemas.openxmlformats.org/officeDocument/2006/relationships/image" Target="../media/image115.svg"/><Relationship Id="rId13" Type="http://schemas.openxmlformats.org/officeDocument/2006/relationships/image" Target="../media/image120.png"/><Relationship Id="rId18" Type="http://schemas.openxmlformats.org/officeDocument/2006/relationships/image" Target="../media/image125.svg"/><Relationship Id="rId3" Type="http://schemas.openxmlformats.org/officeDocument/2006/relationships/image" Target="../media/image19.png"/><Relationship Id="rId21" Type="http://schemas.openxmlformats.org/officeDocument/2006/relationships/image" Target="../media/image128.png"/><Relationship Id="rId7" Type="http://schemas.openxmlformats.org/officeDocument/2006/relationships/image" Target="../media/image114.png"/><Relationship Id="rId12" Type="http://schemas.openxmlformats.org/officeDocument/2006/relationships/image" Target="../media/image119.svg"/><Relationship Id="rId17" Type="http://schemas.openxmlformats.org/officeDocument/2006/relationships/image" Target="../media/image124.png"/><Relationship Id="rId2" Type="http://schemas.openxmlformats.org/officeDocument/2006/relationships/notesSlide" Target="../notesSlides/notesSlide15.xml"/><Relationship Id="rId16" Type="http://schemas.openxmlformats.org/officeDocument/2006/relationships/image" Target="../media/image123.svg"/><Relationship Id="rId20" Type="http://schemas.openxmlformats.org/officeDocument/2006/relationships/image" Target="../media/image127.svg"/><Relationship Id="rId1" Type="http://schemas.openxmlformats.org/officeDocument/2006/relationships/slideLayout" Target="../slideLayouts/slideLayout7.xml"/><Relationship Id="rId6" Type="http://schemas.openxmlformats.org/officeDocument/2006/relationships/image" Target="../media/image113.sv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23" Type="http://schemas.openxmlformats.org/officeDocument/2006/relationships/image" Target="../media/image18.png"/><Relationship Id="rId10" Type="http://schemas.openxmlformats.org/officeDocument/2006/relationships/image" Target="../media/image117.svg"/><Relationship Id="rId19" Type="http://schemas.openxmlformats.org/officeDocument/2006/relationships/image" Target="../media/image126.png"/><Relationship Id="rId4" Type="http://schemas.openxmlformats.org/officeDocument/2006/relationships/image" Target="../media/image20.svg"/><Relationship Id="rId9" Type="http://schemas.openxmlformats.org/officeDocument/2006/relationships/image" Target="../media/image116.png"/><Relationship Id="rId14" Type="http://schemas.openxmlformats.org/officeDocument/2006/relationships/image" Target="../media/image121.svg"/><Relationship Id="rId22" Type="http://schemas.openxmlformats.org/officeDocument/2006/relationships/image" Target="../media/image129.svg"/></Relationships>
</file>

<file path=ppt/slides/_rels/slide16.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1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31.svg"/></Relationships>
</file>

<file path=ppt/slides/_rels/slide18.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svg"/><Relationship Id="rId18" Type="http://schemas.openxmlformats.org/officeDocument/2006/relationships/image" Target="../media/image18.png"/><Relationship Id="rId3" Type="http://schemas.openxmlformats.org/officeDocument/2006/relationships/image" Target="../media/image132.png"/><Relationship Id="rId7" Type="http://schemas.openxmlformats.org/officeDocument/2006/relationships/image" Target="../media/image23.png"/><Relationship Id="rId12" Type="http://schemas.openxmlformats.org/officeDocument/2006/relationships/image" Target="../media/image140.png"/><Relationship Id="rId17" Type="http://schemas.openxmlformats.org/officeDocument/2006/relationships/image" Target="../media/image20.svg"/><Relationship Id="rId2" Type="http://schemas.openxmlformats.org/officeDocument/2006/relationships/notesSlide" Target="../notesSlides/notesSlide18.xml"/><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35.svg"/><Relationship Id="rId11" Type="http://schemas.openxmlformats.org/officeDocument/2006/relationships/image" Target="../media/image139.svg"/><Relationship Id="rId5" Type="http://schemas.openxmlformats.org/officeDocument/2006/relationships/image" Target="../media/image134.png"/><Relationship Id="rId15" Type="http://schemas.openxmlformats.org/officeDocument/2006/relationships/image" Target="../media/image143.svg"/><Relationship Id="rId10" Type="http://schemas.openxmlformats.org/officeDocument/2006/relationships/image" Target="../media/image138.png"/><Relationship Id="rId4" Type="http://schemas.openxmlformats.org/officeDocument/2006/relationships/image" Target="../media/image133.svg"/><Relationship Id="rId9" Type="http://schemas.openxmlformats.org/officeDocument/2006/relationships/image" Target="../media/image137.svg"/><Relationship Id="rId14" Type="http://schemas.openxmlformats.org/officeDocument/2006/relationships/image" Target="../media/image142.png"/></Relationships>
</file>

<file path=ppt/slides/_rels/slide19.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svg"/><Relationship Id="rId18" Type="http://schemas.openxmlformats.org/officeDocument/2006/relationships/image" Target="../media/image18.png"/><Relationship Id="rId3" Type="http://schemas.openxmlformats.org/officeDocument/2006/relationships/image" Target="../media/image132.png"/><Relationship Id="rId7" Type="http://schemas.openxmlformats.org/officeDocument/2006/relationships/image" Target="../media/image23.png"/><Relationship Id="rId12" Type="http://schemas.openxmlformats.org/officeDocument/2006/relationships/image" Target="../media/image140.png"/><Relationship Id="rId17" Type="http://schemas.openxmlformats.org/officeDocument/2006/relationships/image" Target="../media/image20.svg"/><Relationship Id="rId2" Type="http://schemas.openxmlformats.org/officeDocument/2006/relationships/notesSlide" Target="../notesSlides/notesSlide19.xml"/><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35.svg"/><Relationship Id="rId11" Type="http://schemas.openxmlformats.org/officeDocument/2006/relationships/image" Target="../media/image139.svg"/><Relationship Id="rId5" Type="http://schemas.openxmlformats.org/officeDocument/2006/relationships/image" Target="../media/image134.png"/><Relationship Id="rId15" Type="http://schemas.openxmlformats.org/officeDocument/2006/relationships/image" Target="../media/image143.svg"/><Relationship Id="rId10" Type="http://schemas.openxmlformats.org/officeDocument/2006/relationships/image" Target="../media/image138.png"/><Relationship Id="rId4" Type="http://schemas.openxmlformats.org/officeDocument/2006/relationships/image" Target="../media/image133.svg"/><Relationship Id="rId9" Type="http://schemas.openxmlformats.org/officeDocument/2006/relationships/image" Target="../media/image137.svg"/><Relationship Id="rId14" Type="http://schemas.openxmlformats.org/officeDocument/2006/relationships/image" Target="../media/image142.png"/></Relationships>
</file>

<file path=ppt/slides/_rels/slide20.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png"/><Relationship Id="rId7" Type="http://schemas.openxmlformats.org/officeDocument/2006/relationships/diagramColors" Target="../diagrams/colors1.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8.png"/><Relationship Id="rId7" Type="http://schemas.openxmlformats.org/officeDocument/2006/relationships/diagramColors" Target="../diagrams/colors2.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flipH="1">
            <a:off x="3850185" y="1028700"/>
            <a:ext cx="3652820" cy="9258300"/>
          </a:xfrm>
          <a:custGeom>
            <a:avLst/>
            <a:gdLst/>
            <a:ahLst/>
            <a:cxnLst/>
            <a:rect l="l" t="t" r="r" b="b"/>
            <a:pathLst>
              <a:path w="3652820" h="9258300">
                <a:moveTo>
                  <a:pt x="3652820" y="0"/>
                </a:moveTo>
                <a:lnTo>
                  <a:pt x="0" y="0"/>
                </a:lnTo>
                <a:lnTo>
                  <a:pt x="0" y="9258300"/>
                </a:lnTo>
                <a:lnTo>
                  <a:pt x="3652820" y="9258300"/>
                </a:lnTo>
                <a:lnTo>
                  <a:pt x="3652820" y="0"/>
                </a:lnTo>
                <a:close/>
              </a:path>
            </a:pathLst>
          </a:custGeom>
          <a:blipFill>
            <a:blip r:embed="rId3">
              <a:alphaModFix amt="72000"/>
            </a:blip>
            <a:stretch>
              <a:fillRect/>
            </a:stretch>
          </a:blipFill>
        </p:spPr>
        <p:txBody>
          <a:bodyPr/>
          <a:lstStyle/>
          <a:p>
            <a:endParaRPr lang="en-IN"/>
          </a:p>
        </p:txBody>
      </p:sp>
      <p:grpSp>
        <p:nvGrpSpPr>
          <p:cNvPr id="3" name="Group 3"/>
          <p:cNvGrpSpPr/>
          <p:nvPr/>
        </p:nvGrpSpPr>
        <p:grpSpPr>
          <a:xfrm>
            <a:off x="5369730" y="1028700"/>
            <a:ext cx="14666437" cy="9258300"/>
            <a:chOff x="0" y="0"/>
            <a:chExt cx="3542301" cy="2236104"/>
          </a:xfrm>
        </p:grpSpPr>
        <p:sp>
          <p:nvSpPr>
            <p:cNvPr id="4" name="Freeform 4"/>
            <p:cNvSpPr/>
            <p:nvPr/>
          </p:nvSpPr>
          <p:spPr>
            <a:xfrm>
              <a:off x="0" y="0"/>
              <a:ext cx="3542301" cy="2236104"/>
            </a:xfrm>
            <a:custGeom>
              <a:avLst/>
              <a:gdLst/>
              <a:ahLst/>
              <a:cxnLst/>
              <a:rect l="l" t="t" r="r" b="b"/>
              <a:pathLst>
                <a:path w="3542301" h="2236104">
                  <a:moveTo>
                    <a:pt x="52787" y="0"/>
                  </a:moveTo>
                  <a:lnTo>
                    <a:pt x="3489514" y="0"/>
                  </a:lnTo>
                  <a:cubicBezTo>
                    <a:pt x="3518667" y="0"/>
                    <a:pt x="3542301" y="23633"/>
                    <a:pt x="3542301" y="52787"/>
                  </a:cubicBezTo>
                  <a:lnTo>
                    <a:pt x="3542301" y="2183318"/>
                  </a:lnTo>
                  <a:cubicBezTo>
                    <a:pt x="3542301" y="2212471"/>
                    <a:pt x="3518667" y="2236104"/>
                    <a:pt x="3489514" y="2236104"/>
                  </a:cubicBezTo>
                  <a:lnTo>
                    <a:pt x="52787" y="2236104"/>
                  </a:lnTo>
                  <a:cubicBezTo>
                    <a:pt x="23633" y="2236104"/>
                    <a:pt x="0" y="2212471"/>
                    <a:pt x="0" y="2183318"/>
                  </a:cubicBezTo>
                  <a:lnTo>
                    <a:pt x="0" y="52787"/>
                  </a:lnTo>
                  <a:cubicBezTo>
                    <a:pt x="0" y="23633"/>
                    <a:pt x="23633" y="0"/>
                    <a:pt x="52787" y="0"/>
                  </a:cubicBezTo>
                  <a:close/>
                </a:path>
              </a:pathLst>
            </a:custGeom>
            <a:solidFill>
              <a:srgbClr val="066CF4"/>
            </a:solidFill>
          </p:spPr>
          <p:txBody>
            <a:bodyPr/>
            <a:lstStyle/>
            <a:p>
              <a:endParaRPr lang="en-IN"/>
            </a:p>
          </p:txBody>
        </p:sp>
        <p:sp>
          <p:nvSpPr>
            <p:cNvPr id="5" name="TextBox 5"/>
            <p:cNvSpPr txBox="1"/>
            <p:nvPr/>
          </p:nvSpPr>
          <p:spPr>
            <a:xfrm>
              <a:off x="0" y="-57150"/>
              <a:ext cx="3542301" cy="2293254"/>
            </a:xfrm>
            <a:prstGeom prst="rect">
              <a:avLst/>
            </a:prstGeom>
          </p:spPr>
          <p:txBody>
            <a:bodyPr lIns="50800" tIns="50800" rIns="50800" bIns="50800" rtlCol="0" anchor="ctr"/>
            <a:lstStyle/>
            <a:p>
              <a:pPr algn="ctr">
                <a:lnSpc>
                  <a:spcPts val="3634"/>
                </a:lnSpc>
              </a:pPr>
              <a:endParaRPr/>
            </a:p>
          </p:txBody>
        </p:sp>
      </p:grpSp>
      <p:sp>
        <p:nvSpPr>
          <p:cNvPr id="6" name="TextBox 6"/>
          <p:cNvSpPr txBox="1"/>
          <p:nvPr/>
        </p:nvSpPr>
        <p:spPr>
          <a:xfrm>
            <a:off x="5089986" y="4525488"/>
            <a:ext cx="11681887" cy="5363632"/>
          </a:xfrm>
          <a:prstGeom prst="rect">
            <a:avLst/>
          </a:prstGeom>
        </p:spPr>
        <p:txBody>
          <a:bodyPr lIns="0" tIns="0" rIns="0" bIns="0" rtlCol="0" anchor="t">
            <a:spAutoFit/>
          </a:bodyPr>
          <a:lstStyle/>
          <a:p>
            <a:pPr algn="r">
              <a:lnSpc>
                <a:spcPts val="12386"/>
              </a:lnSpc>
            </a:pPr>
            <a:r>
              <a:rPr lang="en-US" sz="15678" b="1">
                <a:solidFill>
                  <a:srgbClr val="FFFFFF"/>
                </a:solidFill>
                <a:latin typeface="Helvetica World Bold"/>
                <a:ea typeface="Helvetica World Bold"/>
                <a:cs typeface="Helvetica World Bold"/>
                <a:sym typeface="Helvetica World Bold"/>
              </a:rPr>
              <a:t>HUDDLE MEET</a:t>
            </a:r>
          </a:p>
          <a:p>
            <a:pPr algn="r">
              <a:lnSpc>
                <a:spcPts val="12386"/>
              </a:lnSpc>
            </a:pPr>
            <a:endParaRPr lang="en-US" sz="15678" b="1">
              <a:solidFill>
                <a:srgbClr val="FFFFFF"/>
              </a:solidFill>
              <a:latin typeface="Helvetica World Bold"/>
              <a:ea typeface="Helvetica World Bold"/>
              <a:cs typeface="Helvetica World Bold"/>
              <a:sym typeface="Helvetica World Bold"/>
            </a:endParaRPr>
          </a:p>
        </p:txBody>
      </p:sp>
      <p:sp>
        <p:nvSpPr>
          <p:cNvPr id="7" name="AutoShape 7"/>
          <p:cNvSpPr/>
          <p:nvPr/>
        </p:nvSpPr>
        <p:spPr>
          <a:xfrm flipV="1">
            <a:off x="5382357" y="3895114"/>
            <a:ext cx="11876935" cy="20773"/>
          </a:xfrm>
          <a:prstGeom prst="line">
            <a:avLst/>
          </a:prstGeom>
          <a:ln w="9525" cap="flat">
            <a:solidFill>
              <a:srgbClr val="FFFFFF"/>
            </a:solidFill>
            <a:prstDash val="solid"/>
            <a:headEnd type="none" w="sm" len="sm"/>
            <a:tailEnd type="none" w="sm" len="sm"/>
          </a:ln>
        </p:spPr>
        <p:txBody>
          <a:bodyPr/>
          <a:lstStyle/>
          <a:p>
            <a:endParaRPr lang="en-IN"/>
          </a:p>
        </p:txBody>
      </p:sp>
      <p:sp>
        <p:nvSpPr>
          <p:cNvPr id="8" name="AutoShape 8"/>
          <p:cNvSpPr/>
          <p:nvPr/>
        </p:nvSpPr>
        <p:spPr>
          <a:xfrm flipH="1">
            <a:off x="17225928" y="1028700"/>
            <a:ext cx="0" cy="10512690"/>
          </a:xfrm>
          <a:prstGeom prst="line">
            <a:avLst/>
          </a:prstGeom>
          <a:ln w="9525" cap="flat">
            <a:solidFill>
              <a:srgbClr val="FFFFFF"/>
            </a:solidFill>
            <a:prstDash val="solid"/>
            <a:headEnd type="none" w="sm" len="sm"/>
            <a:tailEnd type="none" w="sm" len="sm"/>
          </a:ln>
        </p:spPr>
        <p:txBody>
          <a:bodyPr/>
          <a:lstStyle/>
          <a:p>
            <a:endParaRPr lang="en-IN"/>
          </a:p>
        </p:txBody>
      </p:sp>
      <p:sp>
        <p:nvSpPr>
          <p:cNvPr id="9" name="Freeform 9"/>
          <p:cNvSpPr/>
          <p:nvPr/>
        </p:nvSpPr>
        <p:spPr>
          <a:xfrm>
            <a:off x="15510927" y="1648332"/>
            <a:ext cx="1260945" cy="1260945"/>
          </a:xfrm>
          <a:custGeom>
            <a:avLst/>
            <a:gdLst/>
            <a:ahLst/>
            <a:cxnLst/>
            <a:rect l="l" t="t" r="r" b="b"/>
            <a:pathLst>
              <a:path w="1260945" h="1260945">
                <a:moveTo>
                  <a:pt x="0" y="0"/>
                </a:moveTo>
                <a:lnTo>
                  <a:pt x="1260945" y="0"/>
                </a:lnTo>
                <a:lnTo>
                  <a:pt x="1260945" y="1260945"/>
                </a:lnTo>
                <a:lnTo>
                  <a:pt x="0" y="12609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TextBox 10"/>
          <p:cNvSpPr txBox="1"/>
          <p:nvPr/>
        </p:nvSpPr>
        <p:spPr>
          <a:xfrm>
            <a:off x="8637579" y="8400648"/>
            <a:ext cx="8134293" cy="1390195"/>
          </a:xfrm>
          <a:prstGeom prst="rect">
            <a:avLst/>
          </a:prstGeom>
        </p:spPr>
        <p:txBody>
          <a:bodyPr lIns="0" tIns="0" rIns="0" bIns="0" rtlCol="0" anchor="t">
            <a:spAutoFit/>
          </a:bodyPr>
          <a:lstStyle/>
          <a:p>
            <a:pPr algn="r">
              <a:lnSpc>
                <a:spcPts val="3700"/>
              </a:lnSpc>
            </a:pPr>
            <a:r>
              <a:rPr lang="en-US" sz="2642">
                <a:solidFill>
                  <a:srgbClr val="FFFFFF"/>
                </a:solidFill>
                <a:latin typeface="Canva Sans"/>
                <a:ea typeface="Canva Sans"/>
                <a:cs typeface="Canva Sans"/>
                <a:sym typeface="Canva Sans"/>
              </a:rPr>
              <a:t>“Align on mock outcomes, confirm April plan, lock exam + webinar dates, and agree governance cadence.”</a:t>
            </a:r>
          </a:p>
        </p:txBody>
      </p:sp>
      <p:grpSp>
        <p:nvGrpSpPr>
          <p:cNvPr id="11" name="Group 11"/>
          <p:cNvGrpSpPr/>
          <p:nvPr/>
        </p:nvGrpSpPr>
        <p:grpSpPr>
          <a:xfrm>
            <a:off x="638298" y="5898670"/>
            <a:ext cx="4119216" cy="3287066"/>
            <a:chOff x="0" y="0"/>
            <a:chExt cx="5492288" cy="4382754"/>
          </a:xfrm>
        </p:grpSpPr>
        <p:sp>
          <p:nvSpPr>
            <p:cNvPr id="12" name="Freeform 12"/>
            <p:cNvSpPr/>
            <p:nvPr/>
          </p:nvSpPr>
          <p:spPr>
            <a:xfrm>
              <a:off x="1039917" y="0"/>
              <a:ext cx="4452371" cy="3866532"/>
            </a:xfrm>
            <a:custGeom>
              <a:avLst/>
              <a:gdLst/>
              <a:ahLst/>
              <a:cxnLst/>
              <a:rect l="l" t="t" r="r" b="b"/>
              <a:pathLst>
                <a:path w="4452371" h="3866532">
                  <a:moveTo>
                    <a:pt x="0" y="0"/>
                  </a:moveTo>
                  <a:lnTo>
                    <a:pt x="4452370" y="0"/>
                  </a:lnTo>
                  <a:lnTo>
                    <a:pt x="4452370" y="3866532"/>
                  </a:lnTo>
                  <a:lnTo>
                    <a:pt x="0" y="3866532"/>
                  </a:lnTo>
                  <a:lnTo>
                    <a:pt x="0" y="0"/>
                  </a:lnTo>
                  <a:close/>
                </a:path>
              </a:pathLst>
            </a:custGeom>
            <a:blipFill>
              <a:blip r:embed="rId6"/>
              <a:stretch>
                <a:fillRect/>
              </a:stretch>
            </a:blipFill>
          </p:spPr>
          <p:txBody>
            <a:bodyPr/>
            <a:lstStyle/>
            <a:p>
              <a:endParaRPr lang="en-IN"/>
            </a:p>
          </p:txBody>
        </p:sp>
        <p:sp>
          <p:nvSpPr>
            <p:cNvPr id="13" name="TextBox 13"/>
            <p:cNvSpPr txBox="1"/>
            <p:nvPr/>
          </p:nvSpPr>
          <p:spPr>
            <a:xfrm>
              <a:off x="0" y="2652880"/>
              <a:ext cx="2769751" cy="1729874"/>
            </a:xfrm>
            <a:prstGeom prst="rect">
              <a:avLst/>
            </a:prstGeom>
          </p:spPr>
          <p:txBody>
            <a:bodyPr wrap="square" lIns="0" tIns="0" rIns="0" bIns="0" rtlCol="0" anchor="t">
              <a:spAutoFit/>
            </a:bodyPr>
            <a:lstStyle/>
            <a:p>
              <a:pPr algn="ctr">
                <a:lnSpc>
                  <a:spcPts val="4229"/>
                </a:lnSpc>
              </a:pPr>
              <a:r>
                <a:rPr lang="en-US" sz="4752" dirty="0">
                  <a:solidFill>
                    <a:srgbClr val="000000"/>
                  </a:solidFill>
                  <a:latin typeface="Canva Sans"/>
                  <a:ea typeface="Canva Sans"/>
                  <a:cs typeface="Canva Sans"/>
                  <a:sym typeface="Canva Sans"/>
                </a:rPr>
                <a:t>Skill</a:t>
              </a:r>
            </a:p>
            <a:p>
              <a:pPr algn="ctr">
                <a:lnSpc>
                  <a:spcPts val="5661"/>
                </a:lnSpc>
              </a:pPr>
              <a:r>
                <a:rPr lang="en-US" sz="6361" dirty="0">
                  <a:solidFill>
                    <a:srgbClr val="000000"/>
                  </a:solidFill>
                  <a:latin typeface="Canva Sans"/>
                  <a:ea typeface="Canva Sans"/>
                  <a:cs typeface="Canva Sans"/>
                  <a:sym typeface="Canva Sans"/>
                </a:rPr>
                <a:t>Sync</a:t>
              </a:r>
            </a:p>
          </p:txBody>
        </p:sp>
      </p:grpSp>
      <p:sp>
        <p:nvSpPr>
          <p:cNvPr id="14" name="Freeform 14"/>
          <p:cNvSpPr/>
          <p:nvPr/>
        </p:nvSpPr>
        <p:spPr>
          <a:xfrm>
            <a:off x="638298" y="409068"/>
            <a:ext cx="2203135" cy="1239264"/>
          </a:xfrm>
          <a:custGeom>
            <a:avLst/>
            <a:gdLst/>
            <a:ahLst/>
            <a:cxnLst/>
            <a:rect l="l" t="t" r="r" b="b"/>
            <a:pathLst>
              <a:path w="2203135" h="1239264">
                <a:moveTo>
                  <a:pt x="0" y="0"/>
                </a:moveTo>
                <a:lnTo>
                  <a:pt x="2203136" y="0"/>
                </a:lnTo>
                <a:lnTo>
                  <a:pt x="2203136" y="1239264"/>
                </a:lnTo>
                <a:lnTo>
                  <a:pt x="0" y="1239264"/>
                </a:lnTo>
                <a:lnTo>
                  <a:pt x="0" y="0"/>
                </a:lnTo>
                <a:close/>
              </a:path>
            </a:pathLst>
          </a:custGeom>
          <a:blipFill>
            <a:blip r:embed="rId7"/>
            <a:stretch>
              <a:fillRect/>
            </a:stretch>
          </a:blipFill>
        </p:spPr>
        <p:txBody>
          <a:bodyPr/>
          <a:lstStyle/>
          <a:p>
            <a:endParaRPr lang="en-IN"/>
          </a:p>
        </p:txBody>
      </p:sp>
      <p:sp>
        <p:nvSpPr>
          <p:cNvPr id="15" name="TextBox 15"/>
          <p:cNvSpPr txBox="1"/>
          <p:nvPr/>
        </p:nvSpPr>
        <p:spPr>
          <a:xfrm>
            <a:off x="11201400" y="370968"/>
            <a:ext cx="5945706" cy="261738"/>
          </a:xfrm>
          <a:prstGeom prst="rect">
            <a:avLst/>
          </a:prstGeom>
        </p:spPr>
        <p:txBody>
          <a:bodyPr wrap="square" lIns="0" tIns="0" rIns="0" bIns="0" rtlCol="0" anchor="t">
            <a:spAutoFit/>
          </a:bodyPr>
          <a:lstStyle/>
          <a:p>
            <a:pPr algn="ctr">
              <a:lnSpc>
                <a:spcPts val="2240"/>
              </a:lnSpc>
              <a:spcBef>
                <a:spcPct val="0"/>
              </a:spcBef>
            </a:pPr>
            <a:r>
              <a:rPr lang="en-US" sz="1600" i="1" dirty="0">
                <a:solidFill>
                  <a:srgbClr val="000000"/>
                </a:solidFill>
                <a:latin typeface="Helvetica World Italics"/>
                <a:ea typeface="Helvetica World Italics"/>
                <a:cs typeface="Helvetica World Italics"/>
                <a:sym typeface="Helvetica World Italics"/>
              </a:rPr>
              <a:t>Date</a:t>
            </a:r>
            <a:r>
              <a:rPr lang="en-US" sz="1600" dirty="0">
                <a:solidFill>
                  <a:srgbClr val="000000"/>
                </a:solidFill>
                <a:latin typeface="Helvetica World"/>
                <a:ea typeface="Helvetica World"/>
                <a:cs typeface="Helvetica World"/>
                <a:sym typeface="Helvetica World"/>
              </a:rPr>
              <a:t>: </a:t>
            </a:r>
            <a:r>
              <a:rPr lang="en-US" sz="1600" b="1" dirty="0">
                <a:solidFill>
                  <a:srgbClr val="000000"/>
                </a:solidFill>
                <a:latin typeface="Helvetica World Bold"/>
                <a:ea typeface="Helvetica World Bold"/>
                <a:cs typeface="Helvetica World Bold"/>
                <a:sym typeface="Helvetica World Bold"/>
              </a:rPr>
              <a:t>12 Mar 2026 </a:t>
            </a:r>
            <a:r>
              <a:rPr lang="en-US" sz="1600" dirty="0">
                <a:solidFill>
                  <a:srgbClr val="000000"/>
                </a:solidFill>
                <a:latin typeface="Helvetica World"/>
                <a:ea typeface="Helvetica World"/>
                <a:cs typeface="Helvetica World"/>
                <a:sym typeface="Helvetica World"/>
              </a:rPr>
              <a:t>| </a:t>
            </a:r>
            <a:r>
              <a:rPr lang="en-US" sz="1600" i="1" dirty="0">
                <a:solidFill>
                  <a:srgbClr val="000000"/>
                </a:solidFill>
                <a:latin typeface="Helvetica World Italics"/>
                <a:ea typeface="Helvetica World Italics"/>
                <a:cs typeface="Helvetica World Italics"/>
                <a:sym typeface="Helvetica World Italics"/>
              </a:rPr>
              <a:t>Audience</a:t>
            </a:r>
            <a:r>
              <a:rPr lang="en-US" sz="1600" dirty="0">
                <a:solidFill>
                  <a:srgbClr val="000000"/>
                </a:solidFill>
                <a:latin typeface="Helvetica World"/>
                <a:ea typeface="Helvetica World"/>
                <a:cs typeface="Helvetica World"/>
                <a:sym typeface="Helvetica World"/>
              </a:rPr>
              <a:t>: </a:t>
            </a:r>
            <a:r>
              <a:rPr lang="en-US" sz="1600" b="1" dirty="0">
                <a:solidFill>
                  <a:srgbClr val="000000"/>
                </a:solidFill>
                <a:latin typeface="Helvetica World Bold"/>
                <a:ea typeface="Helvetica World Bold"/>
                <a:cs typeface="Helvetica World Bold"/>
                <a:sym typeface="Helvetica World Bold"/>
              </a:rPr>
              <a:t>Training Team </a:t>
            </a:r>
            <a:r>
              <a:rPr lang="en-US" sz="1600" dirty="0">
                <a:solidFill>
                  <a:srgbClr val="000000"/>
                </a:solidFill>
                <a:latin typeface="Helvetica World"/>
                <a:ea typeface="Helvetica World"/>
                <a:cs typeface="Helvetica World"/>
                <a:sym typeface="Helvetica World"/>
              </a:rPr>
              <a:t>| </a:t>
            </a:r>
            <a:r>
              <a:rPr lang="en-US" sz="1600" i="1" dirty="0">
                <a:solidFill>
                  <a:srgbClr val="000000"/>
                </a:solidFill>
                <a:latin typeface="Helvetica World Italics"/>
                <a:ea typeface="Helvetica World Italics"/>
                <a:cs typeface="Helvetica World Italics"/>
                <a:sym typeface="Helvetica World Italics"/>
              </a:rPr>
              <a:t>Owner</a:t>
            </a:r>
            <a:r>
              <a:rPr lang="en-US" sz="1600" dirty="0">
                <a:solidFill>
                  <a:srgbClr val="000000"/>
                </a:solidFill>
                <a:latin typeface="Helvetica World"/>
                <a:ea typeface="Helvetica World"/>
                <a:cs typeface="Helvetica World"/>
                <a:sym typeface="Helvetica World"/>
              </a:rPr>
              <a:t>: </a:t>
            </a:r>
            <a:r>
              <a:rPr lang="en-US" sz="1600" b="1" dirty="0">
                <a:solidFill>
                  <a:srgbClr val="000000"/>
                </a:solidFill>
                <a:latin typeface="Helvetica World Bold"/>
                <a:ea typeface="Helvetica World Bold"/>
                <a:cs typeface="Helvetica World Bold"/>
                <a:sym typeface="Helvetica World Bold"/>
              </a:rPr>
              <a:t>Aishwar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728610" y="2598370"/>
            <a:ext cx="5855779" cy="5855779"/>
          </a:xfrm>
          <a:custGeom>
            <a:avLst/>
            <a:gdLst/>
            <a:ahLst/>
            <a:cxnLst/>
            <a:rect l="l" t="t" r="r" b="b"/>
            <a:pathLst>
              <a:path w="5855779" h="5855779">
                <a:moveTo>
                  <a:pt x="0" y="0"/>
                </a:moveTo>
                <a:lnTo>
                  <a:pt x="5855779" y="0"/>
                </a:lnTo>
                <a:lnTo>
                  <a:pt x="5855779" y="5855779"/>
                </a:lnTo>
                <a:lnTo>
                  <a:pt x="0" y="58557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3" name="Group 3"/>
          <p:cNvGrpSpPr/>
          <p:nvPr/>
        </p:nvGrpSpPr>
        <p:grpSpPr>
          <a:xfrm rot="5400000">
            <a:off x="-2742935" y="674860"/>
            <a:ext cx="12798869" cy="8937280"/>
            <a:chOff x="0" y="0"/>
            <a:chExt cx="660400" cy="461149"/>
          </a:xfrm>
        </p:grpSpPr>
        <p:sp>
          <p:nvSpPr>
            <p:cNvPr id="4" name="Freeform 4"/>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IN"/>
            </a:p>
          </p:txBody>
        </p:sp>
        <p:sp>
          <p:nvSpPr>
            <p:cNvPr id="5" name="TextBox 5"/>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sp>
        <p:nvSpPr>
          <p:cNvPr id="6" name="Freeform 6"/>
          <p:cNvSpPr/>
          <p:nvPr/>
        </p:nvSpPr>
        <p:spPr>
          <a:xfrm>
            <a:off x="6584389" y="11889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7" name="Group 7"/>
          <p:cNvGrpSpPr/>
          <p:nvPr/>
        </p:nvGrpSpPr>
        <p:grpSpPr>
          <a:xfrm>
            <a:off x="6584389" y="1099966"/>
            <a:ext cx="1216244" cy="121624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IN"/>
            </a:p>
          </p:txBody>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0" name="Freeform 10"/>
          <p:cNvSpPr/>
          <p:nvPr/>
        </p:nvSpPr>
        <p:spPr>
          <a:xfrm>
            <a:off x="7197129" y="6351882"/>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1" name="Group 11"/>
          <p:cNvGrpSpPr/>
          <p:nvPr/>
        </p:nvGrpSpPr>
        <p:grpSpPr>
          <a:xfrm>
            <a:off x="7197129" y="6262859"/>
            <a:ext cx="1216244" cy="121624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5"/>
            </a:solidFill>
          </p:spPr>
          <p:txBody>
            <a:bodyPr/>
            <a:lstStyle/>
            <a:p>
              <a:endParaRPr lang="en-IN"/>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4" name="Freeform 14"/>
          <p:cNvSpPr/>
          <p:nvPr/>
        </p:nvSpPr>
        <p:spPr>
          <a:xfrm>
            <a:off x="7197129" y="2810927"/>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5" name="Group 15"/>
          <p:cNvGrpSpPr/>
          <p:nvPr/>
        </p:nvGrpSpPr>
        <p:grpSpPr>
          <a:xfrm>
            <a:off x="7197129" y="2721904"/>
            <a:ext cx="1216244" cy="121624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6298"/>
            </a:solidFill>
          </p:spPr>
          <p:txBody>
            <a:bodyPr/>
            <a:lstStyle/>
            <a:p>
              <a:endParaRPr lang="en-IN"/>
            </a:p>
          </p:txBody>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8" name="Freeform 18"/>
          <p:cNvSpPr/>
          <p:nvPr/>
        </p:nvSpPr>
        <p:spPr>
          <a:xfrm>
            <a:off x="6584389" y="79707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9" name="Group 19"/>
          <p:cNvGrpSpPr/>
          <p:nvPr/>
        </p:nvGrpSpPr>
        <p:grpSpPr>
          <a:xfrm>
            <a:off x="6584389" y="7881766"/>
            <a:ext cx="1216244" cy="121624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ED6"/>
            </a:solidFill>
          </p:spPr>
          <p:txBody>
            <a:bodyPr/>
            <a:lstStyle/>
            <a:p>
              <a:endParaRPr lang="en-IN"/>
            </a:p>
          </p:txBody>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2" name="Freeform 22"/>
          <p:cNvSpPr/>
          <p:nvPr/>
        </p:nvSpPr>
        <p:spPr>
          <a:xfrm>
            <a:off x="7601661" y="45798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23" name="Group 23"/>
          <p:cNvGrpSpPr/>
          <p:nvPr/>
        </p:nvGrpSpPr>
        <p:grpSpPr>
          <a:xfrm>
            <a:off x="7601661" y="4490866"/>
            <a:ext cx="1216244" cy="121624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A"/>
            </a:solidFill>
          </p:spPr>
          <p:txBody>
            <a:bodyPr/>
            <a:lstStyle/>
            <a:p>
              <a:endParaRPr lang="en-IN"/>
            </a:p>
          </p:txBody>
        </p:sp>
        <p:sp>
          <p:nvSpPr>
            <p:cNvPr id="25" name="TextBox 25"/>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6" name="Freeform 26"/>
          <p:cNvSpPr/>
          <p:nvPr/>
        </p:nvSpPr>
        <p:spPr>
          <a:xfrm>
            <a:off x="6976824" y="1448022"/>
            <a:ext cx="431374" cy="517391"/>
          </a:xfrm>
          <a:custGeom>
            <a:avLst/>
            <a:gdLst/>
            <a:ahLst/>
            <a:cxnLst/>
            <a:rect l="l" t="t" r="r" b="b"/>
            <a:pathLst>
              <a:path w="431374" h="517391">
                <a:moveTo>
                  <a:pt x="0" y="0"/>
                </a:moveTo>
                <a:lnTo>
                  <a:pt x="431374" y="0"/>
                </a:lnTo>
                <a:lnTo>
                  <a:pt x="431374" y="517391"/>
                </a:lnTo>
                <a:lnTo>
                  <a:pt x="0" y="5173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7" name="Freeform 27"/>
          <p:cNvSpPr/>
          <p:nvPr/>
        </p:nvSpPr>
        <p:spPr>
          <a:xfrm>
            <a:off x="6939259" y="8232019"/>
            <a:ext cx="515739" cy="515739"/>
          </a:xfrm>
          <a:custGeom>
            <a:avLst/>
            <a:gdLst/>
            <a:ahLst/>
            <a:cxnLst/>
            <a:rect l="l" t="t" r="r" b="b"/>
            <a:pathLst>
              <a:path w="515739" h="515739">
                <a:moveTo>
                  <a:pt x="0" y="0"/>
                </a:moveTo>
                <a:lnTo>
                  <a:pt x="515740" y="0"/>
                </a:lnTo>
                <a:lnTo>
                  <a:pt x="515740" y="515739"/>
                </a:lnTo>
                <a:lnTo>
                  <a:pt x="0" y="5157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8" name="Freeform 28"/>
          <p:cNvSpPr/>
          <p:nvPr/>
        </p:nvSpPr>
        <p:spPr>
          <a:xfrm>
            <a:off x="7505196" y="6570925"/>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29" name="Freeform 29"/>
          <p:cNvSpPr/>
          <p:nvPr/>
        </p:nvSpPr>
        <p:spPr>
          <a:xfrm>
            <a:off x="7505196" y="3074482"/>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30" name="Freeform 30"/>
          <p:cNvSpPr/>
          <p:nvPr/>
        </p:nvSpPr>
        <p:spPr>
          <a:xfrm>
            <a:off x="7949354" y="4825984"/>
            <a:ext cx="520857" cy="543267"/>
          </a:xfrm>
          <a:custGeom>
            <a:avLst/>
            <a:gdLst/>
            <a:ahLst/>
            <a:cxnLst/>
            <a:rect l="l" t="t" r="r" b="b"/>
            <a:pathLst>
              <a:path w="520857" h="543267">
                <a:moveTo>
                  <a:pt x="0" y="0"/>
                </a:moveTo>
                <a:lnTo>
                  <a:pt x="520858" y="0"/>
                </a:lnTo>
                <a:lnTo>
                  <a:pt x="520858" y="543267"/>
                </a:lnTo>
                <a:lnTo>
                  <a:pt x="0" y="54326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31" name="Freeform 31"/>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15"/>
            <a:stretch>
              <a:fillRect/>
            </a:stretch>
          </a:blipFill>
        </p:spPr>
        <p:txBody>
          <a:bodyPr/>
          <a:lstStyle/>
          <a:p>
            <a:endParaRPr lang="en-IN"/>
          </a:p>
        </p:txBody>
      </p:sp>
      <p:grpSp>
        <p:nvGrpSpPr>
          <p:cNvPr id="32" name="Group 32"/>
          <p:cNvGrpSpPr/>
          <p:nvPr/>
        </p:nvGrpSpPr>
        <p:grpSpPr>
          <a:xfrm>
            <a:off x="728610" y="2312620"/>
            <a:ext cx="5855779" cy="5855779"/>
            <a:chOff x="0" y="0"/>
            <a:chExt cx="7807706" cy="7807706"/>
          </a:xfrm>
        </p:grpSpPr>
        <p:grpSp>
          <p:nvGrpSpPr>
            <p:cNvPr id="33" name="Group 33"/>
            <p:cNvGrpSpPr/>
            <p:nvPr/>
          </p:nvGrpSpPr>
          <p:grpSpPr>
            <a:xfrm>
              <a:off x="0" y="0"/>
              <a:ext cx="7807706" cy="7807706"/>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IN"/>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36" name="Freeform 36"/>
            <p:cNvSpPr/>
            <p:nvPr/>
          </p:nvSpPr>
          <p:spPr>
            <a:xfrm>
              <a:off x="1493518" y="1810667"/>
              <a:ext cx="4820671" cy="4186372"/>
            </a:xfrm>
            <a:custGeom>
              <a:avLst/>
              <a:gdLst/>
              <a:ahLst/>
              <a:cxnLst/>
              <a:rect l="l" t="t" r="r" b="b"/>
              <a:pathLst>
                <a:path w="4820671" h="4186372">
                  <a:moveTo>
                    <a:pt x="0" y="0"/>
                  </a:moveTo>
                  <a:lnTo>
                    <a:pt x="4820670" y="0"/>
                  </a:lnTo>
                  <a:lnTo>
                    <a:pt x="4820670" y="4186372"/>
                  </a:lnTo>
                  <a:lnTo>
                    <a:pt x="0" y="4186372"/>
                  </a:lnTo>
                  <a:lnTo>
                    <a:pt x="0" y="0"/>
                  </a:lnTo>
                  <a:close/>
                </a:path>
              </a:pathLst>
            </a:custGeom>
            <a:blipFill>
              <a:blip r:embed="rId16"/>
              <a:stretch>
                <a:fillRect/>
              </a:stretch>
            </a:blipFill>
          </p:spPr>
          <p:txBody>
            <a:bodyPr/>
            <a:lstStyle/>
            <a:p>
              <a:endParaRPr lang="en-IN"/>
            </a:p>
          </p:txBody>
        </p:sp>
      </p:grpSp>
      <p:sp>
        <p:nvSpPr>
          <p:cNvPr id="37" name="TextBox 37"/>
          <p:cNvSpPr txBox="1"/>
          <p:nvPr/>
        </p:nvSpPr>
        <p:spPr>
          <a:xfrm>
            <a:off x="7765489" y="13669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01</a:t>
            </a:r>
          </a:p>
        </p:txBody>
      </p:sp>
      <p:sp>
        <p:nvSpPr>
          <p:cNvPr id="38" name="TextBox 38"/>
          <p:cNvSpPr txBox="1"/>
          <p:nvPr/>
        </p:nvSpPr>
        <p:spPr>
          <a:xfrm>
            <a:off x="7765489" y="81487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05</a:t>
            </a:r>
          </a:p>
        </p:txBody>
      </p:sp>
      <p:sp>
        <p:nvSpPr>
          <p:cNvPr id="39" name="TextBox 39"/>
          <p:cNvSpPr txBox="1"/>
          <p:nvPr/>
        </p:nvSpPr>
        <p:spPr>
          <a:xfrm>
            <a:off x="8413373" y="2988910"/>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02</a:t>
            </a:r>
          </a:p>
        </p:txBody>
      </p:sp>
      <p:sp>
        <p:nvSpPr>
          <p:cNvPr id="40" name="TextBox 40"/>
          <p:cNvSpPr txBox="1"/>
          <p:nvPr/>
        </p:nvSpPr>
        <p:spPr>
          <a:xfrm>
            <a:off x="8413373" y="6547181"/>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04</a:t>
            </a:r>
          </a:p>
        </p:txBody>
      </p:sp>
      <p:sp>
        <p:nvSpPr>
          <p:cNvPr id="41" name="TextBox 41"/>
          <p:cNvSpPr txBox="1"/>
          <p:nvPr/>
        </p:nvSpPr>
        <p:spPr>
          <a:xfrm>
            <a:off x="8817905" y="47578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03</a:t>
            </a:r>
          </a:p>
        </p:txBody>
      </p:sp>
      <p:sp>
        <p:nvSpPr>
          <p:cNvPr id="42" name="TextBox 42"/>
          <p:cNvSpPr txBox="1"/>
          <p:nvPr/>
        </p:nvSpPr>
        <p:spPr>
          <a:xfrm>
            <a:off x="9536688" y="1377152"/>
            <a:ext cx="5248889" cy="621030"/>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Latest Mocks (10 min) → </a:t>
            </a:r>
            <a:r>
              <a:rPr lang="en-US" sz="1799">
                <a:solidFill>
                  <a:srgbClr val="000000"/>
                </a:solidFill>
                <a:latin typeface="TT Fors"/>
                <a:ea typeface="TT Fors"/>
                <a:cs typeface="TT Fors"/>
                <a:sym typeface="TT Fors"/>
              </a:rPr>
              <a:t>Decision: gating &amp; re‑mock dates</a:t>
            </a:r>
          </a:p>
        </p:txBody>
      </p:sp>
      <p:sp>
        <p:nvSpPr>
          <p:cNvPr id="43" name="TextBox 43"/>
          <p:cNvSpPr txBox="1"/>
          <p:nvPr/>
        </p:nvSpPr>
        <p:spPr>
          <a:xfrm>
            <a:off x="9536688" y="8160323"/>
            <a:ext cx="5248889" cy="621030"/>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Next Steps (10 min) → </a:t>
            </a:r>
            <a:r>
              <a:rPr lang="en-US" sz="1799">
                <a:solidFill>
                  <a:srgbClr val="000000"/>
                </a:solidFill>
                <a:latin typeface="TT Fors"/>
                <a:ea typeface="TT Fors"/>
                <a:cs typeface="TT Fors"/>
                <a:sym typeface="TT Fors"/>
              </a:rPr>
              <a:t>Decision: dashboard format, review slot</a:t>
            </a:r>
          </a:p>
        </p:txBody>
      </p:sp>
      <p:sp>
        <p:nvSpPr>
          <p:cNvPr id="44" name="TextBox 44"/>
          <p:cNvSpPr txBox="1"/>
          <p:nvPr/>
        </p:nvSpPr>
        <p:spPr>
          <a:xfrm>
            <a:off x="10127421" y="3000461"/>
            <a:ext cx="5248889" cy="621030"/>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Communication &amp; Delivery (10 min) → </a:t>
            </a:r>
            <a:r>
              <a:rPr lang="en-US" sz="1799">
                <a:solidFill>
                  <a:srgbClr val="000000"/>
                </a:solidFill>
                <a:latin typeface="TT Fors"/>
                <a:ea typeface="TT Fors"/>
                <a:cs typeface="TT Fors"/>
                <a:sym typeface="TT Fors"/>
              </a:rPr>
              <a:t>Decision: rubric + cadence</a:t>
            </a:r>
          </a:p>
        </p:txBody>
      </p:sp>
      <p:sp>
        <p:nvSpPr>
          <p:cNvPr id="45" name="TextBox 45"/>
          <p:cNvSpPr txBox="1"/>
          <p:nvPr/>
        </p:nvSpPr>
        <p:spPr>
          <a:xfrm>
            <a:off x="10127421" y="6630439"/>
            <a:ext cx="5248889" cy="621030"/>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April Roadmap (20 min) → </a:t>
            </a:r>
            <a:r>
              <a:rPr lang="en-US" sz="1799">
                <a:solidFill>
                  <a:srgbClr val="000000"/>
                </a:solidFill>
                <a:latin typeface="TT Fors"/>
                <a:ea typeface="TT Fors"/>
                <a:cs typeface="TT Fors"/>
                <a:sym typeface="TT Fors"/>
              </a:rPr>
              <a:t>Decision: weekly milestones, owners</a:t>
            </a:r>
          </a:p>
        </p:txBody>
      </p:sp>
      <p:sp>
        <p:nvSpPr>
          <p:cNvPr id="46" name="TextBox 46"/>
          <p:cNvSpPr txBox="1"/>
          <p:nvPr/>
        </p:nvSpPr>
        <p:spPr>
          <a:xfrm>
            <a:off x="10579578" y="4787884"/>
            <a:ext cx="5248889" cy="621030"/>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Certification &amp; Webinar Governance (10 min) →</a:t>
            </a:r>
            <a:r>
              <a:rPr lang="en-US" sz="1799">
                <a:solidFill>
                  <a:srgbClr val="000000"/>
                </a:solidFill>
                <a:latin typeface="TT Fors"/>
                <a:ea typeface="TT Fors"/>
                <a:cs typeface="TT Fors"/>
                <a:sym typeface="TT Fors"/>
              </a:rPr>
              <a:t> Decision: exam dates + 2 topics each</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rot="2700000">
            <a:off x="14208769" y="6665143"/>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3">
              <a:alphaModFix amt="13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a:off x="2357775" y="903457"/>
            <a:ext cx="1642725" cy="1014969"/>
          </a:xfrm>
          <a:custGeom>
            <a:avLst/>
            <a:gdLst/>
            <a:ahLst/>
            <a:cxnLst/>
            <a:rect l="l" t="t" r="r" b="b"/>
            <a:pathLst>
              <a:path w="1642725" h="1014969">
                <a:moveTo>
                  <a:pt x="0" y="0"/>
                </a:moveTo>
                <a:lnTo>
                  <a:pt x="1642725" y="0"/>
                </a:lnTo>
                <a:lnTo>
                  <a:pt x="1642725" y="1014969"/>
                </a:lnTo>
                <a:lnTo>
                  <a:pt x="0" y="1014969"/>
                </a:lnTo>
                <a:lnTo>
                  <a:pt x="0" y="0"/>
                </a:lnTo>
                <a:close/>
              </a:path>
            </a:pathLst>
          </a:custGeom>
          <a:blipFill>
            <a:blip r:embed="rId5">
              <a:extLst>
                <a:ext uri="{96DAC541-7B7A-43D3-8B79-37D633B846F1}">
                  <asvg:svgBlip xmlns:asvg="http://schemas.microsoft.com/office/drawing/2016/SVG/main" r:embed="rId6"/>
                </a:ext>
              </a:extLst>
            </a:blip>
            <a:stretch>
              <a:fillRect l="-44877" t="-283791" r="-1042743" b="-228897"/>
            </a:stretch>
          </a:blipFill>
        </p:spPr>
        <p:txBody>
          <a:bodyPr/>
          <a:lstStyle/>
          <a:p>
            <a:endParaRPr lang="en-IN"/>
          </a:p>
        </p:txBody>
      </p:sp>
      <p:grpSp>
        <p:nvGrpSpPr>
          <p:cNvPr id="4" name="Group 4"/>
          <p:cNvGrpSpPr/>
          <p:nvPr/>
        </p:nvGrpSpPr>
        <p:grpSpPr>
          <a:xfrm rot="-5400000">
            <a:off x="-3370583" y="5659501"/>
            <a:ext cx="10484403" cy="972315"/>
            <a:chOff x="0" y="0"/>
            <a:chExt cx="2068384" cy="191820"/>
          </a:xfrm>
        </p:grpSpPr>
        <p:sp>
          <p:nvSpPr>
            <p:cNvPr id="5" name="Freeform 5"/>
            <p:cNvSpPr/>
            <p:nvPr/>
          </p:nvSpPr>
          <p:spPr>
            <a:xfrm>
              <a:off x="0" y="0"/>
              <a:ext cx="2068384" cy="191820"/>
            </a:xfrm>
            <a:custGeom>
              <a:avLst/>
              <a:gdLst/>
              <a:ahLst/>
              <a:cxnLst/>
              <a:rect l="l" t="t" r="r" b="b"/>
              <a:pathLst>
                <a:path w="2068384" h="191820">
                  <a:moveTo>
                    <a:pt x="1865184" y="0"/>
                  </a:moveTo>
                  <a:lnTo>
                    <a:pt x="0" y="0"/>
                  </a:lnTo>
                  <a:lnTo>
                    <a:pt x="203200" y="191820"/>
                  </a:lnTo>
                  <a:lnTo>
                    <a:pt x="2068384" y="191820"/>
                  </a:lnTo>
                  <a:lnTo>
                    <a:pt x="1865184" y="0"/>
                  </a:lnTo>
                  <a:close/>
                </a:path>
              </a:pathLst>
            </a:custGeom>
            <a:solidFill>
              <a:srgbClr val="FC8503"/>
            </a:solidFill>
          </p:spPr>
          <p:txBody>
            <a:bodyPr/>
            <a:lstStyle/>
            <a:p>
              <a:endParaRPr lang="en-IN"/>
            </a:p>
          </p:txBody>
        </p:sp>
        <p:sp>
          <p:nvSpPr>
            <p:cNvPr id="6" name="TextBox 6"/>
            <p:cNvSpPr txBox="1"/>
            <p:nvPr/>
          </p:nvSpPr>
          <p:spPr>
            <a:xfrm>
              <a:off x="101600" y="28575"/>
              <a:ext cx="1865184" cy="163245"/>
            </a:xfrm>
            <a:prstGeom prst="rect">
              <a:avLst/>
            </a:prstGeom>
          </p:spPr>
          <p:txBody>
            <a:bodyPr lIns="50800" tIns="50800" rIns="50800" bIns="50800" rtlCol="0" anchor="ctr"/>
            <a:lstStyle/>
            <a:p>
              <a:pPr algn="ctr">
                <a:lnSpc>
                  <a:spcPts val="2080"/>
                </a:lnSpc>
              </a:pPr>
              <a:endParaRPr/>
            </a:p>
          </p:txBody>
        </p:sp>
      </p:grpSp>
      <p:sp>
        <p:nvSpPr>
          <p:cNvPr id="7" name="Freeform 7"/>
          <p:cNvSpPr/>
          <p:nvPr/>
        </p:nvSpPr>
        <p:spPr>
          <a:xfrm rot="-5400000">
            <a:off x="2044690" y="1216542"/>
            <a:ext cx="1014969" cy="388799"/>
          </a:xfrm>
          <a:custGeom>
            <a:avLst/>
            <a:gdLst/>
            <a:ahLst/>
            <a:cxnLst/>
            <a:rect l="l" t="t" r="r" b="b"/>
            <a:pathLst>
              <a:path w="1014969" h="388799">
                <a:moveTo>
                  <a:pt x="0" y="0"/>
                </a:moveTo>
                <a:lnTo>
                  <a:pt x="1014969" y="0"/>
                </a:lnTo>
                <a:lnTo>
                  <a:pt x="1014969" y="388799"/>
                </a:lnTo>
                <a:lnTo>
                  <a:pt x="0" y="388799"/>
                </a:lnTo>
                <a:lnTo>
                  <a:pt x="0" y="0"/>
                </a:lnTo>
                <a:close/>
              </a:path>
            </a:pathLst>
          </a:custGeom>
          <a:blipFill>
            <a:blip r:embed="rId7">
              <a:alphaModFix amt="40000"/>
            </a:blip>
            <a:stretch>
              <a:fillRect l="-108011" t="-71408" r="-108424"/>
            </a:stretch>
          </a:blipFill>
        </p:spPr>
        <p:txBody>
          <a:bodyPr/>
          <a:lstStyle/>
          <a:p>
            <a:endParaRPr lang="en-IN"/>
          </a:p>
        </p:txBody>
      </p:sp>
      <p:sp>
        <p:nvSpPr>
          <p:cNvPr id="8" name="Freeform 8"/>
          <p:cNvSpPr/>
          <p:nvPr/>
        </p:nvSpPr>
        <p:spPr>
          <a:xfrm>
            <a:off x="2867738" y="1213705"/>
            <a:ext cx="432299" cy="394473"/>
          </a:xfrm>
          <a:custGeom>
            <a:avLst/>
            <a:gdLst/>
            <a:ahLst/>
            <a:cxnLst/>
            <a:rect l="l" t="t" r="r" b="b"/>
            <a:pathLst>
              <a:path w="432299" h="394473">
                <a:moveTo>
                  <a:pt x="0" y="0"/>
                </a:moveTo>
                <a:lnTo>
                  <a:pt x="432299" y="0"/>
                </a:lnTo>
                <a:lnTo>
                  <a:pt x="432299" y="394473"/>
                </a:lnTo>
                <a:lnTo>
                  <a:pt x="0" y="3944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grpSp>
        <p:nvGrpSpPr>
          <p:cNvPr id="9" name="Group 9"/>
          <p:cNvGrpSpPr/>
          <p:nvPr/>
        </p:nvGrpSpPr>
        <p:grpSpPr>
          <a:xfrm>
            <a:off x="2840495" y="3285418"/>
            <a:ext cx="2615040" cy="9066258"/>
            <a:chOff x="0" y="0"/>
            <a:chExt cx="3486719" cy="12088344"/>
          </a:xfrm>
        </p:grpSpPr>
        <p:sp>
          <p:nvSpPr>
            <p:cNvPr id="10" name="Freeform 10"/>
            <p:cNvSpPr/>
            <p:nvPr/>
          </p:nvSpPr>
          <p:spPr>
            <a:xfrm rot="-5400000">
              <a:off x="807514" y="468247"/>
              <a:ext cx="1353292" cy="518398"/>
            </a:xfrm>
            <a:custGeom>
              <a:avLst/>
              <a:gdLst/>
              <a:ahLst/>
              <a:cxnLst/>
              <a:rect l="l" t="t" r="r" b="b"/>
              <a:pathLst>
                <a:path w="1353292" h="518398">
                  <a:moveTo>
                    <a:pt x="0" y="0"/>
                  </a:moveTo>
                  <a:lnTo>
                    <a:pt x="1353293" y="0"/>
                  </a:lnTo>
                  <a:lnTo>
                    <a:pt x="1353293" y="518398"/>
                  </a:lnTo>
                  <a:lnTo>
                    <a:pt x="0" y="518398"/>
                  </a:lnTo>
                  <a:lnTo>
                    <a:pt x="0" y="0"/>
                  </a:lnTo>
                  <a:close/>
                </a:path>
              </a:pathLst>
            </a:custGeom>
            <a:blipFill>
              <a:blip r:embed="rId7">
                <a:alphaModFix amt="40000"/>
              </a:blip>
              <a:stretch>
                <a:fillRect l="-108011" t="-71408" r="-108424"/>
              </a:stretch>
            </a:blipFill>
          </p:spPr>
          <p:txBody>
            <a:bodyPr/>
            <a:lstStyle/>
            <a:p>
              <a:endParaRPr lang="en-IN"/>
            </a:p>
          </p:txBody>
        </p:sp>
        <p:sp>
          <p:nvSpPr>
            <p:cNvPr id="11" name="Freeform 11"/>
            <p:cNvSpPr/>
            <p:nvPr/>
          </p:nvSpPr>
          <p:spPr>
            <a:xfrm>
              <a:off x="1296420" y="0"/>
              <a:ext cx="2190299" cy="1353292"/>
            </a:xfrm>
            <a:custGeom>
              <a:avLst/>
              <a:gdLst/>
              <a:ahLst/>
              <a:cxnLst/>
              <a:rect l="l" t="t" r="r" b="b"/>
              <a:pathLst>
                <a:path w="2190299" h="1353292">
                  <a:moveTo>
                    <a:pt x="0" y="0"/>
                  </a:moveTo>
                  <a:lnTo>
                    <a:pt x="2190299" y="0"/>
                  </a:lnTo>
                  <a:lnTo>
                    <a:pt x="2190299" y="1353292"/>
                  </a:lnTo>
                  <a:lnTo>
                    <a:pt x="0" y="1353292"/>
                  </a:lnTo>
                  <a:lnTo>
                    <a:pt x="0" y="0"/>
                  </a:lnTo>
                  <a:close/>
                </a:path>
              </a:pathLst>
            </a:custGeom>
            <a:blipFill>
              <a:blip r:embed="rId10">
                <a:extLst>
                  <a:ext uri="{96DAC541-7B7A-43D3-8B79-37D633B846F1}">
                    <asvg:svgBlip xmlns:asvg="http://schemas.microsoft.com/office/drawing/2016/SVG/main" r:embed="rId11"/>
                  </a:ext>
                </a:extLst>
              </a:blip>
              <a:stretch>
                <a:fillRect l="-44877" t="-283791" r="-1042743" b="-228897"/>
              </a:stretch>
            </a:blipFill>
          </p:spPr>
          <p:txBody>
            <a:bodyPr/>
            <a:lstStyle/>
            <a:p>
              <a:endParaRPr lang="en-IN"/>
            </a:p>
          </p:txBody>
        </p:sp>
        <p:grpSp>
          <p:nvGrpSpPr>
            <p:cNvPr id="12" name="Group 12"/>
            <p:cNvGrpSpPr/>
            <p:nvPr/>
          </p:nvGrpSpPr>
          <p:grpSpPr>
            <a:xfrm rot="-5400000">
              <a:off x="-5395962" y="5395962"/>
              <a:ext cx="12088344" cy="1296420"/>
              <a:chOff x="0" y="0"/>
              <a:chExt cx="1788610" cy="191820"/>
            </a:xfrm>
          </p:grpSpPr>
          <p:sp>
            <p:nvSpPr>
              <p:cNvPr id="13" name="Freeform 13"/>
              <p:cNvSpPr/>
              <p:nvPr/>
            </p:nvSpPr>
            <p:spPr>
              <a:xfrm>
                <a:off x="0" y="0"/>
                <a:ext cx="1788610" cy="191820"/>
              </a:xfrm>
              <a:custGeom>
                <a:avLst/>
                <a:gdLst/>
                <a:ahLst/>
                <a:cxnLst/>
                <a:rect l="l" t="t" r="r" b="b"/>
                <a:pathLst>
                  <a:path w="1788610" h="191820">
                    <a:moveTo>
                      <a:pt x="1585410" y="0"/>
                    </a:moveTo>
                    <a:lnTo>
                      <a:pt x="0" y="0"/>
                    </a:lnTo>
                    <a:lnTo>
                      <a:pt x="203200" y="191820"/>
                    </a:lnTo>
                    <a:lnTo>
                      <a:pt x="1788610" y="191820"/>
                    </a:lnTo>
                    <a:lnTo>
                      <a:pt x="1585410" y="0"/>
                    </a:lnTo>
                    <a:close/>
                  </a:path>
                </a:pathLst>
              </a:custGeom>
              <a:solidFill>
                <a:srgbClr val="FFB706"/>
              </a:solidFill>
            </p:spPr>
            <p:txBody>
              <a:bodyPr/>
              <a:lstStyle/>
              <a:p>
                <a:endParaRPr lang="en-IN"/>
              </a:p>
            </p:txBody>
          </p:sp>
          <p:sp>
            <p:nvSpPr>
              <p:cNvPr id="14" name="TextBox 14"/>
              <p:cNvSpPr txBox="1"/>
              <p:nvPr/>
            </p:nvSpPr>
            <p:spPr>
              <a:xfrm>
                <a:off x="101600" y="28575"/>
                <a:ext cx="1585410" cy="163245"/>
              </a:xfrm>
              <a:prstGeom prst="rect">
                <a:avLst/>
              </a:prstGeom>
            </p:spPr>
            <p:txBody>
              <a:bodyPr lIns="50800" tIns="50800" rIns="50800" bIns="50800" rtlCol="0" anchor="ctr"/>
              <a:lstStyle/>
              <a:p>
                <a:pPr algn="ctr">
                  <a:lnSpc>
                    <a:spcPts val="2080"/>
                  </a:lnSpc>
                </a:pPr>
                <a:endParaRPr/>
              </a:p>
            </p:txBody>
          </p:sp>
        </p:grpSp>
        <p:sp>
          <p:nvSpPr>
            <p:cNvPr id="15" name="Freeform 15"/>
            <p:cNvSpPr/>
            <p:nvPr/>
          </p:nvSpPr>
          <p:spPr>
            <a:xfrm>
              <a:off x="2034461" y="413664"/>
              <a:ext cx="460218" cy="525964"/>
            </a:xfrm>
            <a:custGeom>
              <a:avLst/>
              <a:gdLst/>
              <a:ahLst/>
              <a:cxnLst/>
              <a:rect l="l" t="t" r="r" b="b"/>
              <a:pathLst>
                <a:path w="460218" h="525964">
                  <a:moveTo>
                    <a:pt x="0" y="0"/>
                  </a:moveTo>
                  <a:lnTo>
                    <a:pt x="460218" y="0"/>
                  </a:lnTo>
                  <a:lnTo>
                    <a:pt x="460218" y="525964"/>
                  </a:lnTo>
                  <a:lnTo>
                    <a:pt x="0" y="52596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grpSp>
      <p:sp>
        <p:nvSpPr>
          <p:cNvPr id="16" name="TextBox 16"/>
          <p:cNvSpPr txBox="1"/>
          <p:nvPr/>
        </p:nvSpPr>
        <p:spPr>
          <a:xfrm rot="-5400000">
            <a:off x="1324566" y="7708922"/>
            <a:ext cx="4178002" cy="292354"/>
          </a:xfrm>
          <a:prstGeom prst="rect">
            <a:avLst/>
          </a:prstGeom>
        </p:spPr>
        <p:txBody>
          <a:bodyPr lIns="0" tIns="0" rIns="0" bIns="0" rtlCol="0" anchor="t">
            <a:spAutoFit/>
          </a:bodyPr>
          <a:lstStyle/>
          <a:p>
            <a:pPr algn="l">
              <a:lnSpc>
                <a:spcPts val="2287"/>
              </a:lnSpc>
            </a:pPr>
            <a:r>
              <a:rPr lang="en-US" sz="2199" b="1">
                <a:solidFill>
                  <a:srgbClr val="021E47"/>
                </a:solidFill>
                <a:latin typeface="Gotham Bold"/>
                <a:ea typeface="Gotham Bold"/>
                <a:cs typeface="Gotham Bold"/>
                <a:sym typeface="Gotham Bold"/>
              </a:rPr>
              <a:t> Readiness &amp; Performance</a:t>
            </a:r>
          </a:p>
        </p:txBody>
      </p:sp>
      <p:sp>
        <p:nvSpPr>
          <p:cNvPr id="17" name="TextBox 17"/>
          <p:cNvSpPr txBox="1"/>
          <p:nvPr/>
        </p:nvSpPr>
        <p:spPr>
          <a:xfrm rot="-5400000">
            <a:off x="-740719" y="7206939"/>
            <a:ext cx="5170410" cy="303911"/>
          </a:xfrm>
          <a:prstGeom prst="rect">
            <a:avLst/>
          </a:prstGeom>
        </p:spPr>
        <p:txBody>
          <a:bodyPr lIns="0" tIns="0" rIns="0" bIns="0" rtlCol="0" anchor="t">
            <a:spAutoFit/>
          </a:bodyPr>
          <a:lstStyle/>
          <a:p>
            <a:pPr algn="l">
              <a:lnSpc>
                <a:spcPts val="2391"/>
              </a:lnSpc>
            </a:pPr>
            <a:r>
              <a:rPr lang="en-US" sz="2299" b="1">
                <a:solidFill>
                  <a:srgbClr val="021E47"/>
                </a:solidFill>
                <a:latin typeface="Gotham Bold"/>
                <a:ea typeface="Gotham Bold"/>
                <a:cs typeface="Gotham Bold"/>
                <a:sym typeface="Gotham Bold"/>
              </a:rPr>
              <a:t>Transition to Predictable Delivery</a:t>
            </a:r>
          </a:p>
        </p:txBody>
      </p:sp>
      <p:sp>
        <p:nvSpPr>
          <p:cNvPr id="18" name="Freeform 18"/>
          <p:cNvSpPr/>
          <p:nvPr/>
        </p:nvSpPr>
        <p:spPr>
          <a:xfrm rot="-5400000">
            <a:off x="5088855" y="5925398"/>
            <a:ext cx="1014969" cy="388799"/>
          </a:xfrm>
          <a:custGeom>
            <a:avLst/>
            <a:gdLst/>
            <a:ahLst/>
            <a:cxnLst/>
            <a:rect l="l" t="t" r="r" b="b"/>
            <a:pathLst>
              <a:path w="1014969" h="388799">
                <a:moveTo>
                  <a:pt x="0" y="0"/>
                </a:moveTo>
                <a:lnTo>
                  <a:pt x="1014970" y="0"/>
                </a:lnTo>
                <a:lnTo>
                  <a:pt x="1014970" y="388798"/>
                </a:lnTo>
                <a:lnTo>
                  <a:pt x="0" y="388798"/>
                </a:lnTo>
                <a:lnTo>
                  <a:pt x="0" y="0"/>
                </a:lnTo>
                <a:close/>
              </a:path>
            </a:pathLst>
          </a:custGeom>
          <a:blipFill>
            <a:blip r:embed="rId7">
              <a:alphaModFix amt="40000"/>
            </a:blip>
            <a:stretch>
              <a:fillRect l="-108011" t="-71408" r="-108424"/>
            </a:stretch>
          </a:blipFill>
        </p:spPr>
        <p:txBody>
          <a:bodyPr/>
          <a:lstStyle/>
          <a:p>
            <a:endParaRPr lang="en-IN"/>
          </a:p>
        </p:txBody>
      </p:sp>
      <p:sp>
        <p:nvSpPr>
          <p:cNvPr id="19" name="Freeform 19"/>
          <p:cNvSpPr/>
          <p:nvPr/>
        </p:nvSpPr>
        <p:spPr>
          <a:xfrm>
            <a:off x="5455535" y="5555330"/>
            <a:ext cx="1642725" cy="1014969"/>
          </a:xfrm>
          <a:custGeom>
            <a:avLst/>
            <a:gdLst/>
            <a:ahLst/>
            <a:cxnLst/>
            <a:rect l="l" t="t" r="r" b="b"/>
            <a:pathLst>
              <a:path w="1642725" h="1014969">
                <a:moveTo>
                  <a:pt x="0" y="0"/>
                </a:moveTo>
                <a:lnTo>
                  <a:pt x="1642724" y="0"/>
                </a:lnTo>
                <a:lnTo>
                  <a:pt x="1642724" y="1014969"/>
                </a:lnTo>
                <a:lnTo>
                  <a:pt x="0" y="1014969"/>
                </a:lnTo>
                <a:lnTo>
                  <a:pt x="0" y="0"/>
                </a:lnTo>
                <a:close/>
              </a:path>
            </a:pathLst>
          </a:custGeom>
          <a:blipFill>
            <a:blip r:embed="rId14">
              <a:extLst>
                <a:ext uri="{96DAC541-7B7A-43D3-8B79-37D633B846F1}">
                  <asvg:svgBlip xmlns:asvg="http://schemas.microsoft.com/office/drawing/2016/SVG/main" r:embed="rId15"/>
                </a:ext>
              </a:extLst>
            </a:blip>
            <a:stretch>
              <a:fillRect l="-44877" t="-283791" r="-1042743" b="-228897"/>
            </a:stretch>
          </a:blipFill>
        </p:spPr>
        <p:txBody>
          <a:bodyPr/>
          <a:lstStyle/>
          <a:p>
            <a:endParaRPr lang="en-IN"/>
          </a:p>
        </p:txBody>
      </p:sp>
      <p:grpSp>
        <p:nvGrpSpPr>
          <p:cNvPr id="20" name="Group 20"/>
          <p:cNvGrpSpPr/>
          <p:nvPr/>
        </p:nvGrpSpPr>
        <p:grpSpPr>
          <a:xfrm rot="-5400000">
            <a:off x="1028282" y="9010267"/>
            <a:ext cx="7882191" cy="972315"/>
            <a:chOff x="0" y="0"/>
            <a:chExt cx="1555015" cy="191820"/>
          </a:xfrm>
        </p:grpSpPr>
        <p:sp>
          <p:nvSpPr>
            <p:cNvPr id="21" name="Freeform 21"/>
            <p:cNvSpPr/>
            <p:nvPr/>
          </p:nvSpPr>
          <p:spPr>
            <a:xfrm>
              <a:off x="0" y="0"/>
              <a:ext cx="1555015" cy="191820"/>
            </a:xfrm>
            <a:custGeom>
              <a:avLst/>
              <a:gdLst/>
              <a:ahLst/>
              <a:cxnLst/>
              <a:rect l="l" t="t" r="r" b="b"/>
              <a:pathLst>
                <a:path w="1555015" h="191820">
                  <a:moveTo>
                    <a:pt x="1351815" y="0"/>
                  </a:moveTo>
                  <a:lnTo>
                    <a:pt x="0" y="0"/>
                  </a:lnTo>
                  <a:lnTo>
                    <a:pt x="203200" y="191820"/>
                  </a:lnTo>
                  <a:lnTo>
                    <a:pt x="1555015" y="191820"/>
                  </a:lnTo>
                  <a:lnTo>
                    <a:pt x="1351815" y="0"/>
                  </a:lnTo>
                  <a:close/>
                </a:path>
              </a:pathLst>
            </a:custGeom>
            <a:solidFill>
              <a:srgbClr val="021E47"/>
            </a:solidFill>
          </p:spPr>
          <p:txBody>
            <a:bodyPr/>
            <a:lstStyle/>
            <a:p>
              <a:endParaRPr lang="en-IN"/>
            </a:p>
          </p:txBody>
        </p:sp>
        <p:sp>
          <p:nvSpPr>
            <p:cNvPr id="22" name="TextBox 22"/>
            <p:cNvSpPr txBox="1"/>
            <p:nvPr/>
          </p:nvSpPr>
          <p:spPr>
            <a:xfrm>
              <a:off x="101600" y="28575"/>
              <a:ext cx="1351815" cy="163245"/>
            </a:xfrm>
            <a:prstGeom prst="rect">
              <a:avLst/>
            </a:prstGeom>
          </p:spPr>
          <p:txBody>
            <a:bodyPr lIns="50800" tIns="50800" rIns="50800" bIns="50800" rtlCol="0" anchor="ctr"/>
            <a:lstStyle/>
            <a:p>
              <a:pPr algn="ctr">
                <a:lnSpc>
                  <a:spcPts val="2080"/>
                </a:lnSpc>
              </a:pPr>
              <a:endParaRPr/>
            </a:p>
          </p:txBody>
        </p:sp>
      </p:grpSp>
      <p:sp>
        <p:nvSpPr>
          <p:cNvPr id="23" name="Freeform 23"/>
          <p:cNvSpPr/>
          <p:nvPr/>
        </p:nvSpPr>
        <p:spPr>
          <a:xfrm>
            <a:off x="5990764" y="5891309"/>
            <a:ext cx="394473" cy="394473"/>
          </a:xfrm>
          <a:custGeom>
            <a:avLst/>
            <a:gdLst/>
            <a:ahLst/>
            <a:cxnLst/>
            <a:rect l="l" t="t" r="r" b="b"/>
            <a:pathLst>
              <a:path w="394473" h="394473">
                <a:moveTo>
                  <a:pt x="0" y="0"/>
                </a:moveTo>
                <a:lnTo>
                  <a:pt x="394473" y="0"/>
                </a:lnTo>
                <a:lnTo>
                  <a:pt x="394473" y="394473"/>
                </a:lnTo>
                <a:lnTo>
                  <a:pt x="0" y="39447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24" name="TextBox 24"/>
          <p:cNvSpPr txBox="1"/>
          <p:nvPr/>
        </p:nvSpPr>
        <p:spPr>
          <a:xfrm rot="-5400000">
            <a:off x="3276455" y="7918888"/>
            <a:ext cx="3558567" cy="292354"/>
          </a:xfrm>
          <a:prstGeom prst="rect">
            <a:avLst/>
          </a:prstGeom>
        </p:spPr>
        <p:txBody>
          <a:bodyPr lIns="0" tIns="0" rIns="0" bIns="0" rtlCol="0" anchor="t">
            <a:spAutoFit/>
          </a:bodyPr>
          <a:lstStyle/>
          <a:p>
            <a:pPr algn="l">
              <a:lnSpc>
                <a:spcPts val="2287"/>
              </a:lnSpc>
            </a:pPr>
            <a:r>
              <a:rPr lang="en-US" sz="2199" b="1">
                <a:solidFill>
                  <a:srgbClr val="FCFEFF"/>
                </a:solidFill>
                <a:latin typeface="Gotham Bold"/>
                <a:ea typeface="Gotham Bold"/>
                <a:cs typeface="Gotham Bold"/>
                <a:sym typeface="Gotham Bold"/>
              </a:rPr>
              <a:t>Communication Maturity</a:t>
            </a:r>
          </a:p>
        </p:txBody>
      </p:sp>
      <p:sp>
        <p:nvSpPr>
          <p:cNvPr id="25" name="TextBox 25"/>
          <p:cNvSpPr txBox="1"/>
          <p:nvPr/>
        </p:nvSpPr>
        <p:spPr>
          <a:xfrm>
            <a:off x="4483220" y="1057275"/>
            <a:ext cx="6950879" cy="1000633"/>
          </a:xfrm>
          <a:prstGeom prst="rect">
            <a:avLst/>
          </a:prstGeom>
        </p:spPr>
        <p:txBody>
          <a:bodyPr lIns="0" tIns="0" rIns="0" bIns="0" rtlCol="0" anchor="t">
            <a:spAutoFit/>
          </a:bodyPr>
          <a:lstStyle/>
          <a:p>
            <a:pPr algn="l">
              <a:lnSpc>
                <a:spcPts val="1975"/>
              </a:lnSpc>
            </a:pPr>
            <a:r>
              <a:rPr lang="en-US" sz="1899">
                <a:solidFill>
                  <a:srgbClr val="021E47"/>
                </a:solidFill>
                <a:latin typeface="Gotham"/>
                <a:ea typeface="Gotham"/>
                <a:cs typeface="Gotham"/>
                <a:sym typeface="Gotham"/>
              </a:rPr>
              <a:t>This huddle marks the shift from stabilization to consistent, predictable delivery—with stable mock outcomes, disciplined communication, and visible execution standards.</a:t>
            </a:r>
          </a:p>
        </p:txBody>
      </p:sp>
      <p:sp>
        <p:nvSpPr>
          <p:cNvPr id="26" name="TextBox 26"/>
          <p:cNvSpPr txBox="1"/>
          <p:nvPr/>
        </p:nvSpPr>
        <p:spPr>
          <a:xfrm>
            <a:off x="12615199" y="1289905"/>
            <a:ext cx="4381500" cy="1504442"/>
          </a:xfrm>
          <a:prstGeom prst="rect">
            <a:avLst/>
          </a:prstGeom>
        </p:spPr>
        <p:txBody>
          <a:bodyPr lIns="0" tIns="0" rIns="0" bIns="0" rtlCol="0" anchor="t">
            <a:spAutoFit/>
          </a:bodyPr>
          <a:lstStyle/>
          <a:p>
            <a:pPr algn="r">
              <a:lnSpc>
                <a:spcPts val="5824"/>
              </a:lnSpc>
            </a:pPr>
            <a:r>
              <a:rPr lang="en-US" sz="5600" b="1">
                <a:solidFill>
                  <a:srgbClr val="021E47"/>
                </a:solidFill>
                <a:latin typeface="Gotham Bold"/>
                <a:ea typeface="Gotham Bold"/>
                <a:cs typeface="Gotham Bold"/>
                <a:sym typeface="Gotham Bold"/>
              </a:rPr>
              <a:t>MEETING THEMES</a:t>
            </a:r>
          </a:p>
        </p:txBody>
      </p:sp>
      <p:sp>
        <p:nvSpPr>
          <p:cNvPr id="27" name="TextBox 27"/>
          <p:cNvSpPr txBox="1"/>
          <p:nvPr/>
        </p:nvSpPr>
        <p:spPr>
          <a:xfrm>
            <a:off x="5790739" y="3230554"/>
            <a:ext cx="6210761" cy="1248283"/>
          </a:xfrm>
          <a:prstGeom prst="rect">
            <a:avLst/>
          </a:prstGeom>
        </p:spPr>
        <p:txBody>
          <a:bodyPr lIns="0" tIns="0" rIns="0" bIns="0" rtlCol="0" anchor="t">
            <a:spAutoFit/>
          </a:bodyPr>
          <a:lstStyle/>
          <a:p>
            <a:pPr marL="410209" lvl="1" indent="-205105" algn="l">
              <a:lnSpc>
                <a:spcPts val="1975"/>
              </a:lnSpc>
              <a:buFont typeface="Arial"/>
              <a:buChar char="•"/>
            </a:pPr>
            <a:r>
              <a:rPr lang="en-US" sz="1899">
                <a:solidFill>
                  <a:srgbClr val="021E47"/>
                </a:solidFill>
                <a:latin typeface="Gotham"/>
                <a:ea typeface="Gotham"/>
                <a:cs typeface="Gotham"/>
                <a:sym typeface="Gotham"/>
              </a:rPr>
              <a:t>Key improvements observed since February</a:t>
            </a:r>
          </a:p>
          <a:p>
            <a:pPr marL="410209" lvl="1" indent="-205105" algn="l">
              <a:lnSpc>
                <a:spcPts val="1975"/>
              </a:lnSpc>
              <a:buFont typeface="Arial"/>
              <a:buChar char="•"/>
            </a:pPr>
            <a:r>
              <a:rPr lang="en-US" sz="1899">
                <a:solidFill>
                  <a:srgbClr val="021E47"/>
                </a:solidFill>
                <a:latin typeface="Gotham"/>
                <a:ea typeface="Gotham"/>
                <a:cs typeface="Gotham"/>
                <a:sym typeface="Gotham"/>
              </a:rPr>
              <a:t>Areas where delivery stability still fluctuates</a:t>
            </a:r>
          </a:p>
          <a:p>
            <a:pPr marL="410209" lvl="1" indent="-205105" algn="l">
              <a:lnSpc>
                <a:spcPts val="1975"/>
              </a:lnSpc>
              <a:buFont typeface="Arial"/>
              <a:buChar char="•"/>
            </a:pPr>
            <a:r>
              <a:rPr lang="en-US" sz="1899">
                <a:solidFill>
                  <a:srgbClr val="021E47"/>
                </a:solidFill>
                <a:latin typeface="Gotham"/>
                <a:ea typeface="Gotham"/>
                <a:cs typeface="Gotham"/>
                <a:sym typeface="Gotham"/>
              </a:rPr>
              <a:t>Insights from mock sessions and recurring performance patterns</a:t>
            </a:r>
          </a:p>
          <a:p>
            <a:pPr marL="410209" lvl="1" indent="-205105" algn="l">
              <a:lnSpc>
                <a:spcPts val="1975"/>
              </a:lnSpc>
              <a:buFont typeface="Arial"/>
              <a:buChar char="•"/>
            </a:pPr>
            <a:r>
              <a:rPr lang="en-US" sz="1899">
                <a:solidFill>
                  <a:srgbClr val="021E47"/>
                </a:solidFill>
                <a:latin typeface="Gotham"/>
                <a:ea typeface="Gotham"/>
                <a:cs typeface="Gotham"/>
                <a:sym typeface="Gotham"/>
              </a:rPr>
              <a:t>Priority focus areas for the next 30 days</a:t>
            </a:r>
          </a:p>
        </p:txBody>
      </p:sp>
      <p:sp>
        <p:nvSpPr>
          <p:cNvPr id="28" name="Freeform 28"/>
          <p:cNvSpPr/>
          <p:nvPr/>
        </p:nvSpPr>
        <p:spPr>
          <a:xfrm rot="-5400000">
            <a:off x="3493015" y="3588979"/>
            <a:ext cx="1014969" cy="388799"/>
          </a:xfrm>
          <a:custGeom>
            <a:avLst/>
            <a:gdLst/>
            <a:ahLst/>
            <a:cxnLst/>
            <a:rect l="l" t="t" r="r" b="b"/>
            <a:pathLst>
              <a:path w="1014969" h="388799">
                <a:moveTo>
                  <a:pt x="0" y="0"/>
                </a:moveTo>
                <a:lnTo>
                  <a:pt x="1014970" y="0"/>
                </a:lnTo>
                <a:lnTo>
                  <a:pt x="1014970" y="388798"/>
                </a:lnTo>
                <a:lnTo>
                  <a:pt x="0" y="388798"/>
                </a:lnTo>
                <a:lnTo>
                  <a:pt x="0" y="0"/>
                </a:lnTo>
                <a:close/>
              </a:path>
            </a:pathLst>
          </a:custGeom>
          <a:blipFill>
            <a:blip r:embed="rId7">
              <a:alphaModFix amt="40000"/>
            </a:blip>
            <a:stretch>
              <a:fillRect l="-108011" t="-71408" r="-108424"/>
            </a:stretch>
          </a:blipFill>
        </p:spPr>
        <p:txBody>
          <a:bodyPr/>
          <a:lstStyle/>
          <a:p>
            <a:endParaRPr lang="en-IN"/>
          </a:p>
        </p:txBody>
      </p:sp>
      <p:sp>
        <p:nvSpPr>
          <p:cNvPr id="29" name="TextBox 29"/>
          <p:cNvSpPr txBox="1"/>
          <p:nvPr/>
        </p:nvSpPr>
        <p:spPr>
          <a:xfrm>
            <a:off x="7355434" y="5509943"/>
            <a:ext cx="7162036" cy="1248283"/>
          </a:xfrm>
          <a:prstGeom prst="rect">
            <a:avLst/>
          </a:prstGeom>
        </p:spPr>
        <p:txBody>
          <a:bodyPr lIns="0" tIns="0" rIns="0" bIns="0" rtlCol="0" anchor="t">
            <a:spAutoFit/>
          </a:bodyPr>
          <a:lstStyle/>
          <a:p>
            <a:pPr marL="410209" lvl="1" indent="-205105" algn="l">
              <a:lnSpc>
                <a:spcPts val="1975"/>
              </a:lnSpc>
              <a:buFont typeface="Arial"/>
              <a:buChar char="•"/>
            </a:pPr>
            <a:r>
              <a:rPr lang="en-US" sz="1899">
                <a:solidFill>
                  <a:srgbClr val="021E47"/>
                </a:solidFill>
                <a:latin typeface="Gotham"/>
                <a:ea typeface="Gotham"/>
                <a:cs typeface="Gotham"/>
                <a:sym typeface="Gotham"/>
              </a:rPr>
              <a:t>Reduce filler words and strengthen concept definitions</a:t>
            </a:r>
          </a:p>
          <a:p>
            <a:pPr marL="410209" lvl="1" indent="-205105" algn="l">
              <a:lnSpc>
                <a:spcPts val="1975"/>
              </a:lnSpc>
              <a:buFont typeface="Arial"/>
              <a:buChar char="•"/>
            </a:pPr>
            <a:r>
              <a:rPr lang="en-US" sz="1899">
                <a:solidFill>
                  <a:srgbClr val="021E47"/>
                </a:solidFill>
                <a:latin typeface="Gotham"/>
                <a:ea typeface="Gotham"/>
                <a:cs typeface="Gotham"/>
                <a:sym typeface="Gotham"/>
              </a:rPr>
              <a:t>Maintain clear delivery flow: Opening → Body → Closure</a:t>
            </a:r>
          </a:p>
          <a:p>
            <a:pPr marL="410209" lvl="1" indent="-205105" algn="l">
              <a:lnSpc>
                <a:spcPts val="1975"/>
              </a:lnSpc>
              <a:buFont typeface="Arial"/>
              <a:buChar char="•"/>
            </a:pPr>
            <a:r>
              <a:rPr lang="en-US" sz="1899">
                <a:solidFill>
                  <a:srgbClr val="021E47"/>
                </a:solidFill>
                <a:latin typeface="Gotham"/>
                <a:ea typeface="Gotham"/>
                <a:cs typeface="Gotham"/>
                <a:sym typeface="Gotham"/>
              </a:rPr>
              <a:t>Use bridge lines to transition smoothly between topics</a:t>
            </a:r>
          </a:p>
          <a:p>
            <a:pPr marL="410209" lvl="1" indent="-205105" algn="l">
              <a:lnSpc>
                <a:spcPts val="1975"/>
              </a:lnSpc>
              <a:buFont typeface="Arial"/>
              <a:buChar char="•"/>
            </a:pPr>
            <a:r>
              <a:rPr lang="en-US" sz="1899">
                <a:solidFill>
                  <a:srgbClr val="021E47"/>
                </a:solidFill>
                <a:latin typeface="Gotham"/>
                <a:ea typeface="Gotham"/>
                <a:cs typeface="Gotham"/>
                <a:sym typeface="Gotham"/>
              </a:rPr>
              <a:t>Ensure calm pacing and confident narration during window or demo transitions</a:t>
            </a:r>
          </a:p>
        </p:txBody>
      </p:sp>
      <p:sp>
        <p:nvSpPr>
          <p:cNvPr id="30" name="Freeform 30"/>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18"/>
            <a:stretch>
              <a:fillRect/>
            </a:stretch>
          </a:blipFill>
        </p:spPr>
        <p:txBody>
          <a:bodyPr/>
          <a:lstStyle/>
          <a:p>
            <a:endParaRPr lang="en-IN"/>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757705" y="0"/>
            <a:ext cx="9596673" cy="10287000"/>
            <a:chOff x="0" y="0"/>
            <a:chExt cx="2317830" cy="2484561"/>
          </a:xfrm>
        </p:grpSpPr>
        <p:sp>
          <p:nvSpPr>
            <p:cNvPr id="3" name="Freeform 3"/>
            <p:cNvSpPr/>
            <p:nvPr/>
          </p:nvSpPr>
          <p:spPr>
            <a:xfrm>
              <a:off x="0" y="0"/>
              <a:ext cx="2317830" cy="2484561"/>
            </a:xfrm>
            <a:custGeom>
              <a:avLst/>
              <a:gdLst/>
              <a:ahLst/>
              <a:cxnLst/>
              <a:rect l="l" t="t" r="r" b="b"/>
              <a:pathLst>
                <a:path w="2317830" h="2484561">
                  <a:moveTo>
                    <a:pt x="80673" y="0"/>
                  </a:moveTo>
                  <a:lnTo>
                    <a:pt x="2237157" y="0"/>
                  </a:lnTo>
                  <a:cubicBezTo>
                    <a:pt x="2281711" y="0"/>
                    <a:pt x="2317830" y="36119"/>
                    <a:pt x="2317830" y="80673"/>
                  </a:cubicBezTo>
                  <a:lnTo>
                    <a:pt x="2317830" y="2403888"/>
                  </a:lnTo>
                  <a:cubicBezTo>
                    <a:pt x="2317830" y="2448442"/>
                    <a:pt x="2281711" y="2484561"/>
                    <a:pt x="2237157" y="2484561"/>
                  </a:cubicBezTo>
                  <a:lnTo>
                    <a:pt x="80673" y="2484561"/>
                  </a:lnTo>
                  <a:cubicBezTo>
                    <a:pt x="36119" y="2484561"/>
                    <a:pt x="0" y="2448442"/>
                    <a:pt x="0" y="2403888"/>
                  </a:cubicBezTo>
                  <a:lnTo>
                    <a:pt x="0" y="80673"/>
                  </a:lnTo>
                  <a:cubicBezTo>
                    <a:pt x="0" y="36119"/>
                    <a:pt x="36119" y="0"/>
                    <a:pt x="80673" y="0"/>
                  </a:cubicBezTo>
                  <a:close/>
                </a:path>
              </a:pathLst>
            </a:custGeom>
            <a:solidFill>
              <a:srgbClr val="066CF4"/>
            </a:solidFill>
          </p:spPr>
          <p:txBody>
            <a:bodyPr/>
            <a:lstStyle/>
            <a:p>
              <a:endParaRPr lang="en-IN"/>
            </a:p>
          </p:txBody>
        </p:sp>
        <p:sp>
          <p:nvSpPr>
            <p:cNvPr id="4" name="TextBox 4"/>
            <p:cNvSpPr txBox="1"/>
            <p:nvPr/>
          </p:nvSpPr>
          <p:spPr>
            <a:xfrm>
              <a:off x="0" y="-57150"/>
              <a:ext cx="2317830" cy="2541711"/>
            </a:xfrm>
            <a:prstGeom prst="rect">
              <a:avLst/>
            </a:prstGeom>
          </p:spPr>
          <p:txBody>
            <a:bodyPr lIns="50800" tIns="50800" rIns="50800" bIns="50800" rtlCol="0" anchor="ctr"/>
            <a:lstStyle/>
            <a:p>
              <a:pPr algn="ctr">
                <a:lnSpc>
                  <a:spcPts val="3634"/>
                </a:lnSpc>
              </a:pPr>
              <a:endParaRPr/>
            </a:p>
          </p:txBody>
        </p:sp>
      </p:grpSp>
      <p:sp>
        <p:nvSpPr>
          <p:cNvPr id="5" name="Freeform 5"/>
          <p:cNvSpPr/>
          <p:nvPr/>
        </p:nvSpPr>
        <p:spPr>
          <a:xfrm>
            <a:off x="12516015" y="3086100"/>
            <a:ext cx="4743285" cy="4114800"/>
          </a:xfrm>
          <a:custGeom>
            <a:avLst/>
            <a:gdLst/>
            <a:ahLst/>
            <a:cxnLst/>
            <a:rect l="l" t="t" r="r" b="b"/>
            <a:pathLst>
              <a:path w="4743285" h="4114800">
                <a:moveTo>
                  <a:pt x="0" y="0"/>
                </a:moveTo>
                <a:lnTo>
                  <a:pt x="4743285" y="0"/>
                </a:lnTo>
                <a:lnTo>
                  <a:pt x="474328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1028700" y="6542867"/>
            <a:ext cx="6793219" cy="860425"/>
          </a:xfrm>
          <a:prstGeom prst="rect">
            <a:avLst/>
          </a:prstGeom>
        </p:spPr>
        <p:txBody>
          <a:bodyPr lIns="0" tIns="0" rIns="0" bIns="0" rtlCol="0" anchor="t">
            <a:spAutoFit/>
          </a:bodyPr>
          <a:lstStyle/>
          <a:p>
            <a:pPr algn="l">
              <a:lnSpc>
                <a:spcPts val="3499"/>
              </a:lnSpc>
            </a:pPr>
            <a:r>
              <a:rPr lang="en-US" sz="2499">
                <a:solidFill>
                  <a:srgbClr val="FFFFFF"/>
                </a:solidFill>
                <a:latin typeface="Helvetica World"/>
                <a:ea typeface="Helvetica World"/>
                <a:cs typeface="Helvetica World"/>
                <a:sym typeface="Helvetica World"/>
              </a:rPr>
              <a:t>Structured block: slides below are scoped only to this section.</a:t>
            </a:r>
          </a:p>
        </p:txBody>
      </p:sp>
      <p:grpSp>
        <p:nvGrpSpPr>
          <p:cNvPr id="7" name="Group 7"/>
          <p:cNvGrpSpPr/>
          <p:nvPr/>
        </p:nvGrpSpPr>
        <p:grpSpPr>
          <a:xfrm>
            <a:off x="1028700" y="3696508"/>
            <a:ext cx="6793219" cy="2893984"/>
            <a:chOff x="0" y="0"/>
            <a:chExt cx="9057625" cy="3858645"/>
          </a:xfrm>
        </p:grpSpPr>
        <p:sp>
          <p:nvSpPr>
            <p:cNvPr id="8" name="TextBox 8"/>
            <p:cNvSpPr txBox="1"/>
            <p:nvPr/>
          </p:nvSpPr>
          <p:spPr>
            <a:xfrm>
              <a:off x="0" y="1109262"/>
              <a:ext cx="9057625" cy="2749382"/>
            </a:xfrm>
            <a:prstGeom prst="rect">
              <a:avLst/>
            </a:prstGeom>
          </p:spPr>
          <p:txBody>
            <a:bodyPr lIns="0" tIns="0" rIns="0" bIns="0" rtlCol="0" anchor="t">
              <a:spAutoFit/>
            </a:bodyPr>
            <a:lstStyle/>
            <a:p>
              <a:pPr algn="l">
                <a:lnSpc>
                  <a:spcPts val="12671"/>
                </a:lnSpc>
              </a:pPr>
              <a:r>
                <a:rPr lang="en-US" sz="14399" b="1">
                  <a:solidFill>
                    <a:srgbClr val="FFFFFF"/>
                  </a:solidFill>
                  <a:latin typeface="Helvetica World Bold"/>
                  <a:ea typeface="Helvetica World Bold"/>
                  <a:cs typeface="Helvetica World Bold"/>
                  <a:sym typeface="Helvetica World Bold"/>
                </a:rPr>
                <a:t>MOCKS</a:t>
              </a:r>
            </a:p>
          </p:txBody>
        </p:sp>
        <p:sp>
          <p:nvSpPr>
            <p:cNvPr id="9" name="TextBox 9"/>
            <p:cNvSpPr txBox="1"/>
            <p:nvPr/>
          </p:nvSpPr>
          <p:spPr>
            <a:xfrm>
              <a:off x="92288" y="171450"/>
              <a:ext cx="4500154" cy="1189825"/>
            </a:xfrm>
            <a:prstGeom prst="rect">
              <a:avLst/>
            </a:prstGeom>
          </p:spPr>
          <p:txBody>
            <a:bodyPr lIns="0" tIns="0" rIns="0" bIns="0" rtlCol="0" anchor="t">
              <a:spAutoFit/>
            </a:bodyPr>
            <a:lstStyle/>
            <a:p>
              <a:pPr algn="l">
                <a:lnSpc>
                  <a:spcPts val="5427"/>
                </a:lnSpc>
              </a:pPr>
              <a:r>
                <a:rPr lang="en-US" sz="6167" b="1">
                  <a:solidFill>
                    <a:srgbClr val="FFFFFF"/>
                  </a:solidFill>
                  <a:latin typeface="Helvetica World Bold"/>
                  <a:ea typeface="Helvetica World Bold"/>
                  <a:cs typeface="Helvetica World Bold"/>
                  <a:sym typeface="Helvetica World Bold"/>
                </a:rPr>
                <a:t>LATEST</a:t>
              </a:r>
            </a:p>
          </p:txBody>
        </p:sp>
      </p:grpSp>
      <p:sp>
        <p:nvSpPr>
          <p:cNvPr id="10" name="Freeform 10"/>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5"/>
            <a:stretch>
              <a:fillRect/>
            </a:stretch>
          </a:blipFill>
        </p:spPr>
        <p:txBody>
          <a:bodyPr/>
          <a:lstStyle/>
          <a:p>
            <a:endParaRPr lang="en-IN"/>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a:off x="8068933" y="2967716"/>
            <a:ext cx="2151962" cy="2425870"/>
          </a:xfrm>
          <a:custGeom>
            <a:avLst/>
            <a:gdLst/>
            <a:ahLst/>
            <a:cxnLst/>
            <a:rect l="l" t="t" r="r" b="b"/>
            <a:pathLst>
              <a:path w="2151962" h="2425870">
                <a:moveTo>
                  <a:pt x="0" y="0"/>
                </a:moveTo>
                <a:lnTo>
                  <a:pt x="2151962" y="0"/>
                </a:lnTo>
                <a:lnTo>
                  <a:pt x="2151962" y="2425870"/>
                </a:lnTo>
                <a:lnTo>
                  <a:pt x="0" y="2425870"/>
                </a:lnTo>
                <a:lnTo>
                  <a:pt x="0" y="0"/>
                </a:lnTo>
                <a:close/>
              </a:path>
            </a:pathLst>
          </a:custGeom>
          <a:blipFill>
            <a:blip r:embed="rId3">
              <a:extLst>
                <a:ext uri="{96DAC541-7B7A-43D3-8B79-37D633B846F1}">
                  <asvg:svgBlip xmlns:asvg="http://schemas.microsoft.com/office/drawing/2016/SVG/main" r:embed="rId4"/>
                </a:ext>
              </a:extLst>
            </a:blip>
            <a:stretch>
              <a:fillRect l="-33865" r="-975200" b="-213598"/>
            </a:stretch>
          </a:blipFill>
        </p:spPr>
        <p:txBody>
          <a:bodyPr/>
          <a:lstStyle/>
          <a:p>
            <a:endParaRPr lang="en-IN"/>
          </a:p>
        </p:txBody>
      </p:sp>
      <p:sp>
        <p:nvSpPr>
          <p:cNvPr id="3" name="Freeform 3"/>
          <p:cNvSpPr/>
          <p:nvPr/>
        </p:nvSpPr>
        <p:spPr>
          <a:xfrm rot="4190764">
            <a:off x="9811359" y="4469322"/>
            <a:ext cx="2151962" cy="2425870"/>
          </a:xfrm>
          <a:custGeom>
            <a:avLst/>
            <a:gdLst/>
            <a:ahLst/>
            <a:cxnLst/>
            <a:rect l="l" t="t" r="r" b="b"/>
            <a:pathLst>
              <a:path w="2151962" h="2425870">
                <a:moveTo>
                  <a:pt x="0" y="0"/>
                </a:moveTo>
                <a:lnTo>
                  <a:pt x="2151962" y="0"/>
                </a:lnTo>
                <a:lnTo>
                  <a:pt x="2151962" y="2425871"/>
                </a:lnTo>
                <a:lnTo>
                  <a:pt x="0" y="2425871"/>
                </a:lnTo>
                <a:lnTo>
                  <a:pt x="0" y="0"/>
                </a:lnTo>
                <a:close/>
              </a:path>
            </a:pathLst>
          </a:custGeom>
          <a:blipFill>
            <a:blip r:embed="rId5">
              <a:extLst>
                <a:ext uri="{96DAC541-7B7A-43D3-8B79-37D633B846F1}">
                  <asvg:svgBlip xmlns:asvg="http://schemas.microsoft.com/office/drawing/2016/SVG/main" r:embed="rId6"/>
                </a:ext>
              </a:extLst>
            </a:blip>
            <a:stretch>
              <a:fillRect l="-33865" r="-975200" b="-213598"/>
            </a:stretch>
          </a:blipFill>
        </p:spPr>
        <p:txBody>
          <a:bodyPr/>
          <a:lstStyle/>
          <a:p>
            <a:endParaRPr lang="en-IN"/>
          </a:p>
        </p:txBody>
      </p:sp>
      <p:sp>
        <p:nvSpPr>
          <p:cNvPr id="4" name="Freeform 4"/>
          <p:cNvSpPr/>
          <p:nvPr/>
        </p:nvSpPr>
        <p:spPr>
          <a:xfrm rot="6552102" flipV="1">
            <a:off x="6325855" y="4469322"/>
            <a:ext cx="2151962" cy="2425870"/>
          </a:xfrm>
          <a:custGeom>
            <a:avLst/>
            <a:gdLst/>
            <a:ahLst/>
            <a:cxnLst/>
            <a:rect l="l" t="t" r="r" b="b"/>
            <a:pathLst>
              <a:path w="2151962" h="2425870">
                <a:moveTo>
                  <a:pt x="0" y="2425871"/>
                </a:moveTo>
                <a:lnTo>
                  <a:pt x="2151962" y="2425871"/>
                </a:lnTo>
                <a:lnTo>
                  <a:pt x="2151962" y="0"/>
                </a:lnTo>
                <a:lnTo>
                  <a:pt x="0" y="0"/>
                </a:lnTo>
                <a:lnTo>
                  <a:pt x="0" y="2425871"/>
                </a:lnTo>
                <a:close/>
              </a:path>
            </a:pathLst>
          </a:custGeom>
          <a:blipFill>
            <a:blip r:embed="rId7">
              <a:extLst>
                <a:ext uri="{96DAC541-7B7A-43D3-8B79-37D633B846F1}">
                  <asvg:svgBlip xmlns:asvg="http://schemas.microsoft.com/office/drawing/2016/SVG/main" r:embed="rId8"/>
                </a:ext>
              </a:extLst>
            </a:blip>
            <a:stretch>
              <a:fillRect l="-33865" r="-975200" b="-213598"/>
            </a:stretch>
          </a:blipFill>
        </p:spPr>
        <p:txBody>
          <a:bodyPr/>
          <a:lstStyle/>
          <a:p>
            <a:endParaRPr lang="en-IN"/>
          </a:p>
        </p:txBody>
      </p:sp>
      <p:sp>
        <p:nvSpPr>
          <p:cNvPr id="5" name="Freeform 5"/>
          <p:cNvSpPr/>
          <p:nvPr/>
        </p:nvSpPr>
        <p:spPr>
          <a:xfrm rot="2381520" flipV="1">
            <a:off x="6935802" y="6691197"/>
            <a:ext cx="2151962" cy="2425870"/>
          </a:xfrm>
          <a:custGeom>
            <a:avLst/>
            <a:gdLst/>
            <a:ahLst/>
            <a:cxnLst/>
            <a:rect l="l" t="t" r="r" b="b"/>
            <a:pathLst>
              <a:path w="2151962" h="2425870">
                <a:moveTo>
                  <a:pt x="0" y="2425870"/>
                </a:moveTo>
                <a:lnTo>
                  <a:pt x="2151962" y="2425870"/>
                </a:lnTo>
                <a:lnTo>
                  <a:pt x="2151962" y="0"/>
                </a:lnTo>
                <a:lnTo>
                  <a:pt x="0" y="0"/>
                </a:lnTo>
                <a:lnTo>
                  <a:pt x="0" y="2425870"/>
                </a:lnTo>
                <a:close/>
              </a:path>
            </a:pathLst>
          </a:custGeom>
          <a:blipFill>
            <a:blip r:embed="rId9">
              <a:extLst>
                <a:ext uri="{96DAC541-7B7A-43D3-8B79-37D633B846F1}">
                  <asvg:svgBlip xmlns:asvg="http://schemas.microsoft.com/office/drawing/2016/SVG/main" r:embed="rId10"/>
                </a:ext>
              </a:extLst>
            </a:blip>
            <a:stretch>
              <a:fillRect l="-33865" r="-975200" b="-213598"/>
            </a:stretch>
          </a:blipFill>
        </p:spPr>
        <p:txBody>
          <a:bodyPr/>
          <a:lstStyle/>
          <a:p>
            <a:endParaRPr lang="en-IN"/>
          </a:p>
        </p:txBody>
      </p:sp>
      <p:sp>
        <p:nvSpPr>
          <p:cNvPr id="6" name="Freeform 6"/>
          <p:cNvSpPr/>
          <p:nvPr/>
        </p:nvSpPr>
        <p:spPr>
          <a:xfrm rot="-2406274" flipV="1">
            <a:off x="9202064" y="6691197"/>
            <a:ext cx="2151962" cy="2425870"/>
          </a:xfrm>
          <a:custGeom>
            <a:avLst/>
            <a:gdLst/>
            <a:ahLst/>
            <a:cxnLst/>
            <a:rect l="l" t="t" r="r" b="b"/>
            <a:pathLst>
              <a:path w="2151962" h="2425870">
                <a:moveTo>
                  <a:pt x="0" y="2425870"/>
                </a:moveTo>
                <a:lnTo>
                  <a:pt x="2151962" y="2425870"/>
                </a:lnTo>
                <a:lnTo>
                  <a:pt x="2151962" y="0"/>
                </a:lnTo>
                <a:lnTo>
                  <a:pt x="0" y="0"/>
                </a:lnTo>
                <a:lnTo>
                  <a:pt x="0" y="2425870"/>
                </a:lnTo>
                <a:close/>
              </a:path>
            </a:pathLst>
          </a:custGeom>
          <a:blipFill>
            <a:blip r:embed="rId11">
              <a:extLst>
                <a:ext uri="{96DAC541-7B7A-43D3-8B79-37D633B846F1}">
                  <asvg:svgBlip xmlns:asvg="http://schemas.microsoft.com/office/drawing/2016/SVG/main" r:embed="rId12"/>
                </a:ext>
              </a:extLst>
            </a:blip>
            <a:stretch>
              <a:fillRect l="-33865" r="-975200" b="-213598"/>
            </a:stretch>
          </a:blipFill>
        </p:spPr>
        <p:txBody>
          <a:bodyPr/>
          <a:lstStyle/>
          <a:p>
            <a:endParaRPr lang="en-IN"/>
          </a:p>
        </p:txBody>
      </p:sp>
      <p:sp>
        <p:nvSpPr>
          <p:cNvPr id="7" name="Freeform 7"/>
          <p:cNvSpPr/>
          <p:nvPr/>
        </p:nvSpPr>
        <p:spPr>
          <a:xfrm rot="5400000">
            <a:off x="7200329" y="3676146"/>
            <a:ext cx="413300" cy="445092"/>
          </a:xfrm>
          <a:custGeom>
            <a:avLst/>
            <a:gdLst/>
            <a:ahLst/>
            <a:cxnLst/>
            <a:rect l="l" t="t" r="r" b="b"/>
            <a:pathLst>
              <a:path w="413300" h="445092">
                <a:moveTo>
                  <a:pt x="0" y="0"/>
                </a:moveTo>
                <a:lnTo>
                  <a:pt x="413300" y="0"/>
                </a:lnTo>
                <a:lnTo>
                  <a:pt x="413300" y="445092"/>
                </a:lnTo>
                <a:lnTo>
                  <a:pt x="0" y="445092"/>
                </a:lnTo>
                <a:lnTo>
                  <a:pt x="0" y="0"/>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8" name="Freeform 8"/>
          <p:cNvSpPr/>
          <p:nvPr/>
        </p:nvSpPr>
        <p:spPr>
          <a:xfrm flipH="1" flipV="1">
            <a:off x="10668000" y="3676146"/>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9" name="Freeform 9"/>
          <p:cNvSpPr/>
          <p:nvPr/>
        </p:nvSpPr>
        <p:spPr>
          <a:xfrm rot="4214005" flipH="1" flipV="1">
            <a:off x="11601450" y="6878571"/>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10" name="Freeform 10"/>
          <p:cNvSpPr/>
          <p:nvPr/>
        </p:nvSpPr>
        <p:spPr>
          <a:xfrm rot="7833206" flipH="1" flipV="1">
            <a:off x="8937350" y="8890979"/>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11" name="Freeform 11"/>
          <p:cNvSpPr/>
          <p:nvPr/>
        </p:nvSpPr>
        <p:spPr>
          <a:xfrm rot="1206417">
            <a:off x="6297774" y="6878571"/>
            <a:ext cx="413300" cy="445092"/>
          </a:xfrm>
          <a:custGeom>
            <a:avLst/>
            <a:gdLst/>
            <a:ahLst/>
            <a:cxnLst/>
            <a:rect l="l" t="t" r="r" b="b"/>
            <a:pathLst>
              <a:path w="413300" h="445092">
                <a:moveTo>
                  <a:pt x="0" y="0"/>
                </a:moveTo>
                <a:lnTo>
                  <a:pt x="413300" y="0"/>
                </a:lnTo>
                <a:lnTo>
                  <a:pt x="413300" y="445092"/>
                </a:lnTo>
                <a:lnTo>
                  <a:pt x="0" y="445092"/>
                </a:lnTo>
                <a:lnTo>
                  <a:pt x="0" y="0"/>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12" name="Freeform 12"/>
          <p:cNvSpPr/>
          <p:nvPr/>
        </p:nvSpPr>
        <p:spPr>
          <a:xfrm>
            <a:off x="8777572" y="3671014"/>
            <a:ext cx="732855" cy="732855"/>
          </a:xfrm>
          <a:custGeom>
            <a:avLst/>
            <a:gdLst/>
            <a:ahLst/>
            <a:cxnLst/>
            <a:rect l="l" t="t" r="r" b="b"/>
            <a:pathLst>
              <a:path w="732855" h="732855">
                <a:moveTo>
                  <a:pt x="0" y="0"/>
                </a:moveTo>
                <a:lnTo>
                  <a:pt x="732856" y="0"/>
                </a:lnTo>
                <a:lnTo>
                  <a:pt x="732856" y="732855"/>
                </a:lnTo>
                <a:lnTo>
                  <a:pt x="0" y="73285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IN"/>
          </a:p>
        </p:txBody>
      </p:sp>
      <p:sp>
        <p:nvSpPr>
          <p:cNvPr id="13" name="Freeform 13"/>
          <p:cNvSpPr/>
          <p:nvPr/>
        </p:nvSpPr>
        <p:spPr>
          <a:xfrm>
            <a:off x="10629900" y="5277730"/>
            <a:ext cx="732855" cy="732855"/>
          </a:xfrm>
          <a:custGeom>
            <a:avLst/>
            <a:gdLst/>
            <a:ahLst/>
            <a:cxnLst/>
            <a:rect l="l" t="t" r="r" b="b"/>
            <a:pathLst>
              <a:path w="732855" h="732855">
                <a:moveTo>
                  <a:pt x="0" y="0"/>
                </a:moveTo>
                <a:lnTo>
                  <a:pt x="732855" y="0"/>
                </a:lnTo>
                <a:lnTo>
                  <a:pt x="732855" y="732855"/>
                </a:lnTo>
                <a:lnTo>
                  <a:pt x="0" y="73285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IN"/>
          </a:p>
        </p:txBody>
      </p:sp>
      <p:sp>
        <p:nvSpPr>
          <p:cNvPr id="14" name="Freeform 14"/>
          <p:cNvSpPr/>
          <p:nvPr/>
        </p:nvSpPr>
        <p:spPr>
          <a:xfrm>
            <a:off x="10039350" y="7675331"/>
            <a:ext cx="657225" cy="657225"/>
          </a:xfrm>
          <a:custGeom>
            <a:avLst/>
            <a:gdLst/>
            <a:ahLst/>
            <a:cxnLst/>
            <a:rect l="l" t="t" r="r" b="b"/>
            <a:pathLst>
              <a:path w="657225" h="657225">
                <a:moveTo>
                  <a:pt x="0" y="0"/>
                </a:moveTo>
                <a:lnTo>
                  <a:pt x="657225" y="0"/>
                </a:lnTo>
                <a:lnTo>
                  <a:pt x="657225" y="657225"/>
                </a:lnTo>
                <a:lnTo>
                  <a:pt x="0" y="65722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IN"/>
          </a:p>
        </p:txBody>
      </p:sp>
      <p:sp>
        <p:nvSpPr>
          <p:cNvPr id="15" name="Freeform 15"/>
          <p:cNvSpPr/>
          <p:nvPr/>
        </p:nvSpPr>
        <p:spPr>
          <a:xfrm>
            <a:off x="7601174" y="8058360"/>
            <a:ext cx="641785" cy="264671"/>
          </a:xfrm>
          <a:custGeom>
            <a:avLst/>
            <a:gdLst/>
            <a:ahLst/>
            <a:cxnLst/>
            <a:rect l="l" t="t" r="r" b="b"/>
            <a:pathLst>
              <a:path w="641785" h="264671">
                <a:moveTo>
                  <a:pt x="0" y="0"/>
                </a:moveTo>
                <a:lnTo>
                  <a:pt x="641785" y="0"/>
                </a:lnTo>
                <a:lnTo>
                  <a:pt x="641785" y="264671"/>
                </a:lnTo>
                <a:lnTo>
                  <a:pt x="0" y="264671"/>
                </a:lnTo>
                <a:lnTo>
                  <a:pt x="0" y="0"/>
                </a:lnTo>
                <a:close/>
              </a:path>
            </a:pathLst>
          </a:custGeom>
          <a:blipFill>
            <a:blip r:embed="rId21">
              <a:extLst>
                <a:ext uri="{96DAC541-7B7A-43D3-8B79-37D633B846F1}">
                  <asvg:svgBlip xmlns:asvg="http://schemas.microsoft.com/office/drawing/2016/SVG/main" r:embed="rId22"/>
                </a:ext>
              </a:extLst>
            </a:blip>
            <a:stretch>
              <a:fillRect t="-133997"/>
            </a:stretch>
          </a:blipFill>
        </p:spPr>
        <p:txBody>
          <a:bodyPr/>
          <a:lstStyle/>
          <a:p>
            <a:endParaRPr lang="en-IN"/>
          </a:p>
        </p:txBody>
      </p:sp>
      <p:sp>
        <p:nvSpPr>
          <p:cNvPr id="16" name="Freeform 16"/>
          <p:cNvSpPr/>
          <p:nvPr/>
        </p:nvSpPr>
        <p:spPr>
          <a:xfrm>
            <a:off x="7819843" y="7665806"/>
            <a:ext cx="366976" cy="366976"/>
          </a:xfrm>
          <a:custGeom>
            <a:avLst/>
            <a:gdLst/>
            <a:ahLst/>
            <a:cxnLst/>
            <a:rect l="l" t="t" r="r" b="b"/>
            <a:pathLst>
              <a:path w="366976" h="366976">
                <a:moveTo>
                  <a:pt x="0" y="0"/>
                </a:moveTo>
                <a:lnTo>
                  <a:pt x="366976" y="0"/>
                </a:lnTo>
                <a:lnTo>
                  <a:pt x="366976" y="366976"/>
                </a:lnTo>
                <a:lnTo>
                  <a:pt x="0" y="36697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IN"/>
          </a:p>
        </p:txBody>
      </p:sp>
      <p:sp>
        <p:nvSpPr>
          <p:cNvPr id="17" name="Freeform 17"/>
          <p:cNvSpPr/>
          <p:nvPr/>
        </p:nvSpPr>
        <p:spPr>
          <a:xfrm>
            <a:off x="6915720" y="5308231"/>
            <a:ext cx="732855" cy="709953"/>
          </a:xfrm>
          <a:custGeom>
            <a:avLst/>
            <a:gdLst/>
            <a:ahLst/>
            <a:cxnLst/>
            <a:rect l="l" t="t" r="r" b="b"/>
            <a:pathLst>
              <a:path w="732855" h="709953">
                <a:moveTo>
                  <a:pt x="0" y="0"/>
                </a:moveTo>
                <a:lnTo>
                  <a:pt x="732855" y="0"/>
                </a:lnTo>
                <a:lnTo>
                  <a:pt x="732855" y="709953"/>
                </a:lnTo>
                <a:lnTo>
                  <a:pt x="0" y="709953"/>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IN"/>
          </a:p>
        </p:txBody>
      </p:sp>
      <p:sp>
        <p:nvSpPr>
          <p:cNvPr id="18" name="Freeform 18"/>
          <p:cNvSpPr/>
          <p:nvPr/>
        </p:nvSpPr>
        <p:spPr>
          <a:xfrm rot="2700000">
            <a:off x="13810044" y="8045727"/>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27">
              <a:alphaModFix amt="13000"/>
              <a:extLst>
                <a:ext uri="{96DAC541-7B7A-43D3-8B79-37D633B846F1}">
                  <asvg:svgBlip xmlns:asvg="http://schemas.microsoft.com/office/drawing/2016/SVG/main" r:embed="rId28"/>
                </a:ext>
              </a:extLst>
            </a:blip>
            <a:stretch>
              <a:fillRect/>
            </a:stretch>
          </a:blipFill>
        </p:spPr>
        <p:txBody>
          <a:bodyPr/>
          <a:lstStyle/>
          <a:p>
            <a:endParaRPr lang="en-IN"/>
          </a:p>
        </p:txBody>
      </p:sp>
      <p:sp>
        <p:nvSpPr>
          <p:cNvPr id="19" name="Freeform 19"/>
          <p:cNvSpPr/>
          <p:nvPr/>
        </p:nvSpPr>
        <p:spPr>
          <a:xfrm rot="2700000">
            <a:off x="1037709" y="-1174437"/>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27">
              <a:alphaModFix amt="13000"/>
              <a:extLst>
                <a:ext uri="{96DAC541-7B7A-43D3-8B79-37D633B846F1}">
                  <asvg:svgBlip xmlns:asvg="http://schemas.microsoft.com/office/drawing/2016/SVG/main" r:embed="rId28"/>
                </a:ext>
              </a:extLst>
            </a:blip>
            <a:stretch>
              <a:fillRect/>
            </a:stretch>
          </a:blipFill>
        </p:spPr>
        <p:txBody>
          <a:bodyPr/>
          <a:lstStyle/>
          <a:p>
            <a:endParaRPr lang="en-IN"/>
          </a:p>
        </p:txBody>
      </p:sp>
      <p:sp>
        <p:nvSpPr>
          <p:cNvPr id="20" name="TextBox 20"/>
          <p:cNvSpPr txBox="1"/>
          <p:nvPr/>
        </p:nvSpPr>
        <p:spPr>
          <a:xfrm>
            <a:off x="1029614" y="1053698"/>
            <a:ext cx="16230600" cy="771017"/>
          </a:xfrm>
          <a:prstGeom prst="rect">
            <a:avLst/>
          </a:prstGeom>
        </p:spPr>
        <p:txBody>
          <a:bodyPr lIns="0" tIns="0" rIns="0" bIns="0" rtlCol="0" anchor="t">
            <a:spAutoFit/>
          </a:bodyPr>
          <a:lstStyle/>
          <a:p>
            <a:pPr algn="ctr">
              <a:lnSpc>
                <a:spcPts val="5824"/>
              </a:lnSpc>
            </a:pPr>
            <a:r>
              <a:rPr lang="en-US" sz="5600" b="1">
                <a:solidFill>
                  <a:srgbClr val="021E47"/>
                </a:solidFill>
                <a:latin typeface="Gotham Bold"/>
                <a:ea typeface="Gotham Bold"/>
                <a:cs typeface="Gotham Bold"/>
                <a:sym typeface="Gotham Bold"/>
              </a:rPr>
              <a:t>SUMMARY — ABHINAV (DP‑700)</a:t>
            </a:r>
          </a:p>
        </p:txBody>
      </p:sp>
      <p:sp>
        <p:nvSpPr>
          <p:cNvPr id="21" name="TextBox 21"/>
          <p:cNvSpPr txBox="1"/>
          <p:nvPr/>
        </p:nvSpPr>
        <p:spPr>
          <a:xfrm>
            <a:off x="3148205" y="1984100"/>
            <a:ext cx="11771829" cy="269240"/>
          </a:xfrm>
          <a:prstGeom prst="rect">
            <a:avLst/>
          </a:prstGeom>
        </p:spPr>
        <p:txBody>
          <a:bodyPr lIns="0" tIns="0" rIns="0" bIns="0" rtlCol="0" anchor="t">
            <a:spAutoFit/>
          </a:bodyPr>
          <a:lstStyle/>
          <a:p>
            <a:pPr algn="ctr">
              <a:lnSpc>
                <a:spcPts val="2080"/>
              </a:lnSpc>
              <a:spcBef>
                <a:spcPct val="0"/>
              </a:spcBef>
            </a:pPr>
            <a:r>
              <a:rPr lang="en-US" sz="2000" b="1">
                <a:solidFill>
                  <a:srgbClr val="000000"/>
                </a:solidFill>
                <a:latin typeface="Gotham Bold"/>
                <a:ea typeface="Gotham Bold"/>
                <a:cs typeface="Gotham Bold"/>
                <a:sym typeface="Gotham Bold"/>
              </a:rPr>
              <a:t>Stamp: “Mock date: 11 Mar 2026, 11:46 AM | Course: DP‑700 (Fabric) | Decision: Not Ready”</a:t>
            </a:r>
          </a:p>
        </p:txBody>
      </p:sp>
      <p:grpSp>
        <p:nvGrpSpPr>
          <p:cNvPr id="22" name="Group 22"/>
          <p:cNvGrpSpPr/>
          <p:nvPr/>
        </p:nvGrpSpPr>
        <p:grpSpPr>
          <a:xfrm>
            <a:off x="1028700" y="3028300"/>
            <a:ext cx="2535936" cy="585216"/>
            <a:chOff x="0" y="0"/>
            <a:chExt cx="3381248" cy="780288"/>
          </a:xfrm>
        </p:grpSpPr>
        <p:sp>
          <p:nvSpPr>
            <p:cNvPr id="23" name="Freeform 23"/>
            <p:cNvSpPr/>
            <p:nvPr/>
          </p:nvSpPr>
          <p:spPr>
            <a:xfrm>
              <a:off x="0" y="0"/>
              <a:ext cx="3381248" cy="780288"/>
            </a:xfrm>
            <a:custGeom>
              <a:avLst/>
              <a:gdLst/>
              <a:ahLst/>
              <a:cxnLst/>
              <a:rect l="l" t="t" r="r" b="b"/>
              <a:pathLst>
                <a:path w="3381248" h="780288">
                  <a:moveTo>
                    <a:pt x="0" y="130048"/>
                  </a:moveTo>
                  <a:cubicBezTo>
                    <a:pt x="0" y="58166"/>
                    <a:pt x="58166" y="0"/>
                    <a:pt x="130048" y="0"/>
                  </a:cubicBezTo>
                  <a:lnTo>
                    <a:pt x="3251200" y="0"/>
                  </a:lnTo>
                  <a:cubicBezTo>
                    <a:pt x="3323082" y="0"/>
                    <a:pt x="3381248" y="58166"/>
                    <a:pt x="3381248" y="130048"/>
                  </a:cubicBezTo>
                  <a:lnTo>
                    <a:pt x="3381248" y="650240"/>
                  </a:lnTo>
                  <a:cubicBezTo>
                    <a:pt x="3381248" y="722122"/>
                    <a:pt x="3323082" y="780288"/>
                    <a:pt x="3251200" y="780288"/>
                  </a:cubicBezTo>
                  <a:lnTo>
                    <a:pt x="130048" y="780288"/>
                  </a:lnTo>
                  <a:cubicBezTo>
                    <a:pt x="58166" y="780288"/>
                    <a:pt x="0" y="722122"/>
                    <a:pt x="0" y="650240"/>
                  </a:cubicBezTo>
                  <a:close/>
                </a:path>
              </a:pathLst>
            </a:custGeom>
            <a:solidFill>
              <a:srgbClr val="F28A00"/>
            </a:solidFill>
          </p:spPr>
          <p:txBody>
            <a:bodyPr/>
            <a:lstStyle/>
            <a:p>
              <a:endParaRPr lang="en-IN"/>
            </a:p>
          </p:txBody>
        </p:sp>
        <p:sp>
          <p:nvSpPr>
            <p:cNvPr id="24" name="TextBox 24"/>
            <p:cNvSpPr txBox="1"/>
            <p:nvPr/>
          </p:nvSpPr>
          <p:spPr>
            <a:xfrm>
              <a:off x="0" y="28575"/>
              <a:ext cx="3381248"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Gating criteria</a:t>
              </a:r>
            </a:p>
          </p:txBody>
        </p:sp>
      </p:grpSp>
      <p:sp>
        <p:nvSpPr>
          <p:cNvPr id="25" name="TextBox 25"/>
          <p:cNvSpPr txBox="1"/>
          <p:nvPr/>
        </p:nvSpPr>
        <p:spPr>
          <a:xfrm>
            <a:off x="1120140" y="3775822"/>
            <a:ext cx="2548128" cy="12707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≥90% readiness before delivery.</a:t>
            </a:r>
          </a:p>
          <a:p>
            <a:pPr marL="0" lvl="0" indent="0" algn="r">
              <a:lnSpc>
                <a:spcPts val="1663"/>
              </a:lnSpc>
              <a:spcBef>
                <a:spcPct val="0"/>
              </a:spcBef>
            </a:pPr>
            <a:r>
              <a:rPr lang="en-US" sz="1599" u="none" strike="noStrike">
                <a:solidFill>
                  <a:srgbClr val="021E47"/>
                </a:solidFill>
                <a:latin typeface="Gotham"/>
                <a:ea typeface="Gotham"/>
                <a:cs typeface="Gotham"/>
                <a:sym typeface="Gotham"/>
              </a:rPr>
              <a:t>Definitions ≤15 sec. Use bridge transitions.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Lab narration: Goal → Steps → Verify → Next.</a:t>
            </a:r>
          </a:p>
        </p:txBody>
      </p:sp>
      <p:grpSp>
        <p:nvGrpSpPr>
          <p:cNvPr id="26" name="Group 26"/>
          <p:cNvGrpSpPr/>
          <p:nvPr/>
        </p:nvGrpSpPr>
        <p:grpSpPr>
          <a:xfrm>
            <a:off x="1828421" y="5638314"/>
            <a:ext cx="2535936" cy="585216"/>
            <a:chOff x="0" y="0"/>
            <a:chExt cx="3381248" cy="780288"/>
          </a:xfrm>
        </p:grpSpPr>
        <p:sp>
          <p:nvSpPr>
            <p:cNvPr id="27" name="Freeform 27"/>
            <p:cNvSpPr/>
            <p:nvPr/>
          </p:nvSpPr>
          <p:spPr>
            <a:xfrm>
              <a:off x="0" y="0"/>
              <a:ext cx="3381248" cy="780288"/>
            </a:xfrm>
            <a:custGeom>
              <a:avLst/>
              <a:gdLst/>
              <a:ahLst/>
              <a:cxnLst/>
              <a:rect l="l" t="t" r="r" b="b"/>
              <a:pathLst>
                <a:path w="3381248" h="780288">
                  <a:moveTo>
                    <a:pt x="0" y="130048"/>
                  </a:moveTo>
                  <a:cubicBezTo>
                    <a:pt x="0" y="58166"/>
                    <a:pt x="58166" y="0"/>
                    <a:pt x="130048" y="0"/>
                  </a:cubicBezTo>
                  <a:lnTo>
                    <a:pt x="3251200" y="0"/>
                  </a:lnTo>
                  <a:cubicBezTo>
                    <a:pt x="3323082" y="0"/>
                    <a:pt x="3381248" y="58166"/>
                    <a:pt x="3381248" y="130048"/>
                  </a:cubicBezTo>
                  <a:lnTo>
                    <a:pt x="3381248" y="650240"/>
                  </a:lnTo>
                  <a:cubicBezTo>
                    <a:pt x="3381248" y="722122"/>
                    <a:pt x="3323082" y="780288"/>
                    <a:pt x="3251200" y="780288"/>
                  </a:cubicBezTo>
                  <a:lnTo>
                    <a:pt x="130048" y="780288"/>
                  </a:lnTo>
                  <a:cubicBezTo>
                    <a:pt x="58166" y="780288"/>
                    <a:pt x="0" y="722122"/>
                    <a:pt x="0" y="650240"/>
                  </a:cubicBezTo>
                  <a:close/>
                </a:path>
              </a:pathLst>
            </a:custGeom>
            <a:solidFill>
              <a:srgbClr val="FFC801"/>
            </a:solidFill>
          </p:spPr>
          <p:txBody>
            <a:bodyPr/>
            <a:lstStyle/>
            <a:p>
              <a:endParaRPr lang="en-IN"/>
            </a:p>
          </p:txBody>
        </p:sp>
        <p:sp>
          <p:nvSpPr>
            <p:cNvPr id="28" name="TextBox 28"/>
            <p:cNvSpPr txBox="1"/>
            <p:nvPr/>
          </p:nvSpPr>
          <p:spPr>
            <a:xfrm>
              <a:off x="0" y="28575"/>
              <a:ext cx="3381248"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Analyze Input</a:t>
              </a:r>
            </a:p>
          </p:txBody>
        </p:sp>
      </p:grpSp>
      <p:sp>
        <p:nvSpPr>
          <p:cNvPr id="29" name="TextBox 29"/>
          <p:cNvSpPr txBox="1"/>
          <p:nvPr/>
        </p:nvSpPr>
        <p:spPr>
          <a:xfrm>
            <a:off x="1919861" y="6385836"/>
            <a:ext cx="2548128" cy="8516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Strengths: coachable, Fabric basics clear.</a:t>
            </a:r>
          </a:p>
          <a:p>
            <a:pPr marL="0" lvl="0" indent="0" algn="r">
              <a:lnSpc>
                <a:spcPts val="1663"/>
              </a:lnSpc>
              <a:spcBef>
                <a:spcPct val="0"/>
              </a:spcBef>
            </a:pPr>
            <a:r>
              <a:rPr lang="en-US" sz="1599" u="none" strike="noStrike">
                <a:solidFill>
                  <a:srgbClr val="021E47"/>
                </a:solidFill>
                <a:latin typeface="Gotham"/>
                <a:ea typeface="Gotham"/>
                <a:cs typeface="Gotham"/>
                <a:sym typeface="Gotham"/>
              </a:rPr>
              <a:t>Improve delivery clarity and remove fillers.</a:t>
            </a:r>
          </a:p>
        </p:txBody>
      </p:sp>
      <p:grpSp>
        <p:nvGrpSpPr>
          <p:cNvPr id="30" name="Group 30"/>
          <p:cNvGrpSpPr/>
          <p:nvPr/>
        </p:nvGrpSpPr>
        <p:grpSpPr>
          <a:xfrm>
            <a:off x="3038000" y="7925816"/>
            <a:ext cx="2535936" cy="585216"/>
            <a:chOff x="0" y="0"/>
            <a:chExt cx="3381248" cy="780288"/>
          </a:xfrm>
        </p:grpSpPr>
        <p:sp>
          <p:nvSpPr>
            <p:cNvPr id="31" name="Freeform 31"/>
            <p:cNvSpPr/>
            <p:nvPr/>
          </p:nvSpPr>
          <p:spPr>
            <a:xfrm>
              <a:off x="0" y="0"/>
              <a:ext cx="3381248" cy="780288"/>
            </a:xfrm>
            <a:custGeom>
              <a:avLst/>
              <a:gdLst/>
              <a:ahLst/>
              <a:cxnLst/>
              <a:rect l="l" t="t" r="r" b="b"/>
              <a:pathLst>
                <a:path w="3381248" h="780288">
                  <a:moveTo>
                    <a:pt x="0" y="130048"/>
                  </a:moveTo>
                  <a:cubicBezTo>
                    <a:pt x="0" y="58166"/>
                    <a:pt x="58166" y="0"/>
                    <a:pt x="130048" y="0"/>
                  </a:cubicBezTo>
                  <a:lnTo>
                    <a:pt x="3251200" y="0"/>
                  </a:lnTo>
                  <a:cubicBezTo>
                    <a:pt x="3323082" y="0"/>
                    <a:pt x="3381248" y="58166"/>
                    <a:pt x="3381248" y="130048"/>
                  </a:cubicBezTo>
                  <a:lnTo>
                    <a:pt x="3381248" y="650240"/>
                  </a:lnTo>
                  <a:cubicBezTo>
                    <a:pt x="3381248" y="722122"/>
                    <a:pt x="3323082" y="780288"/>
                    <a:pt x="3251200" y="780288"/>
                  </a:cubicBezTo>
                  <a:lnTo>
                    <a:pt x="130048" y="780288"/>
                  </a:lnTo>
                  <a:cubicBezTo>
                    <a:pt x="58166" y="780288"/>
                    <a:pt x="0" y="722122"/>
                    <a:pt x="0" y="650240"/>
                  </a:cubicBezTo>
                  <a:close/>
                </a:path>
              </a:pathLst>
            </a:custGeom>
            <a:solidFill>
              <a:srgbClr val="122359"/>
            </a:solidFill>
          </p:spPr>
          <p:txBody>
            <a:bodyPr/>
            <a:lstStyle/>
            <a:p>
              <a:endParaRPr lang="en-IN"/>
            </a:p>
          </p:txBody>
        </p:sp>
        <p:sp>
          <p:nvSpPr>
            <p:cNvPr id="32" name="TextBox 32"/>
            <p:cNvSpPr txBox="1"/>
            <p:nvPr/>
          </p:nvSpPr>
          <p:spPr>
            <a:xfrm>
              <a:off x="0" y="28575"/>
              <a:ext cx="3381248"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Prioritize Fixes</a:t>
              </a:r>
            </a:p>
          </p:txBody>
        </p:sp>
      </p:grpSp>
      <p:sp>
        <p:nvSpPr>
          <p:cNvPr id="33" name="TextBox 33"/>
          <p:cNvSpPr txBox="1"/>
          <p:nvPr/>
        </p:nvSpPr>
        <p:spPr>
          <a:xfrm>
            <a:off x="3129440" y="8673338"/>
            <a:ext cx="2548128" cy="8516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Practice definitions daily.</a:t>
            </a:r>
          </a:p>
          <a:p>
            <a:pPr marL="0" lvl="0" indent="0" algn="r">
              <a:lnSpc>
                <a:spcPts val="1663"/>
              </a:lnSpc>
              <a:spcBef>
                <a:spcPct val="0"/>
              </a:spcBef>
            </a:pPr>
            <a:r>
              <a:rPr lang="en-US" sz="1599" u="none" strike="noStrike">
                <a:solidFill>
                  <a:srgbClr val="021E47"/>
                </a:solidFill>
                <a:latin typeface="Gotham"/>
                <a:ea typeface="Gotham"/>
                <a:cs typeface="Gotham"/>
                <a:sym typeface="Gotham"/>
              </a:rPr>
              <a:t>Add industry examples.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Prepare demo environment.</a:t>
            </a:r>
          </a:p>
        </p:txBody>
      </p:sp>
      <p:grpSp>
        <p:nvGrpSpPr>
          <p:cNvPr id="34" name="Group 34"/>
          <p:cNvGrpSpPr/>
          <p:nvPr/>
        </p:nvGrpSpPr>
        <p:grpSpPr>
          <a:xfrm>
            <a:off x="14635105" y="3061653"/>
            <a:ext cx="2438400" cy="721868"/>
            <a:chOff x="0" y="0"/>
            <a:chExt cx="3251200" cy="962491"/>
          </a:xfrm>
        </p:grpSpPr>
        <p:sp>
          <p:nvSpPr>
            <p:cNvPr id="35" name="Freeform 35"/>
            <p:cNvSpPr/>
            <p:nvPr/>
          </p:nvSpPr>
          <p:spPr>
            <a:xfrm>
              <a:off x="0" y="0"/>
              <a:ext cx="3251200" cy="962491"/>
            </a:xfrm>
            <a:custGeom>
              <a:avLst/>
              <a:gdLst/>
              <a:ahLst/>
              <a:cxnLst/>
              <a:rect l="l" t="t" r="r" b="b"/>
              <a:pathLst>
                <a:path w="3251200" h="962491">
                  <a:moveTo>
                    <a:pt x="0" y="160415"/>
                  </a:moveTo>
                  <a:cubicBezTo>
                    <a:pt x="0" y="71748"/>
                    <a:pt x="58166" y="0"/>
                    <a:pt x="130048" y="0"/>
                  </a:cubicBezTo>
                  <a:lnTo>
                    <a:pt x="3121152" y="0"/>
                  </a:lnTo>
                  <a:cubicBezTo>
                    <a:pt x="3193034" y="0"/>
                    <a:pt x="3251200" y="71748"/>
                    <a:pt x="3251200" y="160415"/>
                  </a:cubicBezTo>
                  <a:lnTo>
                    <a:pt x="3251200" y="802076"/>
                  </a:lnTo>
                  <a:cubicBezTo>
                    <a:pt x="3251200" y="890743"/>
                    <a:pt x="3193034" y="962491"/>
                    <a:pt x="3121152" y="962491"/>
                  </a:cubicBezTo>
                  <a:lnTo>
                    <a:pt x="130048" y="962491"/>
                  </a:lnTo>
                  <a:cubicBezTo>
                    <a:pt x="58166" y="962491"/>
                    <a:pt x="0" y="890743"/>
                    <a:pt x="0" y="802076"/>
                  </a:cubicBezTo>
                  <a:close/>
                </a:path>
              </a:pathLst>
            </a:custGeom>
            <a:solidFill>
              <a:srgbClr val="8DBDD0"/>
            </a:solidFill>
          </p:spPr>
          <p:txBody>
            <a:bodyPr/>
            <a:lstStyle/>
            <a:p>
              <a:endParaRPr lang="en-IN"/>
            </a:p>
          </p:txBody>
        </p:sp>
        <p:sp>
          <p:nvSpPr>
            <p:cNvPr id="36" name="TextBox 36"/>
            <p:cNvSpPr txBox="1"/>
            <p:nvPr/>
          </p:nvSpPr>
          <p:spPr>
            <a:xfrm>
              <a:off x="0" y="28575"/>
              <a:ext cx="3251200" cy="933916"/>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Implement Changes</a:t>
              </a:r>
            </a:p>
          </p:txBody>
        </p:sp>
      </p:grpSp>
      <p:sp>
        <p:nvSpPr>
          <p:cNvPr id="37" name="TextBox 37"/>
          <p:cNvSpPr txBox="1"/>
          <p:nvPr/>
        </p:nvSpPr>
        <p:spPr>
          <a:xfrm>
            <a:off x="14726545" y="3809175"/>
            <a:ext cx="2548128" cy="8516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Reduce fillers and tighten definitions.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Use trainer bridge lines between topics.</a:t>
            </a:r>
          </a:p>
        </p:txBody>
      </p:sp>
      <p:grpSp>
        <p:nvGrpSpPr>
          <p:cNvPr id="38" name="Group 38"/>
          <p:cNvGrpSpPr/>
          <p:nvPr/>
        </p:nvGrpSpPr>
        <p:grpSpPr>
          <a:xfrm>
            <a:off x="14425555" y="6514297"/>
            <a:ext cx="2438400" cy="585216"/>
            <a:chOff x="0" y="0"/>
            <a:chExt cx="3251200" cy="780288"/>
          </a:xfrm>
        </p:grpSpPr>
        <p:sp>
          <p:nvSpPr>
            <p:cNvPr id="39" name="Freeform 39"/>
            <p:cNvSpPr/>
            <p:nvPr/>
          </p:nvSpPr>
          <p:spPr>
            <a:xfrm>
              <a:off x="0" y="0"/>
              <a:ext cx="3251200" cy="780288"/>
            </a:xfrm>
            <a:custGeom>
              <a:avLst/>
              <a:gdLst/>
              <a:ahLst/>
              <a:cxnLst/>
              <a:rect l="l" t="t" r="r" b="b"/>
              <a:pathLst>
                <a:path w="3251200" h="780288">
                  <a:moveTo>
                    <a:pt x="0" y="130048"/>
                  </a:moveTo>
                  <a:cubicBezTo>
                    <a:pt x="0" y="58166"/>
                    <a:pt x="58166" y="0"/>
                    <a:pt x="130048" y="0"/>
                  </a:cubicBezTo>
                  <a:lnTo>
                    <a:pt x="3121152" y="0"/>
                  </a:lnTo>
                  <a:cubicBezTo>
                    <a:pt x="3193034" y="0"/>
                    <a:pt x="3251200" y="58166"/>
                    <a:pt x="3251200" y="130048"/>
                  </a:cubicBezTo>
                  <a:lnTo>
                    <a:pt x="3251200" y="650240"/>
                  </a:lnTo>
                  <a:cubicBezTo>
                    <a:pt x="3251200" y="722122"/>
                    <a:pt x="3193034" y="780288"/>
                    <a:pt x="3121152" y="780288"/>
                  </a:cubicBezTo>
                  <a:lnTo>
                    <a:pt x="130048" y="780288"/>
                  </a:lnTo>
                  <a:cubicBezTo>
                    <a:pt x="58166" y="780288"/>
                    <a:pt x="0" y="722122"/>
                    <a:pt x="0" y="650240"/>
                  </a:cubicBezTo>
                  <a:close/>
                </a:path>
              </a:pathLst>
            </a:custGeom>
            <a:solidFill>
              <a:srgbClr val="0F4F55"/>
            </a:solidFill>
          </p:spPr>
          <p:txBody>
            <a:bodyPr/>
            <a:lstStyle/>
            <a:p>
              <a:endParaRPr lang="en-IN"/>
            </a:p>
          </p:txBody>
        </p:sp>
        <p:sp>
          <p:nvSpPr>
            <p:cNvPr id="40" name="TextBox 40"/>
            <p:cNvSpPr txBox="1"/>
            <p:nvPr/>
          </p:nvSpPr>
          <p:spPr>
            <a:xfrm>
              <a:off x="0" y="28575"/>
              <a:ext cx="3251200"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Retest Result</a:t>
              </a:r>
            </a:p>
          </p:txBody>
        </p:sp>
      </p:grpSp>
      <p:sp>
        <p:nvSpPr>
          <p:cNvPr id="41" name="TextBox 41"/>
          <p:cNvSpPr txBox="1"/>
          <p:nvPr/>
        </p:nvSpPr>
        <p:spPr>
          <a:xfrm>
            <a:off x="14516995" y="7261819"/>
            <a:ext cx="2548128" cy="106121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Re-mock within 7–10 days.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Mini-lab: workspace → lakehouse → OneLake → Spark + SQL validation.</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a:off x="8068933" y="2967716"/>
            <a:ext cx="2151962" cy="2425870"/>
          </a:xfrm>
          <a:custGeom>
            <a:avLst/>
            <a:gdLst/>
            <a:ahLst/>
            <a:cxnLst/>
            <a:rect l="l" t="t" r="r" b="b"/>
            <a:pathLst>
              <a:path w="2151962" h="2425870">
                <a:moveTo>
                  <a:pt x="0" y="0"/>
                </a:moveTo>
                <a:lnTo>
                  <a:pt x="2151962" y="0"/>
                </a:lnTo>
                <a:lnTo>
                  <a:pt x="2151962" y="2425870"/>
                </a:lnTo>
                <a:lnTo>
                  <a:pt x="0" y="2425870"/>
                </a:lnTo>
                <a:lnTo>
                  <a:pt x="0" y="0"/>
                </a:lnTo>
                <a:close/>
              </a:path>
            </a:pathLst>
          </a:custGeom>
          <a:blipFill>
            <a:blip r:embed="rId3">
              <a:extLst>
                <a:ext uri="{96DAC541-7B7A-43D3-8B79-37D633B846F1}">
                  <asvg:svgBlip xmlns:asvg="http://schemas.microsoft.com/office/drawing/2016/SVG/main" r:embed="rId4"/>
                </a:ext>
              </a:extLst>
            </a:blip>
            <a:stretch>
              <a:fillRect l="-33865" r="-975200" b="-213598"/>
            </a:stretch>
          </a:blipFill>
        </p:spPr>
        <p:txBody>
          <a:bodyPr/>
          <a:lstStyle/>
          <a:p>
            <a:endParaRPr lang="en-IN"/>
          </a:p>
        </p:txBody>
      </p:sp>
      <p:sp>
        <p:nvSpPr>
          <p:cNvPr id="3" name="Freeform 3"/>
          <p:cNvSpPr/>
          <p:nvPr/>
        </p:nvSpPr>
        <p:spPr>
          <a:xfrm rot="4190764">
            <a:off x="9811359" y="4469322"/>
            <a:ext cx="2151962" cy="2425870"/>
          </a:xfrm>
          <a:custGeom>
            <a:avLst/>
            <a:gdLst/>
            <a:ahLst/>
            <a:cxnLst/>
            <a:rect l="l" t="t" r="r" b="b"/>
            <a:pathLst>
              <a:path w="2151962" h="2425870">
                <a:moveTo>
                  <a:pt x="0" y="0"/>
                </a:moveTo>
                <a:lnTo>
                  <a:pt x="2151962" y="0"/>
                </a:lnTo>
                <a:lnTo>
                  <a:pt x="2151962" y="2425871"/>
                </a:lnTo>
                <a:lnTo>
                  <a:pt x="0" y="2425871"/>
                </a:lnTo>
                <a:lnTo>
                  <a:pt x="0" y="0"/>
                </a:lnTo>
                <a:close/>
              </a:path>
            </a:pathLst>
          </a:custGeom>
          <a:blipFill>
            <a:blip r:embed="rId5">
              <a:extLst>
                <a:ext uri="{96DAC541-7B7A-43D3-8B79-37D633B846F1}">
                  <asvg:svgBlip xmlns:asvg="http://schemas.microsoft.com/office/drawing/2016/SVG/main" r:embed="rId6"/>
                </a:ext>
              </a:extLst>
            </a:blip>
            <a:stretch>
              <a:fillRect l="-33865" r="-975200" b="-213598"/>
            </a:stretch>
          </a:blipFill>
        </p:spPr>
        <p:txBody>
          <a:bodyPr/>
          <a:lstStyle/>
          <a:p>
            <a:endParaRPr lang="en-IN"/>
          </a:p>
        </p:txBody>
      </p:sp>
      <p:sp>
        <p:nvSpPr>
          <p:cNvPr id="4" name="Freeform 4"/>
          <p:cNvSpPr/>
          <p:nvPr/>
        </p:nvSpPr>
        <p:spPr>
          <a:xfrm rot="6552102" flipV="1">
            <a:off x="6325855" y="4469322"/>
            <a:ext cx="2151962" cy="2425870"/>
          </a:xfrm>
          <a:custGeom>
            <a:avLst/>
            <a:gdLst/>
            <a:ahLst/>
            <a:cxnLst/>
            <a:rect l="l" t="t" r="r" b="b"/>
            <a:pathLst>
              <a:path w="2151962" h="2425870">
                <a:moveTo>
                  <a:pt x="0" y="2425871"/>
                </a:moveTo>
                <a:lnTo>
                  <a:pt x="2151962" y="2425871"/>
                </a:lnTo>
                <a:lnTo>
                  <a:pt x="2151962" y="0"/>
                </a:lnTo>
                <a:lnTo>
                  <a:pt x="0" y="0"/>
                </a:lnTo>
                <a:lnTo>
                  <a:pt x="0" y="2425871"/>
                </a:lnTo>
                <a:close/>
              </a:path>
            </a:pathLst>
          </a:custGeom>
          <a:blipFill>
            <a:blip r:embed="rId7">
              <a:extLst>
                <a:ext uri="{96DAC541-7B7A-43D3-8B79-37D633B846F1}">
                  <asvg:svgBlip xmlns:asvg="http://schemas.microsoft.com/office/drawing/2016/SVG/main" r:embed="rId8"/>
                </a:ext>
              </a:extLst>
            </a:blip>
            <a:stretch>
              <a:fillRect l="-33865" r="-975200" b="-213598"/>
            </a:stretch>
          </a:blipFill>
        </p:spPr>
        <p:txBody>
          <a:bodyPr/>
          <a:lstStyle/>
          <a:p>
            <a:endParaRPr lang="en-IN"/>
          </a:p>
        </p:txBody>
      </p:sp>
      <p:sp>
        <p:nvSpPr>
          <p:cNvPr id="5" name="Freeform 5"/>
          <p:cNvSpPr/>
          <p:nvPr/>
        </p:nvSpPr>
        <p:spPr>
          <a:xfrm rot="2381520" flipV="1">
            <a:off x="6935802" y="6691197"/>
            <a:ext cx="2151962" cy="2425870"/>
          </a:xfrm>
          <a:custGeom>
            <a:avLst/>
            <a:gdLst/>
            <a:ahLst/>
            <a:cxnLst/>
            <a:rect l="l" t="t" r="r" b="b"/>
            <a:pathLst>
              <a:path w="2151962" h="2425870">
                <a:moveTo>
                  <a:pt x="0" y="2425870"/>
                </a:moveTo>
                <a:lnTo>
                  <a:pt x="2151962" y="2425870"/>
                </a:lnTo>
                <a:lnTo>
                  <a:pt x="2151962" y="0"/>
                </a:lnTo>
                <a:lnTo>
                  <a:pt x="0" y="0"/>
                </a:lnTo>
                <a:lnTo>
                  <a:pt x="0" y="2425870"/>
                </a:lnTo>
                <a:close/>
              </a:path>
            </a:pathLst>
          </a:custGeom>
          <a:blipFill>
            <a:blip r:embed="rId9">
              <a:extLst>
                <a:ext uri="{96DAC541-7B7A-43D3-8B79-37D633B846F1}">
                  <asvg:svgBlip xmlns:asvg="http://schemas.microsoft.com/office/drawing/2016/SVG/main" r:embed="rId10"/>
                </a:ext>
              </a:extLst>
            </a:blip>
            <a:stretch>
              <a:fillRect l="-33865" r="-975200" b="-213598"/>
            </a:stretch>
          </a:blipFill>
        </p:spPr>
        <p:txBody>
          <a:bodyPr/>
          <a:lstStyle/>
          <a:p>
            <a:endParaRPr lang="en-IN"/>
          </a:p>
        </p:txBody>
      </p:sp>
      <p:sp>
        <p:nvSpPr>
          <p:cNvPr id="6" name="Freeform 6"/>
          <p:cNvSpPr/>
          <p:nvPr/>
        </p:nvSpPr>
        <p:spPr>
          <a:xfrm rot="-2406274" flipV="1">
            <a:off x="9202064" y="6691197"/>
            <a:ext cx="2151962" cy="2425870"/>
          </a:xfrm>
          <a:custGeom>
            <a:avLst/>
            <a:gdLst/>
            <a:ahLst/>
            <a:cxnLst/>
            <a:rect l="l" t="t" r="r" b="b"/>
            <a:pathLst>
              <a:path w="2151962" h="2425870">
                <a:moveTo>
                  <a:pt x="0" y="2425870"/>
                </a:moveTo>
                <a:lnTo>
                  <a:pt x="2151962" y="2425870"/>
                </a:lnTo>
                <a:lnTo>
                  <a:pt x="2151962" y="0"/>
                </a:lnTo>
                <a:lnTo>
                  <a:pt x="0" y="0"/>
                </a:lnTo>
                <a:lnTo>
                  <a:pt x="0" y="2425870"/>
                </a:lnTo>
                <a:close/>
              </a:path>
            </a:pathLst>
          </a:custGeom>
          <a:blipFill>
            <a:blip r:embed="rId11">
              <a:extLst>
                <a:ext uri="{96DAC541-7B7A-43D3-8B79-37D633B846F1}">
                  <asvg:svgBlip xmlns:asvg="http://schemas.microsoft.com/office/drawing/2016/SVG/main" r:embed="rId12"/>
                </a:ext>
              </a:extLst>
            </a:blip>
            <a:stretch>
              <a:fillRect l="-33865" r="-975200" b="-213598"/>
            </a:stretch>
          </a:blipFill>
        </p:spPr>
        <p:txBody>
          <a:bodyPr/>
          <a:lstStyle/>
          <a:p>
            <a:endParaRPr lang="en-IN"/>
          </a:p>
        </p:txBody>
      </p:sp>
      <p:sp>
        <p:nvSpPr>
          <p:cNvPr id="7" name="Freeform 7"/>
          <p:cNvSpPr/>
          <p:nvPr/>
        </p:nvSpPr>
        <p:spPr>
          <a:xfrm rot="5400000">
            <a:off x="7200329" y="3676146"/>
            <a:ext cx="413300" cy="445092"/>
          </a:xfrm>
          <a:custGeom>
            <a:avLst/>
            <a:gdLst/>
            <a:ahLst/>
            <a:cxnLst/>
            <a:rect l="l" t="t" r="r" b="b"/>
            <a:pathLst>
              <a:path w="413300" h="445092">
                <a:moveTo>
                  <a:pt x="0" y="0"/>
                </a:moveTo>
                <a:lnTo>
                  <a:pt x="413300" y="0"/>
                </a:lnTo>
                <a:lnTo>
                  <a:pt x="413300" y="445092"/>
                </a:lnTo>
                <a:lnTo>
                  <a:pt x="0" y="445092"/>
                </a:lnTo>
                <a:lnTo>
                  <a:pt x="0" y="0"/>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8" name="Freeform 8"/>
          <p:cNvSpPr/>
          <p:nvPr/>
        </p:nvSpPr>
        <p:spPr>
          <a:xfrm flipH="1" flipV="1">
            <a:off x="10668000" y="3676146"/>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9" name="Freeform 9"/>
          <p:cNvSpPr/>
          <p:nvPr/>
        </p:nvSpPr>
        <p:spPr>
          <a:xfrm rot="4214005" flipH="1" flipV="1">
            <a:off x="11601450" y="6878571"/>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10" name="Freeform 10"/>
          <p:cNvSpPr/>
          <p:nvPr/>
        </p:nvSpPr>
        <p:spPr>
          <a:xfrm rot="7833206" flipH="1" flipV="1">
            <a:off x="8937350" y="8890979"/>
            <a:ext cx="413300" cy="445092"/>
          </a:xfrm>
          <a:custGeom>
            <a:avLst/>
            <a:gdLst/>
            <a:ahLst/>
            <a:cxnLst/>
            <a:rect l="l" t="t" r="r" b="b"/>
            <a:pathLst>
              <a:path w="413300" h="445092">
                <a:moveTo>
                  <a:pt x="413300" y="445092"/>
                </a:moveTo>
                <a:lnTo>
                  <a:pt x="0" y="445092"/>
                </a:lnTo>
                <a:lnTo>
                  <a:pt x="0" y="0"/>
                </a:lnTo>
                <a:lnTo>
                  <a:pt x="413300" y="0"/>
                </a:lnTo>
                <a:lnTo>
                  <a:pt x="413300" y="445092"/>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sp>
        <p:nvSpPr>
          <p:cNvPr id="11" name="Freeform 11"/>
          <p:cNvSpPr/>
          <p:nvPr/>
        </p:nvSpPr>
        <p:spPr>
          <a:xfrm rot="1206417">
            <a:off x="6297774" y="6878571"/>
            <a:ext cx="413300" cy="445092"/>
          </a:xfrm>
          <a:custGeom>
            <a:avLst/>
            <a:gdLst/>
            <a:ahLst/>
            <a:cxnLst/>
            <a:rect l="l" t="t" r="r" b="b"/>
            <a:pathLst>
              <a:path w="413300" h="445092">
                <a:moveTo>
                  <a:pt x="0" y="0"/>
                </a:moveTo>
                <a:lnTo>
                  <a:pt x="413300" y="0"/>
                </a:lnTo>
                <a:lnTo>
                  <a:pt x="413300" y="445092"/>
                </a:lnTo>
                <a:lnTo>
                  <a:pt x="0" y="445092"/>
                </a:lnTo>
                <a:lnTo>
                  <a:pt x="0" y="0"/>
                </a:lnTo>
                <a:close/>
              </a:path>
            </a:pathLst>
          </a:custGeom>
          <a:blipFill>
            <a:blip r:embed="rId13">
              <a:extLst>
                <a:ext uri="{96DAC541-7B7A-43D3-8B79-37D633B846F1}">
                  <asvg:svgBlip xmlns:asvg="http://schemas.microsoft.com/office/drawing/2016/SVG/main" r:embed="rId14"/>
                </a:ext>
              </a:extLst>
            </a:blip>
            <a:stretch>
              <a:fillRect l="-30769" t="-361813" r="-414260" b="-44285"/>
            </a:stretch>
          </a:blipFill>
        </p:spPr>
        <p:txBody>
          <a:bodyPr/>
          <a:lstStyle/>
          <a:p>
            <a:endParaRPr lang="en-IN"/>
          </a:p>
        </p:txBody>
      </p:sp>
      <p:grpSp>
        <p:nvGrpSpPr>
          <p:cNvPr id="12" name="Group 12"/>
          <p:cNvGrpSpPr/>
          <p:nvPr/>
        </p:nvGrpSpPr>
        <p:grpSpPr>
          <a:xfrm>
            <a:off x="13911205" y="3944090"/>
            <a:ext cx="3050224" cy="504118"/>
            <a:chOff x="0" y="0"/>
            <a:chExt cx="803351" cy="132772"/>
          </a:xfrm>
        </p:grpSpPr>
        <p:sp>
          <p:nvSpPr>
            <p:cNvPr id="13" name="Freeform 13"/>
            <p:cNvSpPr/>
            <p:nvPr/>
          </p:nvSpPr>
          <p:spPr>
            <a:xfrm>
              <a:off x="0" y="0"/>
              <a:ext cx="803351" cy="132772"/>
            </a:xfrm>
            <a:custGeom>
              <a:avLst/>
              <a:gdLst/>
              <a:ahLst/>
              <a:cxnLst/>
              <a:rect l="l" t="t" r="r" b="b"/>
              <a:pathLst>
                <a:path w="803351" h="132772">
                  <a:moveTo>
                    <a:pt x="25381" y="0"/>
                  </a:moveTo>
                  <a:lnTo>
                    <a:pt x="777970" y="0"/>
                  </a:lnTo>
                  <a:cubicBezTo>
                    <a:pt x="784701" y="0"/>
                    <a:pt x="791157" y="2674"/>
                    <a:pt x="795917" y="7434"/>
                  </a:cubicBezTo>
                  <a:cubicBezTo>
                    <a:pt x="800677" y="12194"/>
                    <a:pt x="803351" y="18650"/>
                    <a:pt x="803351" y="25381"/>
                  </a:cubicBezTo>
                  <a:lnTo>
                    <a:pt x="803351" y="107390"/>
                  </a:lnTo>
                  <a:cubicBezTo>
                    <a:pt x="803351" y="114122"/>
                    <a:pt x="800677" y="120578"/>
                    <a:pt x="795917" y="125338"/>
                  </a:cubicBezTo>
                  <a:cubicBezTo>
                    <a:pt x="791157" y="130098"/>
                    <a:pt x="784701" y="132772"/>
                    <a:pt x="777970" y="132772"/>
                  </a:cubicBezTo>
                  <a:lnTo>
                    <a:pt x="25381" y="132772"/>
                  </a:lnTo>
                  <a:cubicBezTo>
                    <a:pt x="18650" y="132772"/>
                    <a:pt x="12194" y="130098"/>
                    <a:pt x="7434" y="125338"/>
                  </a:cubicBezTo>
                  <a:cubicBezTo>
                    <a:pt x="2674" y="120578"/>
                    <a:pt x="0" y="114122"/>
                    <a:pt x="0" y="107390"/>
                  </a:cubicBezTo>
                  <a:lnTo>
                    <a:pt x="0" y="25381"/>
                  </a:lnTo>
                  <a:cubicBezTo>
                    <a:pt x="0" y="18650"/>
                    <a:pt x="2674" y="12194"/>
                    <a:pt x="7434" y="7434"/>
                  </a:cubicBezTo>
                  <a:cubicBezTo>
                    <a:pt x="12194" y="2674"/>
                    <a:pt x="18650" y="0"/>
                    <a:pt x="25381" y="0"/>
                  </a:cubicBezTo>
                  <a:close/>
                </a:path>
              </a:pathLst>
            </a:custGeom>
            <a:solidFill>
              <a:srgbClr val="021E47"/>
            </a:solidFill>
          </p:spPr>
          <p:txBody>
            <a:bodyPr/>
            <a:lstStyle/>
            <a:p>
              <a:endParaRPr lang="en-IN"/>
            </a:p>
          </p:txBody>
        </p:sp>
        <p:sp>
          <p:nvSpPr>
            <p:cNvPr id="14" name="TextBox 14"/>
            <p:cNvSpPr txBox="1"/>
            <p:nvPr/>
          </p:nvSpPr>
          <p:spPr>
            <a:xfrm>
              <a:off x="0" y="28575"/>
              <a:ext cx="803351" cy="104197"/>
            </a:xfrm>
            <a:prstGeom prst="rect">
              <a:avLst/>
            </a:prstGeom>
          </p:spPr>
          <p:txBody>
            <a:bodyPr lIns="50800" tIns="50800" rIns="50800" bIns="50800" rtlCol="0" anchor="ctr"/>
            <a:lstStyle/>
            <a:p>
              <a:pPr algn="ctr">
                <a:lnSpc>
                  <a:spcPts val="2080"/>
                </a:lnSpc>
              </a:pPr>
              <a:endParaRPr/>
            </a:p>
          </p:txBody>
        </p:sp>
      </p:grpSp>
      <p:grpSp>
        <p:nvGrpSpPr>
          <p:cNvPr id="15" name="Group 15"/>
          <p:cNvGrpSpPr/>
          <p:nvPr/>
        </p:nvGrpSpPr>
        <p:grpSpPr>
          <a:xfrm>
            <a:off x="13911205" y="5804988"/>
            <a:ext cx="3050224" cy="504118"/>
            <a:chOff x="0" y="0"/>
            <a:chExt cx="803351" cy="132772"/>
          </a:xfrm>
        </p:grpSpPr>
        <p:sp>
          <p:nvSpPr>
            <p:cNvPr id="16" name="Freeform 16"/>
            <p:cNvSpPr/>
            <p:nvPr/>
          </p:nvSpPr>
          <p:spPr>
            <a:xfrm>
              <a:off x="0" y="0"/>
              <a:ext cx="803351" cy="132772"/>
            </a:xfrm>
            <a:custGeom>
              <a:avLst/>
              <a:gdLst/>
              <a:ahLst/>
              <a:cxnLst/>
              <a:rect l="l" t="t" r="r" b="b"/>
              <a:pathLst>
                <a:path w="803351" h="132772">
                  <a:moveTo>
                    <a:pt x="25381" y="0"/>
                  </a:moveTo>
                  <a:lnTo>
                    <a:pt x="777970" y="0"/>
                  </a:lnTo>
                  <a:cubicBezTo>
                    <a:pt x="784701" y="0"/>
                    <a:pt x="791157" y="2674"/>
                    <a:pt x="795917" y="7434"/>
                  </a:cubicBezTo>
                  <a:cubicBezTo>
                    <a:pt x="800677" y="12194"/>
                    <a:pt x="803351" y="18650"/>
                    <a:pt x="803351" y="25381"/>
                  </a:cubicBezTo>
                  <a:lnTo>
                    <a:pt x="803351" y="107390"/>
                  </a:lnTo>
                  <a:cubicBezTo>
                    <a:pt x="803351" y="114122"/>
                    <a:pt x="800677" y="120578"/>
                    <a:pt x="795917" y="125338"/>
                  </a:cubicBezTo>
                  <a:cubicBezTo>
                    <a:pt x="791157" y="130098"/>
                    <a:pt x="784701" y="132772"/>
                    <a:pt x="777970" y="132772"/>
                  </a:cubicBezTo>
                  <a:lnTo>
                    <a:pt x="25381" y="132772"/>
                  </a:lnTo>
                  <a:cubicBezTo>
                    <a:pt x="18650" y="132772"/>
                    <a:pt x="12194" y="130098"/>
                    <a:pt x="7434" y="125338"/>
                  </a:cubicBezTo>
                  <a:cubicBezTo>
                    <a:pt x="2674" y="120578"/>
                    <a:pt x="0" y="114122"/>
                    <a:pt x="0" y="107390"/>
                  </a:cubicBezTo>
                  <a:lnTo>
                    <a:pt x="0" y="25381"/>
                  </a:lnTo>
                  <a:cubicBezTo>
                    <a:pt x="0" y="18650"/>
                    <a:pt x="2674" y="12194"/>
                    <a:pt x="7434" y="7434"/>
                  </a:cubicBezTo>
                  <a:cubicBezTo>
                    <a:pt x="12194" y="2674"/>
                    <a:pt x="18650" y="0"/>
                    <a:pt x="25381" y="0"/>
                  </a:cubicBezTo>
                  <a:close/>
                </a:path>
              </a:pathLst>
            </a:custGeom>
            <a:solidFill>
              <a:srgbClr val="FFB706"/>
            </a:solidFill>
          </p:spPr>
          <p:txBody>
            <a:bodyPr/>
            <a:lstStyle/>
            <a:p>
              <a:endParaRPr lang="en-IN"/>
            </a:p>
          </p:txBody>
        </p:sp>
        <p:sp>
          <p:nvSpPr>
            <p:cNvPr id="17" name="TextBox 17"/>
            <p:cNvSpPr txBox="1"/>
            <p:nvPr/>
          </p:nvSpPr>
          <p:spPr>
            <a:xfrm>
              <a:off x="0" y="28575"/>
              <a:ext cx="803351" cy="104197"/>
            </a:xfrm>
            <a:prstGeom prst="rect">
              <a:avLst/>
            </a:prstGeom>
          </p:spPr>
          <p:txBody>
            <a:bodyPr lIns="50800" tIns="50800" rIns="50800" bIns="50800" rtlCol="0" anchor="ctr"/>
            <a:lstStyle/>
            <a:p>
              <a:pPr algn="ctr">
                <a:lnSpc>
                  <a:spcPts val="2080"/>
                </a:lnSpc>
              </a:pPr>
              <a:endParaRPr/>
            </a:p>
          </p:txBody>
        </p:sp>
      </p:grpSp>
      <p:sp>
        <p:nvSpPr>
          <p:cNvPr id="18" name="Freeform 18"/>
          <p:cNvSpPr/>
          <p:nvPr/>
        </p:nvSpPr>
        <p:spPr>
          <a:xfrm>
            <a:off x="8777572" y="3671014"/>
            <a:ext cx="732855" cy="732855"/>
          </a:xfrm>
          <a:custGeom>
            <a:avLst/>
            <a:gdLst/>
            <a:ahLst/>
            <a:cxnLst/>
            <a:rect l="l" t="t" r="r" b="b"/>
            <a:pathLst>
              <a:path w="732855" h="732855">
                <a:moveTo>
                  <a:pt x="0" y="0"/>
                </a:moveTo>
                <a:lnTo>
                  <a:pt x="732856" y="0"/>
                </a:lnTo>
                <a:lnTo>
                  <a:pt x="732856" y="732855"/>
                </a:lnTo>
                <a:lnTo>
                  <a:pt x="0" y="73285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IN"/>
          </a:p>
        </p:txBody>
      </p:sp>
      <p:sp>
        <p:nvSpPr>
          <p:cNvPr id="19" name="Freeform 19"/>
          <p:cNvSpPr/>
          <p:nvPr/>
        </p:nvSpPr>
        <p:spPr>
          <a:xfrm>
            <a:off x="10629900" y="5277730"/>
            <a:ext cx="732855" cy="732855"/>
          </a:xfrm>
          <a:custGeom>
            <a:avLst/>
            <a:gdLst/>
            <a:ahLst/>
            <a:cxnLst/>
            <a:rect l="l" t="t" r="r" b="b"/>
            <a:pathLst>
              <a:path w="732855" h="732855">
                <a:moveTo>
                  <a:pt x="0" y="0"/>
                </a:moveTo>
                <a:lnTo>
                  <a:pt x="732855" y="0"/>
                </a:lnTo>
                <a:lnTo>
                  <a:pt x="732855" y="732855"/>
                </a:lnTo>
                <a:lnTo>
                  <a:pt x="0" y="73285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IN"/>
          </a:p>
        </p:txBody>
      </p:sp>
      <p:sp>
        <p:nvSpPr>
          <p:cNvPr id="20" name="Freeform 20"/>
          <p:cNvSpPr/>
          <p:nvPr/>
        </p:nvSpPr>
        <p:spPr>
          <a:xfrm>
            <a:off x="10039350" y="7675331"/>
            <a:ext cx="657225" cy="657225"/>
          </a:xfrm>
          <a:custGeom>
            <a:avLst/>
            <a:gdLst/>
            <a:ahLst/>
            <a:cxnLst/>
            <a:rect l="l" t="t" r="r" b="b"/>
            <a:pathLst>
              <a:path w="657225" h="657225">
                <a:moveTo>
                  <a:pt x="0" y="0"/>
                </a:moveTo>
                <a:lnTo>
                  <a:pt x="657225" y="0"/>
                </a:lnTo>
                <a:lnTo>
                  <a:pt x="657225" y="657225"/>
                </a:lnTo>
                <a:lnTo>
                  <a:pt x="0" y="65722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IN"/>
          </a:p>
        </p:txBody>
      </p:sp>
      <p:sp>
        <p:nvSpPr>
          <p:cNvPr id="21" name="Freeform 21"/>
          <p:cNvSpPr/>
          <p:nvPr/>
        </p:nvSpPr>
        <p:spPr>
          <a:xfrm>
            <a:off x="7601174" y="8058360"/>
            <a:ext cx="641785" cy="264671"/>
          </a:xfrm>
          <a:custGeom>
            <a:avLst/>
            <a:gdLst/>
            <a:ahLst/>
            <a:cxnLst/>
            <a:rect l="l" t="t" r="r" b="b"/>
            <a:pathLst>
              <a:path w="641785" h="264671">
                <a:moveTo>
                  <a:pt x="0" y="0"/>
                </a:moveTo>
                <a:lnTo>
                  <a:pt x="641785" y="0"/>
                </a:lnTo>
                <a:lnTo>
                  <a:pt x="641785" y="264671"/>
                </a:lnTo>
                <a:lnTo>
                  <a:pt x="0" y="264671"/>
                </a:lnTo>
                <a:lnTo>
                  <a:pt x="0" y="0"/>
                </a:lnTo>
                <a:close/>
              </a:path>
            </a:pathLst>
          </a:custGeom>
          <a:blipFill>
            <a:blip r:embed="rId21">
              <a:extLst>
                <a:ext uri="{96DAC541-7B7A-43D3-8B79-37D633B846F1}">
                  <asvg:svgBlip xmlns:asvg="http://schemas.microsoft.com/office/drawing/2016/SVG/main" r:embed="rId22"/>
                </a:ext>
              </a:extLst>
            </a:blip>
            <a:stretch>
              <a:fillRect t="-133997"/>
            </a:stretch>
          </a:blipFill>
        </p:spPr>
        <p:txBody>
          <a:bodyPr/>
          <a:lstStyle/>
          <a:p>
            <a:endParaRPr lang="en-IN"/>
          </a:p>
        </p:txBody>
      </p:sp>
      <p:sp>
        <p:nvSpPr>
          <p:cNvPr id="22" name="Freeform 22"/>
          <p:cNvSpPr/>
          <p:nvPr/>
        </p:nvSpPr>
        <p:spPr>
          <a:xfrm>
            <a:off x="7819843" y="7665806"/>
            <a:ext cx="366976" cy="366976"/>
          </a:xfrm>
          <a:custGeom>
            <a:avLst/>
            <a:gdLst/>
            <a:ahLst/>
            <a:cxnLst/>
            <a:rect l="l" t="t" r="r" b="b"/>
            <a:pathLst>
              <a:path w="366976" h="366976">
                <a:moveTo>
                  <a:pt x="0" y="0"/>
                </a:moveTo>
                <a:lnTo>
                  <a:pt x="366976" y="0"/>
                </a:lnTo>
                <a:lnTo>
                  <a:pt x="366976" y="366976"/>
                </a:lnTo>
                <a:lnTo>
                  <a:pt x="0" y="36697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IN"/>
          </a:p>
        </p:txBody>
      </p:sp>
      <p:sp>
        <p:nvSpPr>
          <p:cNvPr id="23" name="Freeform 23"/>
          <p:cNvSpPr/>
          <p:nvPr/>
        </p:nvSpPr>
        <p:spPr>
          <a:xfrm>
            <a:off x="6915720" y="5308231"/>
            <a:ext cx="732855" cy="709953"/>
          </a:xfrm>
          <a:custGeom>
            <a:avLst/>
            <a:gdLst/>
            <a:ahLst/>
            <a:cxnLst/>
            <a:rect l="l" t="t" r="r" b="b"/>
            <a:pathLst>
              <a:path w="732855" h="709953">
                <a:moveTo>
                  <a:pt x="0" y="0"/>
                </a:moveTo>
                <a:lnTo>
                  <a:pt x="732855" y="0"/>
                </a:lnTo>
                <a:lnTo>
                  <a:pt x="732855" y="709953"/>
                </a:lnTo>
                <a:lnTo>
                  <a:pt x="0" y="709953"/>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IN"/>
          </a:p>
        </p:txBody>
      </p:sp>
      <p:sp>
        <p:nvSpPr>
          <p:cNvPr id="24" name="Freeform 24"/>
          <p:cNvSpPr/>
          <p:nvPr/>
        </p:nvSpPr>
        <p:spPr>
          <a:xfrm rot="2700000">
            <a:off x="13810044" y="8045727"/>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27">
              <a:alphaModFix amt="13000"/>
              <a:extLst>
                <a:ext uri="{96DAC541-7B7A-43D3-8B79-37D633B846F1}">
                  <asvg:svgBlip xmlns:asvg="http://schemas.microsoft.com/office/drawing/2016/SVG/main" r:embed="rId28"/>
                </a:ext>
              </a:extLst>
            </a:blip>
            <a:stretch>
              <a:fillRect/>
            </a:stretch>
          </a:blipFill>
        </p:spPr>
        <p:txBody>
          <a:bodyPr/>
          <a:lstStyle/>
          <a:p>
            <a:endParaRPr lang="en-IN"/>
          </a:p>
        </p:txBody>
      </p:sp>
      <p:sp>
        <p:nvSpPr>
          <p:cNvPr id="25" name="Freeform 25"/>
          <p:cNvSpPr/>
          <p:nvPr/>
        </p:nvSpPr>
        <p:spPr>
          <a:xfrm rot="2700000">
            <a:off x="1037709" y="-1174437"/>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27">
              <a:alphaModFix amt="13000"/>
              <a:extLst>
                <a:ext uri="{96DAC541-7B7A-43D3-8B79-37D633B846F1}">
                  <asvg:svgBlip xmlns:asvg="http://schemas.microsoft.com/office/drawing/2016/SVG/main" r:embed="rId28"/>
                </a:ext>
              </a:extLst>
            </a:blip>
            <a:stretch>
              <a:fillRect/>
            </a:stretch>
          </a:blipFill>
        </p:spPr>
        <p:txBody>
          <a:bodyPr/>
          <a:lstStyle/>
          <a:p>
            <a:endParaRPr lang="en-IN"/>
          </a:p>
        </p:txBody>
      </p:sp>
      <p:sp>
        <p:nvSpPr>
          <p:cNvPr id="26" name="TextBox 26"/>
          <p:cNvSpPr txBox="1"/>
          <p:nvPr/>
        </p:nvSpPr>
        <p:spPr>
          <a:xfrm>
            <a:off x="1029614" y="1053698"/>
            <a:ext cx="16230600" cy="771017"/>
          </a:xfrm>
          <a:prstGeom prst="rect">
            <a:avLst/>
          </a:prstGeom>
        </p:spPr>
        <p:txBody>
          <a:bodyPr lIns="0" tIns="0" rIns="0" bIns="0" rtlCol="0" anchor="t">
            <a:spAutoFit/>
          </a:bodyPr>
          <a:lstStyle/>
          <a:p>
            <a:pPr algn="ctr">
              <a:lnSpc>
                <a:spcPts val="5824"/>
              </a:lnSpc>
            </a:pPr>
            <a:r>
              <a:rPr lang="en-US" sz="5600" b="1">
                <a:solidFill>
                  <a:srgbClr val="021E47"/>
                </a:solidFill>
                <a:latin typeface="Gotham Bold"/>
                <a:ea typeface="Gotham Bold"/>
                <a:cs typeface="Gotham Bold"/>
                <a:sym typeface="Gotham Bold"/>
              </a:rPr>
              <a:t>SUMMARY — NIHARIKA (DP-900)</a:t>
            </a:r>
          </a:p>
        </p:txBody>
      </p:sp>
      <p:sp>
        <p:nvSpPr>
          <p:cNvPr id="27" name="TextBox 27"/>
          <p:cNvSpPr txBox="1"/>
          <p:nvPr/>
        </p:nvSpPr>
        <p:spPr>
          <a:xfrm>
            <a:off x="13913108" y="4075816"/>
            <a:ext cx="3040396" cy="269240"/>
          </a:xfrm>
          <a:prstGeom prst="rect">
            <a:avLst/>
          </a:prstGeom>
        </p:spPr>
        <p:txBody>
          <a:bodyPr lIns="0" tIns="0" rIns="0" bIns="0" rtlCol="0" anchor="t">
            <a:spAutoFit/>
          </a:bodyPr>
          <a:lstStyle/>
          <a:p>
            <a:pPr algn="ctr">
              <a:lnSpc>
                <a:spcPts val="2080"/>
              </a:lnSpc>
            </a:pPr>
            <a:r>
              <a:rPr lang="en-US" sz="2000" b="1">
                <a:solidFill>
                  <a:srgbClr val="FCFEFF"/>
                </a:solidFill>
                <a:latin typeface="Gotham Bold"/>
                <a:ea typeface="Gotham Bold"/>
                <a:cs typeface="Gotham Bold"/>
                <a:sym typeface="Gotham Bold"/>
              </a:rPr>
              <a:t>Implement Changes</a:t>
            </a:r>
          </a:p>
        </p:txBody>
      </p:sp>
      <p:sp>
        <p:nvSpPr>
          <p:cNvPr id="28" name="TextBox 28"/>
          <p:cNvSpPr txBox="1"/>
          <p:nvPr/>
        </p:nvSpPr>
        <p:spPr>
          <a:xfrm>
            <a:off x="14057113" y="5936714"/>
            <a:ext cx="275238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Retest Result</a:t>
            </a:r>
          </a:p>
        </p:txBody>
      </p:sp>
      <p:sp>
        <p:nvSpPr>
          <p:cNvPr id="29" name="TextBox 29"/>
          <p:cNvSpPr txBox="1"/>
          <p:nvPr/>
        </p:nvSpPr>
        <p:spPr>
          <a:xfrm>
            <a:off x="13340613" y="4657757"/>
            <a:ext cx="3620816" cy="432562"/>
          </a:xfrm>
          <a:prstGeom prst="rect">
            <a:avLst/>
          </a:prstGeom>
        </p:spPr>
        <p:txBody>
          <a:bodyPr lIns="0" tIns="0" rIns="0" bIns="0" rtlCol="0" anchor="t">
            <a:spAutoFit/>
          </a:bodyPr>
          <a:lstStyle/>
          <a:p>
            <a:pPr algn="r">
              <a:lnSpc>
                <a:spcPts val="1663"/>
              </a:lnSpc>
            </a:pPr>
            <a:r>
              <a:rPr lang="en-US" sz="1599">
                <a:solidFill>
                  <a:srgbClr val="021E47"/>
                </a:solidFill>
                <a:latin typeface="Gotham"/>
                <a:ea typeface="Gotham"/>
                <a:cs typeface="Gotham"/>
                <a:sym typeface="Gotham"/>
              </a:rPr>
              <a:t>Adjust design or function based on real user needs.</a:t>
            </a:r>
          </a:p>
        </p:txBody>
      </p:sp>
      <p:sp>
        <p:nvSpPr>
          <p:cNvPr id="30" name="TextBox 30"/>
          <p:cNvSpPr txBox="1"/>
          <p:nvPr/>
        </p:nvSpPr>
        <p:spPr>
          <a:xfrm>
            <a:off x="13335000" y="6518656"/>
            <a:ext cx="3626429" cy="432562"/>
          </a:xfrm>
          <a:prstGeom prst="rect">
            <a:avLst/>
          </a:prstGeom>
        </p:spPr>
        <p:txBody>
          <a:bodyPr lIns="0" tIns="0" rIns="0" bIns="0" rtlCol="0" anchor="t">
            <a:spAutoFit/>
          </a:bodyPr>
          <a:lstStyle/>
          <a:p>
            <a:pPr algn="r">
              <a:lnSpc>
                <a:spcPts val="1663"/>
              </a:lnSpc>
            </a:pPr>
            <a:r>
              <a:rPr lang="en-US" sz="1599">
                <a:solidFill>
                  <a:srgbClr val="021E47"/>
                </a:solidFill>
                <a:latin typeface="Gotham"/>
                <a:ea typeface="Gotham"/>
                <a:cs typeface="Gotham"/>
                <a:sym typeface="Gotham"/>
              </a:rPr>
              <a:t>Check if updates improve user experience.</a:t>
            </a:r>
          </a:p>
        </p:txBody>
      </p:sp>
      <p:sp>
        <p:nvSpPr>
          <p:cNvPr id="31" name="TextBox 31"/>
          <p:cNvSpPr txBox="1"/>
          <p:nvPr/>
        </p:nvSpPr>
        <p:spPr>
          <a:xfrm>
            <a:off x="3563852" y="1984100"/>
            <a:ext cx="10940535" cy="269240"/>
          </a:xfrm>
          <a:prstGeom prst="rect">
            <a:avLst/>
          </a:prstGeom>
        </p:spPr>
        <p:txBody>
          <a:bodyPr lIns="0" tIns="0" rIns="0" bIns="0" rtlCol="0" anchor="t">
            <a:spAutoFit/>
          </a:bodyPr>
          <a:lstStyle/>
          <a:p>
            <a:pPr algn="ctr">
              <a:lnSpc>
                <a:spcPts val="2080"/>
              </a:lnSpc>
              <a:spcBef>
                <a:spcPct val="0"/>
              </a:spcBef>
            </a:pPr>
            <a:r>
              <a:rPr lang="en-US" sz="2000" b="1">
                <a:solidFill>
                  <a:srgbClr val="000000"/>
                </a:solidFill>
                <a:latin typeface="Gotham Bold"/>
                <a:ea typeface="Gotham Bold"/>
                <a:cs typeface="Gotham Bold"/>
                <a:sym typeface="Gotham Bold"/>
              </a:rPr>
              <a:t>Mock Review | Course: DP-900 | Focus: Delivery readiness and terminology accuracy</a:t>
            </a:r>
          </a:p>
        </p:txBody>
      </p:sp>
      <p:grpSp>
        <p:nvGrpSpPr>
          <p:cNvPr id="32" name="Group 32"/>
          <p:cNvGrpSpPr/>
          <p:nvPr/>
        </p:nvGrpSpPr>
        <p:grpSpPr>
          <a:xfrm>
            <a:off x="1343831" y="3135232"/>
            <a:ext cx="2731008" cy="585216"/>
            <a:chOff x="0" y="0"/>
            <a:chExt cx="3641344" cy="780288"/>
          </a:xfrm>
        </p:grpSpPr>
        <p:sp>
          <p:nvSpPr>
            <p:cNvPr id="33" name="Freeform 33"/>
            <p:cNvSpPr/>
            <p:nvPr/>
          </p:nvSpPr>
          <p:spPr>
            <a:xfrm>
              <a:off x="0" y="0"/>
              <a:ext cx="3641344" cy="780288"/>
            </a:xfrm>
            <a:custGeom>
              <a:avLst/>
              <a:gdLst/>
              <a:ahLst/>
              <a:cxnLst/>
              <a:rect l="l" t="t" r="r" b="b"/>
              <a:pathLst>
                <a:path w="3641344" h="780288">
                  <a:moveTo>
                    <a:pt x="0" y="130048"/>
                  </a:moveTo>
                  <a:cubicBezTo>
                    <a:pt x="0" y="58166"/>
                    <a:pt x="58166" y="0"/>
                    <a:pt x="130048" y="0"/>
                  </a:cubicBezTo>
                  <a:lnTo>
                    <a:pt x="3511296" y="0"/>
                  </a:lnTo>
                  <a:cubicBezTo>
                    <a:pt x="3583178" y="0"/>
                    <a:pt x="3641344" y="58166"/>
                    <a:pt x="3641344" y="130048"/>
                  </a:cubicBezTo>
                  <a:lnTo>
                    <a:pt x="3641344" y="650240"/>
                  </a:lnTo>
                  <a:cubicBezTo>
                    <a:pt x="3641344" y="722122"/>
                    <a:pt x="3583178" y="780288"/>
                    <a:pt x="3511296" y="780288"/>
                  </a:cubicBezTo>
                  <a:lnTo>
                    <a:pt x="130048" y="780288"/>
                  </a:lnTo>
                  <a:cubicBezTo>
                    <a:pt x="58166" y="780288"/>
                    <a:pt x="0" y="722122"/>
                    <a:pt x="0" y="650240"/>
                  </a:cubicBezTo>
                  <a:close/>
                </a:path>
              </a:pathLst>
            </a:custGeom>
            <a:solidFill>
              <a:srgbClr val="F28A00"/>
            </a:solidFill>
          </p:spPr>
          <p:txBody>
            <a:bodyPr/>
            <a:lstStyle/>
            <a:p>
              <a:endParaRPr lang="en-IN"/>
            </a:p>
          </p:txBody>
        </p:sp>
        <p:sp>
          <p:nvSpPr>
            <p:cNvPr id="34" name="TextBox 34"/>
            <p:cNvSpPr txBox="1"/>
            <p:nvPr/>
          </p:nvSpPr>
          <p:spPr>
            <a:xfrm>
              <a:off x="0" y="28575"/>
              <a:ext cx="3641344"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Gating Criteria</a:t>
              </a:r>
            </a:p>
          </p:txBody>
        </p:sp>
      </p:grpSp>
      <p:sp>
        <p:nvSpPr>
          <p:cNvPr id="35" name="TextBox 35"/>
          <p:cNvSpPr txBox="1"/>
          <p:nvPr/>
        </p:nvSpPr>
        <p:spPr>
          <a:xfrm>
            <a:off x="1435271" y="3872848"/>
            <a:ext cx="2743200" cy="106121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Define terms clearly: Entity / Attribute, ACID, ETL.</a:t>
            </a:r>
          </a:p>
          <a:p>
            <a:pPr marL="0" lvl="0" indent="0" algn="r">
              <a:lnSpc>
                <a:spcPts val="1663"/>
              </a:lnSpc>
              <a:spcBef>
                <a:spcPct val="0"/>
              </a:spcBef>
            </a:pPr>
            <a:r>
              <a:rPr lang="en-US" sz="1599" u="none" strike="noStrike">
                <a:solidFill>
                  <a:srgbClr val="021E47"/>
                </a:solidFill>
                <a:latin typeface="Gotham"/>
                <a:ea typeface="Gotham"/>
                <a:cs typeface="Gotham"/>
                <a:sym typeface="Gotham"/>
              </a:rPr>
              <a:t>Use correct terminology while explaining fundamentals.</a:t>
            </a:r>
          </a:p>
        </p:txBody>
      </p:sp>
      <p:grpSp>
        <p:nvGrpSpPr>
          <p:cNvPr id="36" name="Group 36"/>
          <p:cNvGrpSpPr/>
          <p:nvPr/>
        </p:nvGrpSpPr>
        <p:grpSpPr>
          <a:xfrm>
            <a:off x="1343831" y="5334000"/>
            <a:ext cx="2731008" cy="585216"/>
            <a:chOff x="0" y="0"/>
            <a:chExt cx="3641344" cy="780288"/>
          </a:xfrm>
        </p:grpSpPr>
        <p:sp>
          <p:nvSpPr>
            <p:cNvPr id="37" name="Freeform 37"/>
            <p:cNvSpPr/>
            <p:nvPr/>
          </p:nvSpPr>
          <p:spPr>
            <a:xfrm>
              <a:off x="0" y="0"/>
              <a:ext cx="3641344" cy="780288"/>
            </a:xfrm>
            <a:custGeom>
              <a:avLst/>
              <a:gdLst/>
              <a:ahLst/>
              <a:cxnLst/>
              <a:rect l="l" t="t" r="r" b="b"/>
              <a:pathLst>
                <a:path w="3641344" h="780288">
                  <a:moveTo>
                    <a:pt x="0" y="130048"/>
                  </a:moveTo>
                  <a:cubicBezTo>
                    <a:pt x="0" y="58166"/>
                    <a:pt x="58166" y="0"/>
                    <a:pt x="130048" y="0"/>
                  </a:cubicBezTo>
                  <a:lnTo>
                    <a:pt x="3511296" y="0"/>
                  </a:lnTo>
                  <a:cubicBezTo>
                    <a:pt x="3583178" y="0"/>
                    <a:pt x="3641344" y="58166"/>
                    <a:pt x="3641344" y="130048"/>
                  </a:cubicBezTo>
                  <a:lnTo>
                    <a:pt x="3641344" y="650240"/>
                  </a:lnTo>
                  <a:cubicBezTo>
                    <a:pt x="3641344" y="722122"/>
                    <a:pt x="3583178" y="780288"/>
                    <a:pt x="3511296" y="780288"/>
                  </a:cubicBezTo>
                  <a:lnTo>
                    <a:pt x="130048" y="780288"/>
                  </a:lnTo>
                  <a:cubicBezTo>
                    <a:pt x="58166" y="780288"/>
                    <a:pt x="0" y="722122"/>
                    <a:pt x="0" y="650240"/>
                  </a:cubicBezTo>
                  <a:close/>
                </a:path>
              </a:pathLst>
            </a:custGeom>
            <a:solidFill>
              <a:srgbClr val="8DBDD0"/>
            </a:solidFill>
          </p:spPr>
          <p:txBody>
            <a:bodyPr/>
            <a:lstStyle/>
            <a:p>
              <a:endParaRPr lang="en-IN"/>
            </a:p>
          </p:txBody>
        </p:sp>
        <p:sp>
          <p:nvSpPr>
            <p:cNvPr id="38" name="TextBox 38"/>
            <p:cNvSpPr txBox="1"/>
            <p:nvPr/>
          </p:nvSpPr>
          <p:spPr>
            <a:xfrm>
              <a:off x="0" y="28575"/>
              <a:ext cx="3641344"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FCFEFF"/>
                  </a:solidFill>
                  <a:latin typeface="Gotham Bold"/>
                  <a:ea typeface="Gotham Bold"/>
                  <a:cs typeface="Gotham Bold"/>
                  <a:sym typeface="Gotham Bold"/>
                </a:rPr>
                <a:t>Analyze Input</a:t>
              </a:r>
            </a:p>
          </p:txBody>
        </p:sp>
      </p:grpSp>
      <p:sp>
        <p:nvSpPr>
          <p:cNvPr id="39" name="TextBox 39"/>
          <p:cNvSpPr txBox="1"/>
          <p:nvPr/>
        </p:nvSpPr>
        <p:spPr>
          <a:xfrm>
            <a:off x="1435271" y="6081522"/>
            <a:ext cx="2743200" cy="12707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Strengths: calm delivery tone, good use of annotations.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Improve conceptual accuracy and definition precision.</a:t>
            </a:r>
          </a:p>
        </p:txBody>
      </p:sp>
      <p:grpSp>
        <p:nvGrpSpPr>
          <p:cNvPr id="40" name="Group 40"/>
          <p:cNvGrpSpPr/>
          <p:nvPr/>
        </p:nvGrpSpPr>
        <p:grpSpPr>
          <a:xfrm>
            <a:off x="1343831" y="7816043"/>
            <a:ext cx="2731008" cy="585216"/>
            <a:chOff x="0" y="0"/>
            <a:chExt cx="3641344" cy="780288"/>
          </a:xfrm>
        </p:grpSpPr>
        <p:sp>
          <p:nvSpPr>
            <p:cNvPr id="41" name="Freeform 41"/>
            <p:cNvSpPr/>
            <p:nvPr/>
          </p:nvSpPr>
          <p:spPr>
            <a:xfrm>
              <a:off x="0" y="0"/>
              <a:ext cx="3641344" cy="780288"/>
            </a:xfrm>
            <a:custGeom>
              <a:avLst/>
              <a:gdLst/>
              <a:ahLst/>
              <a:cxnLst/>
              <a:rect l="l" t="t" r="r" b="b"/>
              <a:pathLst>
                <a:path w="3641344" h="780288">
                  <a:moveTo>
                    <a:pt x="0" y="130048"/>
                  </a:moveTo>
                  <a:cubicBezTo>
                    <a:pt x="0" y="58166"/>
                    <a:pt x="58166" y="0"/>
                    <a:pt x="130048" y="0"/>
                  </a:cubicBezTo>
                  <a:lnTo>
                    <a:pt x="3511296" y="0"/>
                  </a:lnTo>
                  <a:cubicBezTo>
                    <a:pt x="3583178" y="0"/>
                    <a:pt x="3641344" y="58166"/>
                    <a:pt x="3641344" y="130048"/>
                  </a:cubicBezTo>
                  <a:lnTo>
                    <a:pt x="3641344" y="650240"/>
                  </a:lnTo>
                  <a:cubicBezTo>
                    <a:pt x="3641344" y="722122"/>
                    <a:pt x="3583178" y="780288"/>
                    <a:pt x="3511296" y="780288"/>
                  </a:cubicBezTo>
                  <a:lnTo>
                    <a:pt x="130048" y="780288"/>
                  </a:lnTo>
                  <a:cubicBezTo>
                    <a:pt x="58166" y="780288"/>
                    <a:pt x="0" y="722122"/>
                    <a:pt x="0" y="650240"/>
                  </a:cubicBezTo>
                  <a:close/>
                </a:path>
              </a:pathLst>
            </a:custGeom>
            <a:solidFill>
              <a:srgbClr val="3FA7B8"/>
            </a:solidFill>
          </p:spPr>
          <p:txBody>
            <a:bodyPr/>
            <a:lstStyle/>
            <a:p>
              <a:endParaRPr lang="en-IN"/>
            </a:p>
          </p:txBody>
        </p:sp>
        <p:sp>
          <p:nvSpPr>
            <p:cNvPr id="42" name="TextBox 42"/>
            <p:cNvSpPr txBox="1"/>
            <p:nvPr/>
          </p:nvSpPr>
          <p:spPr>
            <a:xfrm>
              <a:off x="0" y="28575"/>
              <a:ext cx="3641344" cy="751713"/>
            </a:xfrm>
            <a:prstGeom prst="rect">
              <a:avLst/>
            </a:prstGeom>
          </p:spPr>
          <p:txBody>
            <a:bodyPr lIns="50800" tIns="50800" rIns="50800" bIns="50800" rtlCol="0" anchor="ctr"/>
            <a:lstStyle/>
            <a:p>
              <a:pPr marL="0" lvl="0" indent="0" algn="ctr">
                <a:lnSpc>
                  <a:spcPts val="2080"/>
                </a:lnSpc>
                <a:spcBef>
                  <a:spcPct val="0"/>
                </a:spcBef>
              </a:pPr>
              <a:r>
                <a:rPr lang="en-US" sz="2000" b="1" u="none" strike="noStrike">
                  <a:solidFill>
                    <a:srgbClr val="021E47"/>
                  </a:solidFill>
                  <a:latin typeface="Gotham Bold"/>
                  <a:ea typeface="Gotham Bold"/>
                  <a:cs typeface="Gotham Bold"/>
                  <a:sym typeface="Gotham Bold"/>
                </a:rPr>
                <a:t>Prioritize Fixes</a:t>
              </a:r>
            </a:p>
          </p:txBody>
        </p:sp>
      </p:grpSp>
      <p:sp>
        <p:nvSpPr>
          <p:cNvPr id="43" name="TextBox 43"/>
          <p:cNvSpPr txBox="1"/>
          <p:nvPr/>
        </p:nvSpPr>
        <p:spPr>
          <a:xfrm>
            <a:off x="1435271" y="8563565"/>
            <a:ext cx="2743200" cy="851662"/>
          </a:xfrm>
          <a:prstGeom prst="rect">
            <a:avLst/>
          </a:prstGeom>
        </p:spPr>
        <p:txBody>
          <a:bodyPr lIns="0" tIns="0" rIns="0" bIns="0" rtlCol="0" anchor="t">
            <a:spAutoFit/>
          </a:bodyPr>
          <a:lstStyle/>
          <a:p>
            <a:pPr marL="0" lvl="0" indent="0" algn="r">
              <a:lnSpc>
                <a:spcPts val="1663"/>
              </a:lnSpc>
              <a:spcBef>
                <a:spcPct val="0"/>
              </a:spcBef>
            </a:pPr>
            <a:r>
              <a:rPr lang="en-US" sz="1599" u="none" strike="noStrike">
                <a:solidFill>
                  <a:srgbClr val="021E47"/>
                </a:solidFill>
                <a:latin typeface="Gotham"/>
                <a:ea typeface="Gotham"/>
                <a:cs typeface="Gotham"/>
                <a:sym typeface="Gotham"/>
              </a:rPr>
              <a:t>Avoid slide reading.</a:t>
            </a:r>
          </a:p>
          <a:p>
            <a:pPr marL="0" lvl="0" indent="0" algn="r">
              <a:lnSpc>
                <a:spcPts val="1663"/>
              </a:lnSpc>
              <a:spcBef>
                <a:spcPct val="0"/>
              </a:spcBef>
            </a:pPr>
            <a:r>
              <a:rPr lang="en-US" sz="1599" u="none" strike="noStrike">
                <a:solidFill>
                  <a:srgbClr val="021E47"/>
                </a:solidFill>
                <a:latin typeface="Gotham"/>
                <a:ea typeface="Gotham"/>
                <a:cs typeface="Gotham"/>
                <a:sym typeface="Gotham"/>
              </a:rPr>
              <a:t>Use trainer buy‑time lines.</a:t>
            </a:r>
          </a:p>
          <a:p>
            <a:pPr marL="0" lvl="0" indent="0" algn="r">
              <a:lnSpc>
                <a:spcPts val="1663"/>
              </a:lnSpc>
              <a:spcBef>
                <a:spcPct val="0"/>
              </a:spcBef>
            </a:pPr>
            <a:r>
              <a:rPr lang="en-US" sz="1599" u="none" strike="noStrike">
                <a:solidFill>
                  <a:srgbClr val="021E47"/>
                </a:solidFill>
                <a:latin typeface="Gotham"/>
                <a:ea typeface="Gotham"/>
                <a:cs typeface="Gotham"/>
                <a:sym typeface="Gotham"/>
              </a:rPr>
              <a:t>Keep explanations concise and structured.</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rot="-299999">
            <a:off x="5336076" y="3505987"/>
            <a:ext cx="3494315" cy="4285312"/>
          </a:xfrm>
          <a:custGeom>
            <a:avLst/>
            <a:gdLst/>
            <a:ahLst/>
            <a:cxnLst/>
            <a:rect l="l" t="t" r="r" b="b"/>
            <a:pathLst>
              <a:path w="3494315" h="4285312">
                <a:moveTo>
                  <a:pt x="0" y="0"/>
                </a:moveTo>
                <a:lnTo>
                  <a:pt x="3494315" y="0"/>
                </a:lnTo>
                <a:lnTo>
                  <a:pt x="3494315" y="4285311"/>
                </a:lnTo>
                <a:lnTo>
                  <a:pt x="0" y="42853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299999">
            <a:off x="5695001" y="3936011"/>
            <a:ext cx="457495" cy="438623"/>
          </a:xfrm>
          <a:custGeom>
            <a:avLst/>
            <a:gdLst/>
            <a:ahLst/>
            <a:cxnLst/>
            <a:rect l="l" t="t" r="r" b="b"/>
            <a:pathLst>
              <a:path w="457495" h="438623">
                <a:moveTo>
                  <a:pt x="0" y="0"/>
                </a:moveTo>
                <a:lnTo>
                  <a:pt x="457495" y="0"/>
                </a:lnTo>
                <a:lnTo>
                  <a:pt x="457495" y="438624"/>
                </a:lnTo>
                <a:lnTo>
                  <a:pt x="0" y="4386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rot="299999" flipH="1">
            <a:off x="9457609" y="3505987"/>
            <a:ext cx="3494315" cy="4285312"/>
          </a:xfrm>
          <a:custGeom>
            <a:avLst/>
            <a:gdLst/>
            <a:ahLst/>
            <a:cxnLst/>
            <a:rect l="l" t="t" r="r" b="b"/>
            <a:pathLst>
              <a:path w="3494315" h="4285312">
                <a:moveTo>
                  <a:pt x="3494315" y="0"/>
                </a:moveTo>
                <a:lnTo>
                  <a:pt x="0" y="0"/>
                </a:lnTo>
                <a:lnTo>
                  <a:pt x="0" y="4285311"/>
                </a:lnTo>
                <a:lnTo>
                  <a:pt x="3494315" y="4285311"/>
                </a:lnTo>
                <a:lnTo>
                  <a:pt x="3494315"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rot="299999">
            <a:off x="12173962" y="3954596"/>
            <a:ext cx="438150" cy="401455"/>
          </a:xfrm>
          <a:custGeom>
            <a:avLst/>
            <a:gdLst/>
            <a:ahLst/>
            <a:cxnLst/>
            <a:rect l="l" t="t" r="r" b="b"/>
            <a:pathLst>
              <a:path w="438150" h="401455">
                <a:moveTo>
                  <a:pt x="0" y="0"/>
                </a:moveTo>
                <a:lnTo>
                  <a:pt x="438150" y="0"/>
                </a:lnTo>
                <a:lnTo>
                  <a:pt x="438150" y="401454"/>
                </a:lnTo>
                <a:lnTo>
                  <a:pt x="0" y="4014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6" name="Freeform 6"/>
          <p:cNvSpPr/>
          <p:nvPr/>
        </p:nvSpPr>
        <p:spPr>
          <a:xfrm>
            <a:off x="14275020" y="3361865"/>
            <a:ext cx="2803208" cy="4114800"/>
          </a:xfrm>
          <a:custGeom>
            <a:avLst/>
            <a:gdLst/>
            <a:ahLst/>
            <a:cxnLst/>
            <a:rect l="l" t="t" r="r" b="b"/>
            <a:pathLst>
              <a:path w="2803208" h="4114800">
                <a:moveTo>
                  <a:pt x="0" y="0"/>
                </a:moveTo>
                <a:lnTo>
                  <a:pt x="2803207" y="0"/>
                </a:lnTo>
                <a:lnTo>
                  <a:pt x="2803207"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7" name="TextBox 7"/>
          <p:cNvSpPr txBox="1"/>
          <p:nvPr/>
        </p:nvSpPr>
        <p:spPr>
          <a:xfrm>
            <a:off x="3053602" y="628650"/>
            <a:ext cx="12033998" cy="828548"/>
          </a:xfrm>
          <a:prstGeom prst="rect">
            <a:avLst/>
          </a:prstGeom>
        </p:spPr>
        <p:txBody>
          <a:bodyPr lIns="0" tIns="0" rIns="0" bIns="0" rtlCol="0" anchor="t">
            <a:spAutoFit/>
          </a:bodyPr>
          <a:lstStyle/>
          <a:p>
            <a:pPr algn="ctr">
              <a:lnSpc>
                <a:spcPts val="6496"/>
              </a:lnSpc>
            </a:pPr>
            <a:r>
              <a:rPr lang="en-US" sz="5600" b="1">
                <a:solidFill>
                  <a:srgbClr val="140574"/>
                </a:solidFill>
                <a:latin typeface="Open Sauce Bold"/>
                <a:ea typeface="Open Sauce Bold"/>
                <a:cs typeface="Open Sauce Bold"/>
                <a:sym typeface="Open Sauce Bold"/>
              </a:rPr>
              <a:t>Team Questions</a:t>
            </a:r>
          </a:p>
        </p:txBody>
      </p:sp>
      <p:sp>
        <p:nvSpPr>
          <p:cNvPr id="8" name="TextBox 8"/>
          <p:cNvSpPr txBox="1"/>
          <p:nvPr/>
        </p:nvSpPr>
        <p:spPr>
          <a:xfrm rot="-299999">
            <a:off x="5875785" y="4793950"/>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Ask your question?</a:t>
            </a:r>
          </a:p>
        </p:txBody>
      </p:sp>
      <p:sp>
        <p:nvSpPr>
          <p:cNvPr id="9" name="TextBox 9"/>
          <p:cNvSpPr txBox="1"/>
          <p:nvPr/>
        </p:nvSpPr>
        <p:spPr>
          <a:xfrm rot="299999">
            <a:off x="9929780" y="4795635"/>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Doubts</a:t>
            </a: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0" y="3980236"/>
            <a:ext cx="18288000" cy="3309662"/>
            <a:chOff x="0" y="0"/>
            <a:chExt cx="4416996" cy="799364"/>
          </a:xfrm>
        </p:grpSpPr>
        <p:sp>
          <p:nvSpPr>
            <p:cNvPr id="3" name="Freeform 3"/>
            <p:cNvSpPr/>
            <p:nvPr/>
          </p:nvSpPr>
          <p:spPr>
            <a:xfrm>
              <a:off x="0" y="0"/>
              <a:ext cx="4416996" cy="799364"/>
            </a:xfrm>
            <a:custGeom>
              <a:avLst/>
              <a:gdLst/>
              <a:ahLst/>
              <a:cxnLst/>
              <a:rect l="l" t="t" r="r" b="b"/>
              <a:pathLst>
                <a:path w="4416996" h="799364">
                  <a:moveTo>
                    <a:pt x="0" y="0"/>
                  </a:moveTo>
                  <a:lnTo>
                    <a:pt x="4416996" y="0"/>
                  </a:lnTo>
                  <a:lnTo>
                    <a:pt x="4416996" y="799364"/>
                  </a:lnTo>
                  <a:lnTo>
                    <a:pt x="0" y="799364"/>
                  </a:lnTo>
                  <a:close/>
                </a:path>
              </a:pathLst>
            </a:custGeom>
            <a:solidFill>
              <a:srgbClr val="066CF4"/>
            </a:solidFill>
          </p:spPr>
          <p:txBody>
            <a:bodyPr/>
            <a:lstStyle/>
            <a:p>
              <a:endParaRPr lang="en-IN"/>
            </a:p>
          </p:txBody>
        </p:sp>
        <p:sp>
          <p:nvSpPr>
            <p:cNvPr id="4" name="TextBox 4"/>
            <p:cNvSpPr txBox="1"/>
            <p:nvPr/>
          </p:nvSpPr>
          <p:spPr>
            <a:xfrm>
              <a:off x="0" y="-57150"/>
              <a:ext cx="4416996" cy="856514"/>
            </a:xfrm>
            <a:prstGeom prst="rect">
              <a:avLst/>
            </a:prstGeom>
          </p:spPr>
          <p:txBody>
            <a:bodyPr lIns="50800" tIns="50800" rIns="50800" bIns="50800" rtlCol="0" anchor="ctr"/>
            <a:lstStyle/>
            <a:p>
              <a:pPr algn="ctr">
                <a:lnSpc>
                  <a:spcPts val="3634"/>
                </a:lnSpc>
              </a:pPr>
              <a:endParaRPr/>
            </a:p>
          </p:txBody>
        </p:sp>
      </p:grpSp>
      <p:sp>
        <p:nvSpPr>
          <p:cNvPr id="5" name="AutoShape 5"/>
          <p:cNvSpPr/>
          <p:nvPr/>
        </p:nvSpPr>
        <p:spPr>
          <a:xfrm flipV="1">
            <a:off x="1031081" y="2915602"/>
            <a:ext cx="16230600" cy="0"/>
          </a:xfrm>
          <a:prstGeom prst="line">
            <a:avLst/>
          </a:prstGeom>
          <a:ln w="9525" cap="flat">
            <a:solidFill>
              <a:srgbClr val="000000">
                <a:alpha val="69804"/>
              </a:srgbClr>
            </a:solidFill>
            <a:prstDash val="solid"/>
            <a:headEnd type="none" w="sm" len="sm"/>
            <a:tailEnd type="none" w="sm" len="sm"/>
          </a:ln>
        </p:spPr>
        <p:txBody>
          <a:bodyPr/>
          <a:lstStyle/>
          <a:p>
            <a:endParaRPr lang="en-IN"/>
          </a:p>
        </p:txBody>
      </p:sp>
      <p:sp>
        <p:nvSpPr>
          <p:cNvPr id="6" name="AutoShape 6"/>
          <p:cNvSpPr/>
          <p:nvPr/>
        </p:nvSpPr>
        <p:spPr>
          <a:xfrm flipV="1">
            <a:off x="1031081" y="9535156"/>
            <a:ext cx="16230600" cy="0"/>
          </a:xfrm>
          <a:prstGeom prst="line">
            <a:avLst/>
          </a:prstGeom>
          <a:ln w="9525" cap="flat">
            <a:solidFill>
              <a:srgbClr val="000000">
                <a:alpha val="69804"/>
              </a:srgbClr>
            </a:solidFill>
            <a:prstDash val="solid"/>
            <a:headEnd type="none" w="sm" len="sm"/>
            <a:tailEnd type="none" w="sm" len="sm"/>
          </a:ln>
        </p:spPr>
        <p:txBody>
          <a:bodyPr/>
          <a:lstStyle/>
          <a:p>
            <a:endParaRPr lang="en-IN"/>
          </a:p>
        </p:txBody>
      </p:sp>
      <p:grpSp>
        <p:nvGrpSpPr>
          <p:cNvPr id="7" name="Group 7"/>
          <p:cNvGrpSpPr/>
          <p:nvPr/>
        </p:nvGrpSpPr>
        <p:grpSpPr>
          <a:xfrm>
            <a:off x="2286000" y="3226049"/>
            <a:ext cx="13716000" cy="4380604"/>
            <a:chOff x="0" y="-824424"/>
            <a:chExt cx="18288000" cy="5840805"/>
          </a:xfrm>
        </p:grpSpPr>
        <p:sp>
          <p:nvSpPr>
            <p:cNvPr id="8" name="Freeform 8"/>
            <p:cNvSpPr/>
            <p:nvPr/>
          </p:nvSpPr>
          <p:spPr>
            <a:xfrm>
              <a:off x="0" y="0"/>
              <a:ext cx="18288000" cy="5016381"/>
            </a:xfrm>
            <a:custGeom>
              <a:avLst/>
              <a:gdLst/>
              <a:ahLst/>
              <a:cxnLst/>
              <a:rect l="l" t="t" r="r" b="b"/>
              <a:pathLst>
                <a:path w="18288000" h="5016381">
                  <a:moveTo>
                    <a:pt x="0" y="0"/>
                  </a:moveTo>
                  <a:lnTo>
                    <a:pt x="18288000" y="0"/>
                  </a:lnTo>
                  <a:lnTo>
                    <a:pt x="18288000" y="5016381"/>
                  </a:lnTo>
                  <a:lnTo>
                    <a:pt x="0" y="5016381"/>
                  </a:lnTo>
                  <a:close/>
                </a:path>
              </a:pathLst>
            </a:custGeom>
            <a:blipFill>
              <a:blip r:embed="rId3">
                <a:alphaModFix amt="0"/>
              </a:blip>
              <a:stretch>
                <a:fillRect t="-23439" b="-18631"/>
              </a:stretch>
            </a:blipFill>
          </p:spPr>
          <p:txBody>
            <a:bodyPr/>
            <a:lstStyle/>
            <a:p>
              <a:endParaRPr lang="en-IN"/>
            </a:p>
          </p:txBody>
        </p:sp>
        <p:sp>
          <p:nvSpPr>
            <p:cNvPr id="9" name="TextBox 9"/>
            <p:cNvSpPr txBox="1"/>
            <p:nvPr/>
          </p:nvSpPr>
          <p:spPr>
            <a:xfrm>
              <a:off x="0" y="-824424"/>
              <a:ext cx="18288000" cy="4930656"/>
            </a:xfrm>
            <a:prstGeom prst="rect">
              <a:avLst/>
            </a:prstGeom>
          </p:spPr>
          <p:txBody>
            <a:bodyPr lIns="0" tIns="0" rIns="0" bIns="0" rtlCol="0" anchor="b"/>
            <a:lstStyle/>
            <a:p>
              <a:pPr algn="ctr">
                <a:lnSpc>
                  <a:spcPts val="9720"/>
                </a:lnSpc>
              </a:pPr>
              <a:r>
                <a:rPr lang="en-US" sz="9000" b="1" dirty="0">
                  <a:solidFill>
                    <a:srgbClr val="FFFFFF"/>
                  </a:solidFill>
                  <a:latin typeface="Helvetica World Bold"/>
                  <a:ea typeface="Helvetica World Bold"/>
                  <a:cs typeface="Helvetica World Bold"/>
                  <a:sym typeface="Helvetica World Bold"/>
                </a:rPr>
                <a:t>Certification &amp; Webinar Governance</a:t>
              </a:r>
            </a:p>
          </p:txBody>
        </p:sp>
      </p:grpSp>
      <p:sp>
        <p:nvSpPr>
          <p:cNvPr id="10" name="TextBox 10"/>
          <p:cNvSpPr txBox="1"/>
          <p:nvPr/>
        </p:nvSpPr>
        <p:spPr>
          <a:xfrm>
            <a:off x="2377440" y="7654278"/>
            <a:ext cx="13533120" cy="2344579"/>
          </a:xfrm>
          <a:prstGeom prst="rect">
            <a:avLst/>
          </a:prstGeom>
        </p:spPr>
        <p:txBody>
          <a:bodyPr lIns="0" tIns="0" rIns="0" bIns="0" rtlCol="0" anchor="t">
            <a:spAutoFit/>
          </a:bodyPr>
          <a:lstStyle/>
          <a:p>
            <a:pPr algn="ctr">
              <a:lnSpc>
                <a:spcPts val="3888"/>
              </a:lnSpc>
            </a:pPr>
            <a:r>
              <a:rPr lang="en-US" sz="3600">
                <a:solidFill>
                  <a:srgbClr val="000000"/>
                </a:solidFill>
                <a:latin typeface="Aptos"/>
                <a:ea typeface="Aptos"/>
                <a:cs typeface="Aptos"/>
                <a:sym typeface="Aptos"/>
              </a:rPr>
              <a:t>Structured block: slides below are scoped only to this section.</a:t>
            </a:r>
          </a:p>
        </p:txBody>
      </p:sp>
      <p:sp>
        <p:nvSpPr>
          <p:cNvPr id="11" name="Freeform 11"/>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4"/>
            <a:stretch>
              <a:fillRect/>
            </a:stretch>
          </a:blipFill>
        </p:spPr>
        <p:txBody>
          <a:bodyPr/>
          <a:lstStyle/>
          <a:p>
            <a:endParaRPr lang="en-IN"/>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2970352" y="609600"/>
            <a:ext cx="11925062" cy="9114609"/>
            <a:chOff x="0" y="0"/>
            <a:chExt cx="995524" cy="760903"/>
          </a:xfrm>
        </p:grpSpPr>
        <p:sp>
          <p:nvSpPr>
            <p:cNvPr id="3" name="Freeform 3"/>
            <p:cNvSpPr/>
            <p:nvPr/>
          </p:nvSpPr>
          <p:spPr>
            <a:xfrm>
              <a:off x="0" y="0"/>
              <a:ext cx="995524" cy="760903"/>
            </a:xfrm>
            <a:custGeom>
              <a:avLst/>
              <a:gdLst/>
              <a:ahLst/>
              <a:cxnLst/>
              <a:rect l="l" t="t" r="r" b="b"/>
              <a:pathLst>
                <a:path w="995524" h="760903">
                  <a:moveTo>
                    <a:pt x="995524" y="380451"/>
                  </a:moveTo>
                  <a:lnTo>
                    <a:pt x="589124" y="0"/>
                  </a:lnTo>
                  <a:lnTo>
                    <a:pt x="589124" y="203200"/>
                  </a:lnTo>
                  <a:lnTo>
                    <a:pt x="0" y="203200"/>
                  </a:lnTo>
                  <a:lnTo>
                    <a:pt x="0" y="557703"/>
                  </a:lnTo>
                  <a:lnTo>
                    <a:pt x="589124" y="557703"/>
                  </a:lnTo>
                  <a:lnTo>
                    <a:pt x="589124" y="760903"/>
                  </a:lnTo>
                  <a:lnTo>
                    <a:pt x="995524" y="380451"/>
                  </a:lnTo>
                  <a:close/>
                </a:path>
              </a:pathLst>
            </a:custGeom>
            <a:solidFill>
              <a:srgbClr val="CADBE8">
                <a:alpha val="24706"/>
              </a:srgbClr>
            </a:solidFill>
          </p:spPr>
          <p:txBody>
            <a:bodyPr/>
            <a:lstStyle/>
            <a:p>
              <a:endParaRPr lang="en-IN"/>
            </a:p>
          </p:txBody>
        </p:sp>
        <p:sp>
          <p:nvSpPr>
            <p:cNvPr id="4" name="TextBox 4"/>
            <p:cNvSpPr txBox="1"/>
            <p:nvPr/>
          </p:nvSpPr>
          <p:spPr>
            <a:xfrm>
              <a:off x="0" y="174625"/>
              <a:ext cx="893924" cy="383078"/>
            </a:xfrm>
            <a:prstGeom prst="rect">
              <a:avLst/>
            </a:prstGeom>
          </p:spPr>
          <p:txBody>
            <a:bodyPr lIns="50800" tIns="50800" rIns="50800" bIns="50800" rtlCol="0" anchor="ctr"/>
            <a:lstStyle/>
            <a:p>
              <a:pPr algn="ctr">
                <a:lnSpc>
                  <a:spcPts val="2240"/>
                </a:lnSpc>
              </a:pPr>
              <a:endParaRPr/>
            </a:p>
          </p:txBody>
        </p:sp>
      </p:grpSp>
      <p:sp>
        <p:nvSpPr>
          <p:cNvPr id="5" name="Freeform 5"/>
          <p:cNvSpPr/>
          <p:nvPr/>
        </p:nvSpPr>
        <p:spPr>
          <a:xfrm>
            <a:off x="2270663" y="609600"/>
            <a:ext cx="7052746" cy="1808068"/>
          </a:xfrm>
          <a:custGeom>
            <a:avLst/>
            <a:gdLst/>
            <a:ahLst/>
            <a:cxnLst/>
            <a:rect l="l" t="t" r="r" b="b"/>
            <a:pathLst>
              <a:path w="7052746" h="1808068">
                <a:moveTo>
                  <a:pt x="0" y="0"/>
                </a:moveTo>
                <a:lnTo>
                  <a:pt x="7052746" y="0"/>
                </a:lnTo>
                <a:lnTo>
                  <a:pt x="7052746" y="1808068"/>
                </a:lnTo>
                <a:lnTo>
                  <a:pt x="0" y="1808068"/>
                </a:lnTo>
                <a:lnTo>
                  <a:pt x="0" y="0"/>
                </a:lnTo>
                <a:close/>
              </a:path>
            </a:pathLst>
          </a:custGeom>
          <a:blipFill>
            <a:blip r:embed="rId3">
              <a:alphaModFix amt="24000"/>
            </a:blip>
            <a:stretch>
              <a:fillRect/>
            </a:stretch>
          </a:blipFill>
          <a:ln cap="sq">
            <a:noFill/>
            <a:prstDash val="solid"/>
            <a:miter/>
          </a:ln>
        </p:spPr>
        <p:txBody>
          <a:bodyPr/>
          <a:lstStyle/>
          <a:p>
            <a:endParaRPr lang="en-IN"/>
          </a:p>
        </p:txBody>
      </p:sp>
      <p:sp>
        <p:nvSpPr>
          <p:cNvPr id="6" name="Freeform 6"/>
          <p:cNvSpPr/>
          <p:nvPr/>
        </p:nvSpPr>
        <p:spPr>
          <a:xfrm>
            <a:off x="3710084" y="830783"/>
            <a:ext cx="3989834" cy="1022848"/>
          </a:xfrm>
          <a:custGeom>
            <a:avLst/>
            <a:gdLst/>
            <a:ahLst/>
            <a:cxnLst/>
            <a:rect l="l" t="t" r="r" b="b"/>
            <a:pathLst>
              <a:path w="3989834" h="1022848">
                <a:moveTo>
                  <a:pt x="0" y="0"/>
                </a:moveTo>
                <a:lnTo>
                  <a:pt x="3989834" y="0"/>
                </a:lnTo>
                <a:lnTo>
                  <a:pt x="3989834" y="1022848"/>
                </a:lnTo>
                <a:lnTo>
                  <a:pt x="0" y="10228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4836257" y="2524247"/>
            <a:ext cx="7052746" cy="1808068"/>
          </a:xfrm>
          <a:custGeom>
            <a:avLst/>
            <a:gdLst/>
            <a:ahLst/>
            <a:cxnLst/>
            <a:rect l="l" t="t" r="r" b="b"/>
            <a:pathLst>
              <a:path w="7052746" h="1808068">
                <a:moveTo>
                  <a:pt x="0" y="0"/>
                </a:moveTo>
                <a:lnTo>
                  <a:pt x="7052746" y="0"/>
                </a:lnTo>
                <a:lnTo>
                  <a:pt x="7052746" y="1808067"/>
                </a:lnTo>
                <a:lnTo>
                  <a:pt x="0" y="1808067"/>
                </a:lnTo>
                <a:lnTo>
                  <a:pt x="0" y="0"/>
                </a:lnTo>
                <a:close/>
              </a:path>
            </a:pathLst>
          </a:custGeom>
          <a:blipFill>
            <a:blip r:embed="rId3">
              <a:alphaModFix amt="24000"/>
            </a:blip>
            <a:stretch>
              <a:fillRect/>
            </a:stretch>
          </a:blipFill>
          <a:ln cap="sq">
            <a:noFill/>
            <a:prstDash val="solid"/>
            <a:miter/>
          </a:ln>
        </p:spPr>
        <p:txBody>
          <a:bodyPr/>
          <a:lstStyle/>
          <a:p>
            <a:endParaRPr lang="en-IN"/>
          </a:p>
        </p:txBody>
      </p:sp>
      <p:sp>
        <p:nvSpPr>
          <p:cNvPr id="8" name="Freeform 8"/>
          <p:cNvSpPr/>
          <p:nvPr/>
        </p:nvSpPr>
        <p:spPr>
          <a:xfrm>
            <a:off x="6275678" y="2745430"/>
            <a:ext cx="3989834" cy="1022848"/>
          </a:xfrm>
          <a:custGeom>
            <a:avLst/>
            <a:gdLst/>
            <a:ahLst/>
            <a:cxnLst/>
            <a:rect l="l" t="t" r="r" b="b"/>
            <a:pathLst>
              <a:path w="3989834" h="1022848">
                <a:moveTo>
                  <a:pt x="0" y="0"/>
                </a:moveTo>
                <a:lnTo>
                  <a:pt x="3989833" y="0"/>
                </a:lnTo>
                <a:lnTo>
                  <a:pt x="3989833" y="1022848"/>
                </a:lnTo>
                <a:lnTo>
                  <a:pt x="0" y="10228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Freeform 9"/>
          <p:cNvSpPr/>
          <p:nvPr/>
        </p:nvSpPr>
        <p:spPr>
          <a:xfrm>
            <a:off x="2270663" y="8275468"/>
            <a:ext cx="7052746" cy="1808068"/>
          </a:xfrm>
          <a:custGeom>
            <a:avLst/>
            <a:gdLst/>
            <a:ahLst/>
            <a:cxnLst/>
            <a:rect l="l" t="t" r="r" b="b"/>
            <a:pathLst>
              <a:path w="7052746" h="1808068">
                <a:moveTo>
                  <a:pt x="0" y="0"/>
                </a:moveTo>
                <a:lnTo>
                  <a:pt x="7052746" y="0"/>
                </a:lnTo>
                <a:lnTo>
                  <a:pt x="7052746" y="1808067"/>
                </a:lnTo>
                <a:lnTo>
                  <a:pt x="0" y="1808067"/>
                </a:lnTo>
                <a:lnTo>
                  <a:pt x="0" y="0"/>
                </a:lnTo>
                <a:close/>
              </a:path>
            </a:pathLst>
          </a:custGeom>
          <a:blipFill>
            <a:blip r:embed="rId3">
              <a:alphaModFix amt="24000"/>
            </a:blip>
            <a:stretch>
              <a:fillRect/>
            </a:stretch>
          </a:blipFill>
          <a:ln cap="sq">
            <a:noFill/>
            <a:prstDash val="solid"/>
            <a:miter/>
          </a:ln>
        </p:spPr>
        <p:txBody>
          <a:bodyPr/>
          <a:lstStyle/>
          <a:p>
            <a:endParaRPr lang="en-IN"/>
          </a:p>
        </p:txBody>
      </p:sp>
      <p:sp>
        <p:nvSpPr>
          <p:cNvPr id="10" name="Freeform 10"/>
          <p:cNvSpPr/>
          <p:nvPr/>
        </p:nvSpPr>
        <p:spPr>
          <a:xfrm>
            <a:off x="3710084" y="8496651"/>
            <a:ext cx="3989834" cy="1022848"/>
          </a:xfrm>
          <a:custGeom>
            <a:avLst/>
            <a:gdLst/>
            <a:ahLst/>
            <a:cxnLst/>
            <a:rect l="l" t="t" r="r" b="b"/>
            <a:pathLst>
              <a:path w="3989834" h="1022848">
                <a:moveTo>
                  <a:pt x="0" y="0"/>
                </a:moveTo>
                <a:lnTo>
                  <a:pt x="3989834" y="0"/>
                </a:lnTo>
                <a:lnTo>
                  <a:pt x="3989834" y="1022848"/>
                </a:lnTo>
                <a:lnTo>
                  <a:pt x="0" y="10228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1" name="Freeform 11"/>
          <p:cNvSpPr/>
          <p:nvPr/>
        </p:nvSpPr>
        <p:spPr>
          <a:xfrm>
            <a:off x="4836257" y="5699010"/>
            <a:ext cx="7052746" cy="1808068"/>
          </a:xfrm>
          <a:custGeom>
            <a:avLst/>
            <a:gdLst/>
            <a:ahLst/>
            <a:cxnLst/>
            <a:rect l="l" t="t" r="r" b="b"/>
            <a:pathLst>
              <a:path w="7052746" h="1808068">
                <a:moveTo>
                  <a:pt x="0" y="0"/>
                </a:moveTo>
                <a:lnTo>
                  <a:pt x="7052746" y="0"/>
                </a:lnTo>
                <a:lnTo>
                  <a:pt x="7052746" y="1808067"/>
                </a:lnTo>
                <a:lnTo>
                  <a:pt x="0" y="1808067"/>
                </a:lnTo>
                <a:lnTo>
                  <a:pt x="0" y="0"/>
                </a:lnTo>
                <a:close/>
              </a:path>
            </a:pathLst>
          </a:custGeom>
          <a:blipFill>
            <a:blip r:embed="rId3">
              <a:alphaModFix amt="24000"/>
            </a:blip>
            <a:stretch>
              <a:fillRect/>
            </a:stretch>
          </a:blipFill>
          <a:ln cap="sq">
            <a:noFill/>
            <a:prstDash val="solid"/>
            <a:miter/>
          </a:ln>
        </p:spPr>
        <p:txBody>
          <a:bodyPr/>
          <a:lstStyle/>
          <a:p>
            <a:endParaRPr lang="en-IN"/>
          </a:p>
        </p:txBody>
      </p:sp>
      <p:sp>
        <p:nvSpPr>
          <p:cNvPr id="12" name="Freeform 12"/>
          <p:cNvSpPr/>
          <p:nvPr/>
        </p:nvSpPr>
        <p:spPr>
          <a:xfrm>
            <a:off x="6275678" y="5920193"/>
            <a:ext cx="3989834" cy="1022848"/>
          </a:xfrm>
          <a:custGeom>
            <a:avLst/>
            <a:gdLst/>
            <a:ahLst/>
            <a:cxnLst/>
            <a:rect l="l" t="t" r="r" b="b"/>
            <a:pathLst>
              <a:path w="3989834" h="1022848">
                <a:moveTo>
                  <a:pt x="0" y="0"/>
                </a:moveTo>
                <a:lnTo>
                  <a:pt x="3989833" y="0"/>
                </a:lnTo>
                <a:lnTo>
                  <a:pt x="3989833" y="1022848"/>
                </a:lnTo>
                <a:lnTo>
                  <a:pt x="0" y="10228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3" name="TextBox 13"/>
          <p:cNvSpPr txBox="1"/>
          <p:nvPr/>
        </p:nvSpPr>
        <p:spPr>
          <a:xfrm>
            <a:off x="4781550" y="1131404"/>
            <a:ext cx="2744635" cy="372745"/>
          </a:xfrm>
          <a:prstGeom prst="rect">
            <a:avLst/>
          </a:prstGeom>
        </p:spPr>
        <p:txBody>
          <a:bodyPr lIns="0" tIns="0" rIns="0" bIns="0" rtlCol="0" anchor="t">
            <a:spAutoFit/>
          </a:bodyPr>
          <a:lstStyle/>
          <a:p>
            <a:pPr algn="l">
              <a:lnSpc>
                <a:spcPts val="3080"/>
              </a:lnSpc>
            </a:pPr>
            <a:r>
              <a:rPr lang="en-US" sz="2200" b="1">
                <a:solidFill>
                  <a:srgbClr val="000000"/>
                </a:solidFill>
                <a:latin typeface="Canva Sans Bold"/>
                <a:ea typeface="Canva Sans Bold"/>
                <a:cs typeface="Canva Sans Bold"/>
                <a:sym typeface="Canva Sans Bold"/>
              </a:rPr>
              <a:t>Concept </a:t>
            </a:r>
          </a:p>
        </p:txBody>
      </p:sp>
      <p:sp>
        <p:nvSpPr>
          <p:cNvPr id="14" name="TextBox 14"/>
          <p:cNvSpPr txBox="1"/>
          <p:nvPr/>
        </p:nvSpPr>
        <p:spPr>
          <a:xfrm>
            <a:off x="7368371" y="3051431"/>
            <a:ext cx="2744635" cy="372745"/>
          </a:xfrm>
          <a:prstGeom prst="rect">
            <a:avLst/>
          </a:prstGeom>
        </p:spPr>
        <p:txBody>
          <a:bodyPr lIns="0" tIns="0" rIns="0" bIns="0" rtlCol="0" anchor="t">
            <a:spAutoFit/>
          </a:bodyPr>
          <a:lstStyle/>
          <a:p>
            <a:pPr algn="l">
              <a:lnSpc>
                <a:spcPts val="3080"/>
              </a:lnSpc>
            </a:pPr>
            <a:r>
              <a:rPr lang="en-US" sz="2200" b="1">
                <a:solidFill>
                  <a:srgbClr val="000000"/>
                </a:solidFill>
                <a:latin typeface="Canva Sans Bold"/>
                <a:ea typeface="Canva Sans Bold"/>
                <a:cs typeface="Canva Sans Bold"/>
                <a:sym typeface="Canva Sans Bold"/>
              </a:rPr>
              <a:t>Q&amp;A</a:t>
            </a:r>
          </a:p>
        </p:txBody>
      </p:sp>
      <p:sp>
        <p:nvSpPr>
          <p:cNvPr id="15" name="TextBox 15"/>
          <p:cNvSpPr txBox="1"/>
          <p:nvPr/>
        </p:nvSpPr>
        <p:spPr>
          <a:xfrm>
            <a:off x="8033293" y="972820"/>
            <a:ext cx="4971908" cy="871220"/>
          </a:xfrm>
          <a:prstGeom prst="rect">
            <a:avLst/>
          </a:prstGeom>
        </p:spPr>
        <p:txBody>
          <a:bodyPr lIns="0" tIns="0" rIns="0" bIns="0" rtlCol="0" anchor="t">
            <a:spAutoFit/>
          </a:bodyPr>
          <a:lstStyle/>
          <a:p>
            <a:pPr algn="l">
              <a:lnSpc>
                <a:spcPts val="2380"/>
              </a:lnSpc>
            </a:pPr>
            <a:r>
              <a:rPr lang="en-US" sz="1700">
                <a:solidFill>
                  <a:srgbClr val="000000"/>
                </a:solidFill>
                <a:latin typeface="Canva Sans"/>
                <a:ea typeface="Canva Sans"/>
                <a:cs typeface="Canva Sans"/>
                <a:sym typeface="Canva Sans"/>
              </a:rPr>
              <a:t>“10‑5‑1” cadence: Concept (10 min) → Demo/Diagram (5 min) → Recap (1 min). Close the loop every time.</a:t>
            </a:r>
          </a:p>
        </p:txBody>
      </p:sp>
      <p:sp>
        <p:nvSpPr>
          <p:cNvPr id="16" name="TextBox 16"/>
          <p:cNvSpPr txBox="1"/>
          <p:nvPr/>
        </p:nvSpPr>
        <p:spPr>
          <a:xfrm>
            <a:off x="10660391" y="2954594"/>
            <a:ext cx="4971908" cy="575945"/>
          </a:xfrm>
          <a:prstGeom prst="rect">
            <a:avLst/>
          </a:prstGeom>
        </p:spPr>
        <p:txBody>
          <a:bodyPr lIns="0" tIns="0" rIns="0" bIns="0" rtlCol="0" anchor="t">
            <a:spAutoFit/>
          </a:bodyPr>
          <a:lstStyle/>
          <a:p>
            <a:pPr algn="l">
              <a:lnSpc>
                <a:spcPts val="2380"/>
              </a:lnSpc>
            </a:pPr>
            <a:r>
              <a:rPr lang="en-US" sz="1700">
                <a:solidFill>
                  <a:srgbClr val="000000"/>
                </a:solidFill>
                <a:latin typeface="Canva Sans"/>
                <a:ea typeface="Canva Sans"/>
                <a:cs typeface="Canva Sans"/>
                <a:sym typeface="Canva Sans"/>
              </a:rPr>
              <a:t>Park during flow; resolve at checkpoints; summarize answers back to the room.</a:t>
            </a:r>
          </a:p>
        </p:txBody>
      </p:sp>
      <p:sp>
        <p:nvSpPr>
          <p:cNvPr id="17" name="TextBox 17"/>
          <p:cNvSpPr txBox="1"/>
          <p:nvPr/>
        </p:nvSpPr>
        <p:spPr>
          <a:xfrm>
            <a:off x="7526185" y="6231575"/>
            <a:ext cx="2744635" cy="372745"/>
          </a:xfrm>
          <a:prstGeom prst="rect">
            <a:avLst/>
          </a:prstGeom>
        </p:spPr>
        <p:txBody>
          <a:bodyPr lIns="0" tIns="0" rIns="0" bIns="0" rtlCol="0" anchor="t">
            <a:spAutoFit/>
          </a:bodyPr>
          <a:lstStyle/>
          <a:p>
            <a:pPr algn="l">
              <a:lnSpc>
                <a:spcPts val="3080"/>
              </a:lnSpc>
            </a:pPr>
            <a:r>
              <a:rPr lang="en-US" sz="2200" b="1">
                <a:solidFill>
                  <a:srgbClr val="000000"/>
                </a:solidFill>
                <a:latin typeface="Canva Sans Bold"/>
                <a:ea typeface="Canva Sans Bold"/>
                <a:cs typeface="Canva Sans Bold"/>
                <a:sym typeface="Canva Sans Bold"/>
              </a:rPr>
              <a:t>topics</a:t>
            </a:r>
          </a:p>
        </p:txBody>
      </p:sp>
      <p:sp>
        <p:nvSpPr>
          <p:cNvPr id="18" name="TextBox 18"/>
          <p:cNvSpPr txBox="1"/>
          <p:nvPr/>
        </p:nvSpPr>
        <p:spPr>
          <a:xfrm>
            <a:off x="4955282" y="8802652"/>
            <a:ext cx="2744635" cy="372745"/>
          </a:xfrm>
          <a:prstGeom prst="rect">
            <a:avLst/>
          </a:prstGeom>
        </p:spPr>
        <p:txBody>
          <a:bodyPr lIns="0" tIns="0" rIns="0" bIns="0" rtlCol="0" anchor="t">
            <a:spAutoFit/>
          </a:bodyPr>
          <a:lstStyle/>
          <a:p>
            <a:pPr algn="l">
              <a:lnSpc>
                <a:spcPts val="3080"/>
              </a:lnSpc>
            </a:pPr>
            <a:r>
              <a:rPr lang="en-US" sz="2200" b="1">
                <a:solidFill>
                  <a:srgbClr val="000000"/>
                </a:solidFill>
                <a:latin typeface="Canva Sans Bold"/>
                <a:ea typeface="Canva Sans Bold"/>
                <a:cs typeface="Canva Sans Bold"/>
                <a:sym typeface="Canva Sans Bold"/>
              </a:rPr>
              <a:t>intentional</a:t>
            </a:r>
          </a:p>
        </p:txBody>
      </p:sp>
      <p:sp>
        <p:nvSpPr>
          <p:cNvPr id="19" name="TextBox 19"/>
          <p:cNvSpPr txBox="1"/>
          <p:nvPr/>
        </p:nvSpPr>
        <p:spPr>
          <a:xfrm>
            <a:off x="10669637" y="6134737"/>
            <a:ext cx="4811869" cy="575945"/>
          </a:xfrm>
          <a:prstGeom prst="rect">
            <a:avLst/>
          </a:prstGeom>
        </p:spPr>
        <p:txBody>
          <a:bodyPr lIns="0" tIns="0" rIns="0" bIns="0" rtlCol="0" anchor="t">
            <a:spAutoFit/>
          </a:bodyPr>
          <a:lstStyle/>
          <a:p>
            <a:pPr algn="l">
              <a:lnSpc>
                <a:spcPts val="2380"/>
              </a:lnSpc>
            </a:pPr>
            <a:r>
              <a:rPr lang="en-US" sz="1700">
                <a:solidFill>
                  <a:srgbClr val="000000"/>
                </a:solidFill>
                <a:latin typeface="Canva Sans"/>
                <a:ea typeface="Canva Sans"/>
                <a:cs typeface="Canva Sans"/>
                <a:sym typeface="Canva Sans"/>
              </a:rPr>
              <a:t>Use bridge lines to navigate (“We’ve closed the concept—now a quick diagram.”).</a:t>
            </a:r>
          </a:p>
        </p:txBody>
      </p:sp>
      <p:sp>
        <p:nvSpPr>
          <p:cNvPr id="20" name="TextBox 20"/>
          <p:cNvSpPr txBox="1"/>
          <p:nvPr/>
        </p:nvSpPr>
        <p:spPr>
          <a:xfrm>
            <a:off x="362668" y="4279746"/>
            <a:ext cx="5791200" cy="1802892"/>
          </a:xfrm>
          <a:prstGeom prst="rect">
            <a:avLst/>
          </a:prstGeom>
        </p:spPr>
        <p:txBody>
          <a:bodyPr lIns="0" tIns="0" rIns="0" bIns="0" rtlCol="0" anchor="t">
            <a:spAutoFit/>
          </a:bodyPr>
          <a:lstStyle/>
          <a:p>
            <a:pPr algn="l">
              <a:lnSpc>
                <a:spcPts val="5567"/>
              </a:lnSpc>
            </a:pPr>
            <a:r>
              <a:rPr lang="en-US" sz="4800" b="1">
                <a:solidFill>
                  <a:srgbClr val="140574"/>
                </a:solidFill>
                <a:latin typeface="Open Sauce Bold"/>
                <a:ea typeface="Open Sauce Bold"/>
                <a:cs typeface="Open Sauce Bold"/>
                <a:sym typeface="Open Sauce Bold"/>
              </a:rPr>
              <a:t>Delivery</a:t>
            </a:r>
          </a:p>
          <a:p>
            <a:pPr algn="l">
              <a:lnSpc>
                <a:spcPts val="8700"/>
              </a:lnSpc>
            </a:pPr>
            <a:r>
              <a:rPr lang="en-US" sz="7500" b="1">
                <a:solidFill>
                  <a:srgbClr val="140574"/>
                </a:solidFill>
                <a:latin typeface="Open Sauce Bold"/>
                <a:ea typeface="Open Sauce Bold"/>
                <a:cs typeface="Open Sauce Bold"/>
                <a:sym typeface="Open Sauce Bold"/>
              </a:rPr>
              <a:t>Structure</a:t>
            </a:r>
          </a:p>
        </p:txBody>
      </p:sp>
      <p:sp>
        <p:nvSpPr>
          <p:cNvPr id="21" name="TextBox 21"/>
          <p:cNvSpPr txBox="1"/>
          <p:nvPr/>
        </p:nvSpPr>
        <p:spPr>
          <a:xfrm>
            <a:off x="362668" y="6121723"/>
            <a:ext cx="4473589" cy="422275"/>
          </a:xfrm>
          <a:prstGeom prst="rect">
            <a:avLst/>
          </a:prstGeom>
        </p:spPr>
        <p:txBody>
          <a:bodyPr lIns="0" tIns="0" rIns="0" bIns="0" rtlCol="0" anchor="t">
            <a:spAutoFit/>
          </a:bodyPr>
          <a:lstStyle/>
          <a:p>
            <a:pPr algn="r">
              <a:lnSpc>
                <a:spcPts val="3499"/>
              </a:lnSpc>
            </a:pPr>
            <a:r>
              <a:rPr lang="en-US" sz="2499" b="1">
                <a:solidFill>
                  <a:srgbClr val="000000"/>
                </a:solidFill>
                <a:latin typeface="Canva Sans Bold"/>
                <a:ea typeface="Canva Sans Bold"/>
                <a:cs typeface="Canva Sans Bold"/>
                <a:sym typeface="Canva Sans Bold"/>
              </a:rPr>
              <a:t>10-5-1</a:t>
            </a:r>
          </a:p>
        </p:txBody>
      </p:sp>
      <p:sp>
        <p:nvSpPr>
          <p:cNvPr id="22" name="Freeform 22"/>
          <p:cNvSpPr/>
          <p:nvPr/>
        </p:nvSpPr>
        <p:spPr>
          <a:xfrm>
            <a:off x="4007624" y="1117515"/>
            <a:ext cx="438623" cy="438623"/>
          </a:xfrm>
          <a:custGeom>
            <a:avLst/>
            <a:gdLst/>
            <a:ahLst/>
            <a:cxnLst/>
            <a:rect l="l" t="t" r="r" b="b"/>
            <a:pathLst>
              <a:path w="438623" h="438623">
                <a:moveTo>
                  <a:pt x="0" y="0"/>
                </a:moveTo>
                <a:lnTo>
                  <a:pt x="438623" y="0"/>
                </a:lnTo>
                <a:lnTo>
                  <a:pt x="438623" y="438623"/>
                </a:lnTo>
                <a:lnTo>
                  <a:pt x="0" y="4386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23" name="Freeform 23"/>
          <p:cNvSpPr/>
          <p:nvPr/>
        </p:nvSpPr>
        <p:spPr>
          <a:xfrm>
            <a:off x="6630784" y="3037542"/>
            <a:ext cx="347060" cy="438623"/>
          </a:xfrm>
          <a:custGeom>
            <a:avLst/>
            <a:gdLst/>
            <a:ahLst/>
            <a:cxnLst/>
            <a:rect l="l" t="t" r="r" b="b"/>
            <a:pathLst>
              <a:path w="347060" h="438623">
                <a:moveTo>
                  <a:pt x="0" y="0"/>
                </a:moveTo>
                <a:lnTo>
                  <a:pt x="347061" y="0"/>
                </a:lnTo>
                <a:lnTo>
                  <a:pt x="347061" y="438623"/>
                </a:lnTo>
                <a:lnTo>
                  <a:pt x="0" y="43862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N"/>
          </a:p>
        </p:txBody>
      </p:sp>
      <p:sp>
        <p:nvSpPr>
          <p:cNvPr id="24" name="Freeform 24"/>
          <p:cNvSpPr/>
          <p:nvPr/>
        </p:nvSpPr>
        <p:spPr>
          <a:xfrm>
            <a:off x="6584920" y="6207709"/>
            <a:ext cx="438623" cy="438623"/>
          </a:xfrm>
          <a:custGeom>
            <a:avLst/>
            <a:gdLst/>
            <a:ahLst/>
            <a:cxnLst/>
            <a:rect l="l" t="t" r="r" b="b"/>
            <a:pathLst>
              <a:path w="438623" h="438623">
                <a:moveTo>
                  <a:pt x="0" y="0"/>
                </a:moveTo>
                <a:lnTo>
                  <a:pt x="438623" y="0"/>
                </a:lnTo>
                <a:lnTo>
                  <a:pt x="438623" y="438623"/>
                </a:lnTo>
                <a:lnTo>
                  <a:pt x="0" y="43862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25" name="Freeform 25"/>
          <p:cNvSpPr/>
          <p:nvPr/>
        </p:nvSpPr>
        <p:spPr>
          <a:xfrm>
            <a:off x="4019409" y="8746780"/>
            <a:ext cx="438623" cy="438623"/>
          </a:xfrm>
          <a:custGeom>
            <a:avLst/>
            <a:gdLst/>
            <a:ahLst/>
            <a:cxnLst/>
            <a:rect l="l" t="t" r="r" b="b"/>
            <a:pathLst>
              <a:path w="438623" h="438623">
                <a:moveTo>
                  <a:pt x="0" y="0"/>
                </a:moveTo>
                <a:lnTo>
                  <a:pt x="438623" y="0"/>
                </a:lnTo>
                <a:lnTo>
                  <a:pt x="438623" y="438623"/>
                </a:lnTo>
                <a:lnTo>
                  <a:pt x="0" y="43862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N"/>
          </a:p>
        </p:txBody>
      </p:sp>
      <p:sp>
        <p:nvSpPr>
          <p:cNvPr id="26" name="TextBox 26"/>
          <p:cNvSpPr txBox="1"/>
          <p:nvPr/>
        </p:nvSpPr>
        <p:spPr>
          <a:xfrm>
            <a:off x="8073570" y="8558178"/>
            <a:ext cx="4811869" cy="871220"/>
          </a:xfrm>
          <a:prstGeom prst="rect">
            <a:avLst/>
          </a:prstGeom>
        </p:spPr>
        <p:txBody>
          <a:bodyPr lIns="0" tIns="0" rIns="0" bIns="0" rtlCol="0" anchor="t">
            <a:spAutoFit/>
          </a:bodyPr>
          <a:lstStyle/>
          <a:p>
            <a:pPr algn="l">
              <a:lnSpc>
                <a:spcPts val="2380"/>
              </a:lnSpc>
            </a:pPr>
            <a:r>
              <a:rPr lang="en-US" sz="1700">
                <a:solidFill>
                  <a:srgbClr val="000000"/>
                </a:solidFill>
                <a:latin typeface="Canva Sans"/>
                <a:ea typeface="Canva Sans"/>
                <a:cs typeface="Canva Sans"/>
                <a:sym typeface="Canva Sans"/>
              </a:rPr>
              <a:t>Keep the pace controlled; narrate intent and success markers (Goal → Steps → Verify → Next).</a:t>
            </a:r>
          </a:p>
        </p:txBody>
      </p:sp>
      <p:sp>
        <p:nvSpPr>
          <p:cNvPr id="27" name="Freeform 27"/>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20"/>
            <a:stretch>
              <a:fillRect/>
            </a:stretch>
          </a:blipFill>
        </p:spPr>
        <p:txBody>
          <a:bodyPr/>
          <a:lstStyle/>
          <a:p>
            <a:endParaRPr lang="en-IN"/>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a:off x="5956554" y="3193361"/>
            <a:ext cx="6474514" cy="6474514"/>
          </a:xfrm>
          <a:custGeom>
            <a:avLst/>
            <a:gdLst/>
            <a:ahLst/>
            <a:cxnLst/>
            <a:rect l="l" t="t" r="r" b="b"/>
            <a:pathLst>
              <a:path w="6474514" h="6474514">
                <a:moveTo>
                  <a:pt x="0" y="0"/>
                </a:moveTo>
                <a:lnTo>
                  <a:pt x="6474513" y="0"/>
                </a:lnTo>
                <a:lnTo>
                  <a:pt x="6474513" y="6474514"/>
                </a:lnTo>
                <a:lnTo>
                  <a:pt x="0" y="6474514"/>
                </a:lnTo>
                <a:lnTo>
                  <a:pt x="0" y="0"/>
                </a:lnTo>
                <a:close/>
              </a:path>
            </a:pathLst>
          </a:custGeom>
          <a:blipFill>
            <a:blip r:embed="rId3">
              <a:alphaModFix amt="21999"/>
            </a:blip>
            <a:stretch>
              <a:fillRect/>
            </a:stretch>
          </a:blipFill>
        </p:spPr>
        <p:txBody>
          <a:bodyPr/>
          <a:lstStyle/>
          <a:p>
            <a:endParaRPr lang="en-IN"/>
          </a:p>
        </p:txBody>
      </p:sp>
      <p:grpSp>
        <p:nvGrpSpPr>
          <p:cNvPr id="3" name="Group 3"/>
          <p:cNvGrpSpPr/>
          <p:nvPr/>
        </p:nvGrpSpPr>
        <p:grpSpPr>
          <a:xfrm>
            <a:off x="6315290" y="3167102"/>
            <a:ext cx="5657421" cy="5657421"/>
            <a:chOff x="0" y="0"/>
            <a:chExt cx="2423704" cy="2423704"/>
          </a:xfrm>
        </p:grpSpPr>
        <p:sp>
          <p:nvSpPr>
            <p:cNvPr id="4" name="Freeform 4"/>
            <p:cNvSpPr/>
            <p:nvPr/>
          </p:nvSpPr>
          <p:spPr>
            <a:xfrm>
              <a:off x="0" y="0"/>
              <a:ext cx="2423704" cy="2423704"/>
            </a:xfrm>
            <a:custGeom>
              <a:avLst/>
              <a:gdLst/>
              <a:ahLst/>
              <a:cxnLst/>
              <a:rect l="l" t="t" r="r" b="b"/>
              <a:pathLst>
                <a:path w="2423704" h="2423704">
                  <a:moveTo>
                    <a:pt x="101266" y="0"/>
                  </a:moveTo>
                  <a:lnTo>
                    <a:pt x="2322439" y="0"/>
                  </a:lnTo>
                  <a:cubicBezTo>
                    <a:pt x="2349296" y="0"/>
                    <a:pt x="2375053" y="10669"/>
                    <a:pt x="2394044" y="29660"/>
                  </a:cubicBezTo>
                  <a:cubicBezTo>
                    <a:pt x="2413035" y="48651"/>
                    <a:pt x="2423704" y="74408"/>
                    <a:pt x="2423704" y="101266"/>
                  </a:cubicBezTo>
                  <a:lnTo>
                    <a:pt x="2423704" y="2322439"/>
                  </a:lnTo>
                  <a:cubicBezTo>
                    <a:pt x="2423704" y="2349296"/>
                    <a:pt x="2413035" y="2375053"/>
                    <a:pt x="2394044" y="2394044"/>
                  </a:cubicBezTo>
                  <a:cubicBezTo>
                    <a:pt x="2375053" y="2413035"/>
                    <a:pt x="2349296" y="2423704"/>
                    <a:pt x="2322439" y="2423704"/>
                  </a:cubicBezTo>
                  <a:lnTo>
                    <a:pt x="101266" y="2423704"/>
                  </a:lnTo>
                  <a:cubicBezTo>
                    <a:pt x="74408" y="2423704"/>
                    <a:pt x="48651" y="2413035"/>
                    <a:pt x="29660" y="2394044"/>
                  </a:cubicBezTo>
                  <a:cubicBezTo>
                    <a:pt x="10669" y="2375053"/>
                    <a:pt x="0" y="2349296"/>
                    <a:pt x="0" y="2322439"/>
                  </a:cubicBezTo>
                  <a:lnTo>
                    <a:pt x="0" y="101266"/>
                  </a:lnTo>
                  <a:cubicBezTo>
                    <a:pt x="0" y="74408"/>
                    <a:pt x="10669" y="48651"/>
                    <a:pt x="29660" y="29660"/>
                  </a:cubicBezTo>
                  <a:cubicBezTo>
                    <a:pt x="48651" y="10669"/>
                    <a:pt x="74408" y="0"/>
                    <a:pt x="101266" y="0"/>
                  </a:cubicBezTo>
                  <a:close/>
                </a:path>
              </a:pathLst>
            </a:custGeom>
            <a:solidFill>
              <a:srgbClr val="FFFFFF"/>
            </a:solidFill>
          </p:spPr>
          <p:txBody>
            <a:bodyPr/>
            <a:lstStyle/>
            <a:p>
              <a:endParaRPr lang="en-IN"/>
            </a:p>
          </p:txBody>
        </p:sp>
        <p:sp>
          <p:nvSpPr>
            <p:cNvPr id="5" name="TextBox 5"/>
            <p:cNvSpPr txBox="1"/>
            <p:nvPr/>
          </p:nvSpPr>
          <p:spPr>
            <a:xfrm>
              <a:off x="0" y="-28575"/>
              <a:ext cx="2423704" cy="2452279"/>
            </a:xfrm>
            <a:prstGeom prst="rect">
              <a:avLst/>
            </a:prstGeom>
          </p:spPr>
          <p:txBody>
            <a:bodyPr lIns="50800" tIns="50800" rIns="50800" bIns="50800" rtlCol="0" anchor="ctr"/>
            <a:lstStyle/>
            <a:p>
              <a:pPr algn="ctr">
                <a:lnSpc>
                  <a:spcPts val="2520"/>
                </a:lnSpc>
              </a:pPr>
              <a:endParaRPr/>
            </a:p>
          </p:txBody>
        </p:sp>
      </p:grpSp>
      <p:sp>
        <p:nvSpPr>
          <p:cNvPr id="6" name="Freeform 6"/>
          <p:cNvSpPr/>
          <p:nvPr/>
        </p:nvSpPr>
        <p:spPr>
          <a:xfrm>
            <a:off x="6619507" y="3466158"/>
            <a:ext cx="5059310" cy="505931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1961193" y="4295521"/>
            <a:ext cx="3860115" cy="432562"/>
          </a:xfrm>
          <a:prstGeom prst="rect">
            <a:avLst/>
          </a:prstGeom>
        </p:spPr>
        <p:txBody>
          <a:bodyPr lIns="0" tIns="0" rIns="0" bIns="0" rtlCol="0" anchor="t">
            <a:spAutoFit/>
          </a:bodyPr>
          <a:lstStyle/>
          <a:p>
            <a:pPr marL="0" lvl="0" indent="0" algn="l">
              <a:lnSpc>
                <a:spcPts val="1663"/>
              </a:lnSpc>
              <a:spcBef>
                <a:spcPct val="0"/>
              </a:spcBef>
            </a:pPr>
            <a:r>
              <a:rPr lang="en-US" sz="1599" u="none" strike="noStrike">
                <a:solidFill>
                  <a:srgbClr val="021E47"/>
                </a:solidFill>
                <a:latin typeface="Gotham"/>
                <a:ea typeface="Gotham"/>
                <a:cs typeface="Gotham"/>
                <a:sym typeface="Gotham"/>
              </a:rPr>
              <a:t>Reduce fillers; use crisp window‑switch lines.</a:t>
            </a:r>
          </a:p>
        </p:txBody>
      </p:sp>
      <p:sp>
        <p:nvSpPr>
          <p:cNvPr id="8" name="TextBox 8"/>
          <p:cNvSpPr txBox="1"/>
          <p:nvPr/>
        </p:nvSpPr>
        <p:spPr>
          <a:xfrm>
            <a:off x="12894533" y="4398264"/>
            <a:ext cx="3857625" cy="223012"/>
          </a:xfrm>
          <a:prstGeom prst="rect">
            <a:avLst/>
          </a:prstGeom>
        </p:spPr>
        <p:txBody>
          <a:bodyPr lIns="0" tIns="0" rIns="0" bIns="0" rtlCol="0" anchor="t">
            <a:spAutoFit/>
          </a:bodyPr>
          <a:lstStyle/>
          <a:p>
            <a:pPr marL="0" lvl="0" indent="0" algn="l">
              <a:lnSpc>
                <a:spcPts val="1663"/>
              </a:lnSpc>
              <a:spcBef>
                <a:spcPct val="0"/>
              </a:spcBef>
            </a:pPr>
            <a:r>
              <a:rPr lang="en-US" sz="1599" u="none" strike="noStrike">
                <a:solidFill>
                  <a:srgbClr val="021E47"/>
                </a:solidFill>
                <a:latin typeface="Gotham"/>
                <a:ea typeface="Gotham"/>
                <a:cs typeface="Gotham"/>
                <a:sym typeface="Gotham"/>
              </a:rPr>
              <a:t>Short, clean definitions; avoid loops.</a:t>
            </a:r>
          </a:p>
        </p:txBody>
      </p:sp>
      <p:sp>
        <p:nvSpPr>
          <p:cNvPr id="9" name="TextBox 9"/>
          <p:cNvSpPr txBox="1"/>
          <p:nvPr/>
        </p:nvSpPr>
        <p:spPr>
          <a:xfrm>
            <a:off x="1961193" y="7007311"/>
            <a:ext cx="3860115" cy="432562"/>
          </a:xfrm>
          <a:prstGeom prst="rect">
            <a:avLst/>
          </a:prstGeom>
        </p:spPr>
        <p:txBody>
          <a:bodyPr lIns="0" tIns="0" rIns="0" bIns="0" rtlCol="0" anchor="t">
            <a:spAutoFit/>
          </a:bodyPr>
          <a:lstStyle/>
          <a:p>
            <a:pPr marL="0" lvl="0" indent="0" algn="l">
              <a:lnSpc>
                <a:spcPts val="1663"/>
              </a:lnSpc>
              <a:spcBef>
                <a:spcPct val="0"/>
              </a:spcBef>
            </a:pPr>
            <a:r>
              <a:rPr lang="en-US" sz="1599" u="none" strike="noStrike">
                <a:solidFill>
                  <a:srgbClr val="021E47"/>
                </a:solidFill>
                <a:latin typeface="Gotham"/>
                <a:ea typeface="Gotham"/>
                <a:cs typeface="Gotham"/>
                <a:sym typeface="Gotham"/>
              </a:rPr>
              <a:t>Speak from the slide; annotate key flow.</a:t>
            </a:r>
          </a:p>
        </p:txBody>
      </p:sp>
      <p:sp>
        <p:nvSpPr>
          <p:cNvPr id="10" name="TextBox 10"/>
          <p:cNvSpPr txBox="1"/>
          <p:nvPr/>
        </p:nvSpPr>
        <p:spPr>
          <a:xfrm>
            <a:off x="12602517" y="7007311"/>
            <a:ext cx="3857625" cy="432562"/>
          </a:xfrm>
          <a:prstGeom prst="rect">
            <a:avLst/>
          </a:prstGeom>
        </p:spPr>
        <p:txBody>
          <a:bodyPr lIns="0" tIns="0" rIns="0" bIns="0" rtlCol="0" anchor="t">
            <a:spAutoFit/>
          </a:bodyPr>
          <a:lstStyle/>
          <a:p>
            <a:pPr marL="0" lvl="0" indent="0" algn="l">
              <a:lnSpc>
                <a:spcPts val="1663"/>
              </a:lnSpc>
              <a:spcBef>
                <a:spcPct val="0"/>
              </a:spcBef>
            </a:pPr>
            <a:r>
              <a:rPr lang="en-US" sz="1599" u="none" strike="noStrike">
                <a:solidFill>
                  <a:srgbClr val="021E47"/>
                </a:solidFill>
                <a:latin typeface="Gotham"/>
                <a:ea typeface="Gotham"/>
                <a:cs typeface="Gotham"/>
                <a:sym typeface="Gotham"/>
              </a:rPr>
              <a:t>Calm tone under pressure; intentional pauses.</a:t>
            </a:r>
          </a:p>
        </p:txBody>
      </p:sp>
      <p:sp>
        <p:nvSpPr>
          <p:cNvPr id="11" name="TextBox 11"/>
          <p:cNvSpPr txBox="1"/>
          <p:nvPr/>
        </p:nvSpPr>
        <p:spPr>
          <a:xfrm>
            <a:off x="3127001" y="1047750"/>
            <a:ext cx="12033998" cy="828548"/>
          </a:xfrm>
          <a:prstGeom prst="rect">
            <a:avLst/>
          </a:prstGeom>
        </p:spPr>
        <p:txBody>
          <a:bodyPr lIns="0" tIns="0" rIns="0" bIns="0" rtlCol="0" anchor="t">
            <a:spAutoFit/>
          </a:bodyPr>
          <a:lstStyle/>
          <a:p>
            <a:pPr algn="ctr">
              <a:lnSpc>
                <a:spcPts val="6496"/>
              </a:lnSpc>
            </a:pPr>
            <a:r>
              <a:rPr lang="en-US" sz="5600" b="1">
                <a:solidFill>
                  <a:srgbClr val="140574"/>
                </a:solidFill>
                <a:latin typeface="Open Sauce Bold"/>
                <a:ea typeface="Open Sauce Bold"/>
                <a:cs typeface="Open Sauce Bold"/>
                <a:sym typeface="Open Sauce Bold"/>
              </a:rPr>
              <a:t>Voice &amp; Slide Discipline</a:t>
            </a:r>
          </a:p>
        </p:txBody>
      </p:sp>
      <p:sp>
        <p:nvSpPr>
          <p:cNvPr id="12" name="Freeform 12"/>
          <p:cNvSpPr/>
          <p:nvPr/>
        </p:nvSpPr>
        <p:spPr>
          <a:xfrm>
            <a:off x="7334315" y="4106990"/>
            <a:ext cx="1028571" cy="1028571"/>
          </a:xfrm>
          <a:custGeom>
            <a:avLst/>
            <a:gdLst/>
            <a:ahLst/>
            <a:cxnLst/>
            <a:rect l="l" t="t" r="r" b="b"/>
            <a:pathLst>
              <a:path w="1028571" h="1028571">
                <a:moveTo>
                  <a:pt x="0" y="0"/>
                </a:moveTo>
                <a:lnTo>
                  <a:pt x="1028570" y="0"/>
                </a:lnTo>
                <a:lnTo>
                  <a:pt x="1028570" y="1028571"/>
                </a:lnTo>
                <a:lnTo>
                  <a:pt x="0" y="10285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3" name="Freeform 13"/>
          <p:cNvSpPr/>
          <p:nvPr/>
        </p:nvSpPr>
        <p:spPr>
          <a:xfrm>
            <a:off x="9968138" y="6818225"/>
            <a:ext cx="1029681" cy="1029681"/>
          </a:xfrm>
          <a:custGeom>
            <a:avLst/>
            <a:gdLst/>
            <a:ahLst/>
            <a:cxnLst/>
            <a:rect l="l" t="t" r="r" b="b"/>
            <a:pathLst>
              <a:path w="1029681" h="1029681">
                <a:moveTo>
                  <a:pt x="0" y="0"/>
                </a:moveTo>
                <a:lnTo>
                  <a:pt x="1029681" y="0"/>
                </a:lnTo>
                <a:lnTo>
                  <a:pt x="1029681" y="1029681"/>
                </a:lnTo>
                <a:lnTo>
                  <a:pt x="0" y="10296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4" name="Freeform 14"/>
          <p:cNvSpPr/>
          <p:nvPr/>
        </p:nvSpPr>
        <p:spPr>
          <a:xfrm>
            <a:off x="9968138" y="4106435"/>
            <a:ext cx="1029681" cy="1029681"/>
          </a:xfrm>
          <a:custGeom>
            <a:avLst/>
            <a:gdLst/>
            <a:ahLst/>
            <a:cxnLst/>
            <a:rect l="l" t="t" r="r" b="b"/>
            <a:pathLst>
              <a:path w="1029681" h="1029681">
                <a:moveTo>
                  <a:pt x="0" y="0"/>
                </a:moveTo>
                <a:lnTo>
                  <a:pt x="1029681" y="0"/>
                </a:lnTo>
                <a:lnTo>
                  <a:pt x="1029681" y="1029681"/>
                </a:lnTo>
                <a:lnTo>
                  <a:pt x="0" y="102968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5" name="Freeform 15"/>
          <p:cNvSpPr/>
          <p:nvPr/>
        </p:nvSpPr>
        <p:spPr>
          <a:xfrm>
            <a:off x="7333760" y="6818225"/>
            <a:ext cx="1029681" cy="1029681"/>
          </a:xfrm>
          <a:custGeom>
            <a:avLst/>
            <a:gdLst/>
            <a:ahLst/>
            <a:cxnLst/>
            <a:rect l="l" t="t" r="r" b="b"/>
            <a:pathLst>
              <a:path w="1029681" h="1029681">
                <a:moveTo>
                  <a:pt x="0" y="0"/>
                </a:moveTo>
                <a:lnTo>
                  <a:pt x="1029680" y="0"/>
                </a:lnTo>
                <a:lnTo>
                  <a:pt x="1029680" y="1029681"/>
                </a:lnTo>
                <a:lnTo>
                  <a:pt x="0" y="10296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6" name="Freeform 16"/>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14"/>
            <a:stretch>
              <a:fillRect/>
            </a:stretch>
          </a:blipFill>
        </p:spPr>
        <p:txBody>
          <a:bodyPr/>
          <a:lstStyle/>
          <a:p>
            <a:endParaRPr lang="en-IN"/>
          </a:p>
        </p:txBody>
      </p:sp>
      <p:sp>
        <p:nvSpPr>
          <p:cNvPr id="17" name="TextBox 17"/>
          <p:cNvSpPr txBox="1"/>
          <p:nvPr/>
        </p:nvSpPr>
        <p:spPr>
          <a:xfrm>
            <a:off x="1752600" y="3837195"/>
            <a:ext cx="2406582" cy="269240"/>
          </a:xfrm>
          <a:prstGeom prst="rect">
            <a:avLst/>
          </a:prstGeom>
        </p:spPr>
        <p:txBody>
          <a:bodyPr lIns="0" tIns="0" rIns="0" bIns="0" rtlCol="0" anchor="t">
            <a:spAutoFit/>
          </a:bodyPr>
          <a:lstStyle/>
          <a:p>
            <a:pPr algn="l">
              <a:lnSpc>
                <a:spcPts val="2080"/>
              </a:lnSpc>
            </a:pPr>
            <a:r>
              <a:rPr lang="en-US" sz="2000" b="1">
                <a:solidFill>
                  <a:srgbClr val="021E47"/>
                </a:solidFill>
                <a:latin typeface="Gotham Bold"/>
                <a:ea typeface="Gotham Bold"/>
                <a:cs typeface="Gotham Bold"/>
                <a:sym typeface="Gotham Bold"/>
              </a:rPr>
              <a:t>Voice Control</a:t>
            </a:r>
          </a:p>
        </p:txBody>
      </p:sp>
      <p:sp>
        <p:nvSpPr>
          <p:cNvPr id="18" name="TextBox 18"/>
          <p:cNvSpPr txBox="1"/>
          <p:nvPr/>
        </p:nvSpPr>
        <p:spPr>
          <a:xfrm>
            <a:off x="12602517" y="4007231"/>
            <a:ext cx="2406582" cy="269240"/>
          </a:xfrm>
          <a:prstGeom prst="rect">
            <a:avLst/>
          </a:prstGeom>
        </p:spPr>
        <p:txBody>
          <a:bodyPr lIns="0" tIns="0" rIns="0" bIns="0" rtlCol="0" anchor="t">
            <a:spAutoFit/>
          </a:bodyPr>
          <a:lstStyle/>
          <a:p>
            <a:pPr algn="l">
              <a:lnSpc>
                <a:spcPts val="2080"/>
              </a:lnSpc>
            </a:pPr>
            <a:r>
              <a:rPr lang="en-US" sz="2000" b="1">
                <a:solidFill>
                  <a:srgbClr val="021E47"/>
                </a:solidFill>
                <a:latin typeface="Gotham Bold"/>
                <a:ea typeface="Gotham Bold"/>
                <a:cs typeface="Gotham Bold"/>
                <a:sym typeface="Gotham Bold"/>
              </a:rPr>
              <a:t>Definition Quality</a:t>
            </a:r>
          </a:p>
        </p:txBody>
      </p:sp>
      <p:sp>
        <p:nvSpPr>
          <p:cNvPr id="19" name="TextBox 19"/>
          <p:cNvSpPr txBox="1"/>
          <p:nvPr/>
        </p:nvSpPr>
        <p:spPr>
          <a:xfrm>
            <a:off x="1752600" y="6459193"/>
            <a:ext cx="2406582" cy="269240"/>
          </a:xfrm>
          <a:prstGeom prst="rect">
            <a:avLst/>
          </a:prstGeom>
        </p:spPr>
        <p:txBody>
          <a:bodyPr lIns="0" tIns="0" rIns="0" bIns="0" rtlCol="0" anchor="t">
            <a:spAutoFit/>
          </a:bodyPr>
          <a:lstStyle/>
          <a:p>
            <a:pPr algn="l">
              <a:lnSpc>
                <a:spcPts val="2080"/>
              </a:lnSpc>
            </a:pPr>
            <a:r>
              <a:rPr lang="en-US" sz="2000" b="1">
                <a:solidFill>
                  <a:srgbClr val="021E47"/>
                </a:solidFill>
                <a:latin typeface="Gotham Bold"/>
                <a:ea typeface="Gotham Bold"/>
                <a:cs typeface="Gotham Bold"/>
                <a:sym typeface="Gotham Bold"/>
              </a:rPr>
              <a:t>Slide Behavior</a:t>
            </a:r>
          </a:p>
        </p:txBody>
      </p:sp>
      <p:sp>
        <p:nvSpPr>
          <p:cNvPr id="20" name="TextBox 20"/>
          <p:cNvSpPr txBox="1"/>
          <p:nvPr/>
        </p:nvSpPr>
        <p:spPr>
          <a:xfrm>
            <a:off x="12431067" y="6608101"/>
            <a:ext cx="2406582" cy="269240"/>
          </a:xfrm>
          <a:prstGeom prst="rect">
            <a:avLst/>
          </a:prstGeom>
        </p:spPr>
        <p:txBody>
          <a:bodyPr lIns="0" tIns="0" rIns="0" bIns="0" rtlCol="0" anchor="t">
            <a:spAutoFit/>
          </a:bodyPr>
          <a:lstStyle/>
          <a:p>
            <a:pPr algn="l">
              <a:lnSpc>
                <a:spcPts val="2080"/>
              </a:lnSpc>
            </a:pPr>
            <a:r>
              <a:rPr lang="en-US" sz="2000" b="1">
                <a:solidFill>
                  <a:srgbClr val="021E47"/>
                </a:solidFill>
                <a:latin typeface="Gotham Bold"/>
                <a:ea typeface="Gotham Bold"/>
                <a:cs typeface="Gotham Bold"/>
                <a:sym typeface="Gotham Bold"/>
              </a:rPr>
              <a:t>Pacing &amp; Pauses</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a:off x="7717014" y="3182316"/>
            <a:ext cx="6533318" cy="5986152"/>
          </a:xfrm>
          <a:custGeom>
            <a:avLst/>
            <a:gdLst/>
            <a:ahLst/>
            <a:cxnLst/>
            <a:rect l="l" t="t" r="r" b="b"/>
            <a:pathLst>
              <a:path w="6533318" h="5986152">
                <a:moveTo>
                  <a:pt x="0" y="0"/>
                </a:moveTo>
                <a:lnTo>
                  <a:pt x="6533317" y="0"/>
                </a:lnTo>
                <a:lnTo>
                  <a:pt x="6533317" y="5986153"/>
                </a:lnTo>
                <a:lnTo>
                  <a:pt x="0" y="59861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3" name="Group 3"/>
          <p:cNvGrpSpPr/>
          <p:nvPr/>
        </p:nvGrpSpPr>
        <p:grpSpPr>
          <a:xfrm>
            <a:off x="-581414" y="8350642"/>
            <a:ext cx="8853697" cy="269324"/>
            <a:chOff x="0" y="0"/>
            <a:chExt cx="2487343" cy="75663"/>
          </a:xfrm>
        </p:grpSpPr>
        <p:sp>
          <p:nvSpPr>
            <p:cNvPr id="4" name="Freeform 4"/>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IN"/>
            </a:p>
          </p:txBody>
        </p:sp>
        <p:sp>
          <p:nvSpPr>
            <p:cNvPr id="5" name="TextBox 5"/>
            <p:cNvSpPr txBox="1"/>
            <p:nvPr/>
          </p:nvSpPr>
          <p:spPr>
            <a:xfrm>
              <a:off x="0" y="-28575"/>
              <a:ext cx="2487343" cy="104238"/>
            </a:xfrm>
            <a:prstGeom prst="rect">
              <a:avLst/>
            </a:prstGeom>
          </p:spPr>
          <p:txBody>
            <a:bodyPr lIns="50800" tIns="50800" rIns="50800" bIns="50800" rtlCol="0" anchor="ctr"/>
            <a:lstStyle/>
            <a:p>
              <a:pPr algn="ctr">
                <a:lnSpc>
                  <a:spcPts val="2240"/>
                </a:lnSpc>
              </a:pPr>
              <a:endParaRPr/>
            </a:p>
          </p:txBody>
        </p:sp>
      </p:grpSp>
      <p:grpSp>
        <p:nvGrpSpPr>
          <p:cNvPr id="6" name="Group 6"/>
          <p:cNvGrpSpPr/>
          <p:nvPr/>
        </p:nvGrpSpPr>
        <p:grpSpPr>
          <a:xfrm>
            <a:off x="13314237" y="8350642"/>
            <a:ext cx="5565296" cy="269324"/>
            <a:chOff x="0" y="0"/>
            <a:chExt cx="1563505" cy="75663"/>
          </a:xfrm>
        </p:grpSpPr>
        <p:sp>
          <p:nvSpPr>
            <p:cNvPr id="7" name="Freeform 7"/>
            <p:cNvSpPr/>
            <p:nvPr/>
          </p:nvSpPr>
          <p:spPr>
            <a:xfrm>
              <a:off x="0" y="0"/>
              <a:ext cx="1563505" cy="75663"/>
            </a:xfrm>
            <a:custGeom>
              <a:avLst/>
              <a:gdLst/>
              <a:ahLst/>
              <a:cxnLst/>
              <a:rect l="l" t="t" r="r" b="b"/>
              <a:pathLst>
                <a:path w="1563505" h="75663">
                  <a:moveTo>
                    <a:pt x="37832" y="0"/>
                  </a:moveTo>
                  <a:lnTo>
                    <a:pt x="1525674" y="0"/>
                  </a:lnTo>
                  <a:cubicBezTo>
                    <a:pt x="1535707" y="0"/>
                    <a:pt x="1545330" y="3986"/>
                    <a:pt x="1552425" y="11081"/>
                  </a:cubicBezTo>
                  <a:cubicBezTo>
                    <a:pt x="1559520" y="18175"/>
                    <a:pt x="1563505" y="27798"/>
                    <a:pt x="1563505" y="37832"/>
                  </a:cubicBezTo>
                  <a:lnTo>
                    <a:pt x="1563505" y="37832"/>
                  </a:lnTo>
                  <a:cubicBezTo>
                    <a:pt x="1563505" y="58726"/>
                    <a:pt x="1546568" y="75663"/>
                    <a:pt x="1525674"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IN"/>
            </a:p>
          </p:txBody>
        </p:sp>
        <p:sp>
          <p:nvSpPr>
            <p:cNvPr id="8" name="TextBox 8"/>
            <p:cNvSpPr txBox="1"/>
            <p:nvPr/>
          </p:nvSpPr>
          <p:spPr>
            <a:xfrm>
              <a:off x="0" y="-28575"/>
              <a:ext cx="1563505" cy="104238"/>
            </a:xfrm>
            <a:prstGeom prst="rect">
              <a:avLst/>
            </a:prstGeom>
          </p:spPr>
          <p:txBody>
            <a:bodyPr lIns="50800" tIns="50800" rIns="50800" bIns="50800" rtlCol="0" anchor="ctr"/>
            <a:lstStyle/>
            <a:p>
              <a:pPr algn="ctr">
                <a:lnSpc>
                  <a:spcPts val="2240"/>
                </a:lnSpc>
              </a:pPr>
              <a:endParaRPr/>
            </a:p>
          </p:txBody>
        </p:sp>
      </p:grpSp>
      <p:sp>
        <p:nvSpPr>
          <p:cNvPr id="9" name="Freeform 9"/>
          <p:cNvSpPr/>
          <p:nvPr/>
        </p:nvSpPr>
        <p:spPr>
          <a:xfrm rot="5400000">
            <a:off x="186961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5">
              <a:alphaModFix amt="12000"/>
            </a:blip>
            <a:stretch>
              <a:fillRect l="-680" r="-680"/>
            </a:stretch>
          </a:blipFill>
          <a:ln cap="sq">
            <a:noFill/>
            <a:prstDash val="solid"/>
            <a:miter/>
          </a:ln>
        </p:spPr>
        <p:txBody>
          <a:bodyPr/>
          <a:lstStyle/>
          <a:p>
            <a:endParaRPr lang="en-IN"/>
          </a:p>
        </p:txBody>
      </p:sp>
      <p:grpSp>
        <p:nvGrpSpPr>
          <p:cNvPr id="10" name="Group 10"/>
          <p:cNvGrpSpPr/>
          <p:nvPr/>
        </p:nvGrpSpPr>
        <p:grpSpPr>
          <a:xfrm>
            <a:off x="2022896" y="7889149"/>
            <a:ext cx="972756" cy="1131934"/>
            <a:chOff x="0" y="0"/>
            <a:chExt cx="698500" cy="812800"/>
          </a:xfrm>
        </p:grpSpPr>
        <p:sp>
          <p:nvSpPr>
            <p:cNvPr id="11" name="Freeform 11"/>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endParaRPr lang="en-IN"/>
            </a:p>
          </p:txBody>
        </p:sp>
        <p:sp>
          <p:nvSpPr>
            <p:cNvPr id="12" name="TextBox 12"/>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13" name="Group 13"/>
          <p:cNvGrpSpPr/>
          <p:nvPr/>
        </p:nvGrpSpPr>
        <p:grpSpPr>
          <a:xfrm>
            <a:off x="2135937" y="8020687"/>
            <a:ext cx="746675" cy="868858"/>
            <a:chOff x="0" y="0"/>
            <a:chExt cx="698500" cy="812800"/>
          </a:xfrm>
        </p:grpSpPr>
        <p:sp>
          <p:nvSpPr>
            <p:cNvPr id="14" name="Freeform 14"/>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AB87FF"/>
            </a:solidFill>
          </p:spPr>
          <p:txBody>
            <a:bodyPr/>
            <a:lstStyle/>
            <a:p>
              <a:endParaRPr lang="en-IN"/>
            </a:p>
          </p:txBody>
        </p:sp>
        <p:sp>
          <p:nvSpPr>
            <p:cNvPr id="15" name="TextBox 15"/>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16" name="Freeform 16"/>
          <p:cNvSpPr/>
          <p:nvPr/>
        </p:nvSpPr>
        <p:spPr>
          <a:xfrm rot="5400000">
            <a:off x="585106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5">
              <a:alphaModFix amt="12000"/>
            </a:blip>
            <a:stretch>
              <a:fillRect l="-680" r="-680"/>
            </a:stretch>
          </a:blipFill>
          <a:ln cap="sq">
            <a:noFill/>
            <a:prstDash val="solid"/>
            <a:miter/>
          </a:ln>
        </p:spPr>
        <p:txBody>
          <a:bodyPr/>
          <a:lstStyle/>
          <a:p>
            <a:endParaRPr lang="en-IN"/>
          </a:p>
        </p:txBody>
      </p:sp>
      <p:grpSp>
        <p:nvGrpSpPr>
          <p:cNvPr id="17" name="Group 17"/>
          <p:cNvGrpSpPr/>
          <p:nvPr/>
        </p:nvGrpSpPr>
        <p:grpSpPr>
          <a:xfrm>
            <a:off x="6004346" y="7889149"/>
            <a:ext cx="972756" cy="1131934"/>
            <a:chOff x="0" y="0"/>
            <a:chExt cx="698500" cy="812800"/>
          </a:xfrm>
        </p:grpSpPr>
        <p:sp>
          <p:nvSpPr>
            <p:cNvPr id="18" name="Freeform 18"/>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endParaRPr lang="en-IN"/>
            </a:p>
          </p:txBody>
        </p:sp>
        <p:sp>
          <p:nvSpPr>
            <p:cNvPr id="19" name="TextBox 19"/>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20" name="Group 20"/>
          <p:cNvGrpSpPr/>
          <p:nvPr/>
        </p:nvGrpSpPr>
        <p:grpSpPr>
          <a:xfrm>
            <a:off x="6117387" y="8020687"/>
            <a:ext cx="746675" cy="868858"/>
            <a:chOff x="0" y="0"/>
            <a:chExt cx="698500" cy="812800"/>
          </a:xfrm>
        </p:grpSpPr>
        <p:sp>
          <p:nvSpPr>
            <p:cNvPr id="21" name="Freeform 21"/>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27EDD"/>
            </a:solidFill>
          </p:spPr>
          <p:txBody>
            <a:bodyPr/>
            <a:lstStyle/>
            <a:p>
              <a:endParaRPr lang="en-IN"/>
            </a:p>
          </p:txBody>
        </p:sp>
        <p:sp>
          <p:nvSpPr>
            <p:cNvPr id="22" name="TextBox 22"/>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23" name="Freeform 23"/>
          <p:cNvSpPr/>
          <p:nvPr/>
        </p:nvSpPr>
        <p:spPr>
          <a:xfrm rot="5400000">
            <a:off x="1483440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5">
              <a:alphaModFix amt="12000"/>
            </a:blip>
            <a:stretch>
              <a:fillRect l="-680" r="-680"/>
            </a:stretch>
          </a:blipFill>
          <a:ln cap="sq">
            <a:noFill/>
            <a:prstDash val="solid"/>
            <a:miter/>
          </a:ln>
        </p:spPr>
        <p:txBody>
          <a:bodyPr/>
          <a:lstStyle/>
          <a:p>
            <a:endParaRPr lang="en-IN"/>
          </a:p>
        </p:txBody>
      </p:sp>
      <p:grpSp>
        <p:nvGrpSpPr>
          <p:cNvPr id="24" name="Group 24"/>
          <p:cNvGrpSpPr/>
          <p:nvPr/>
        </p:nvGrpSpPr>
        <p:grpSpPr>
          <a:xfrm>
            <a:off x="14987686" y="7889149"/>
            <a:ext cx="972756" cy="1131934"/>
            <a:chOff x="0" y="0"/>
            <a:chExt cx="698500" cy="812800"/>
          </a:xfrm>
        </p:grpSpPr>
        <p:sp>
          <p:nvSpPr>
            <p:cNvPr id="25" name="Freeform 25"/>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endParaRPr lang="en-IN"/>
            </a:p>
          </p:txBody>
        </p:sp>
        <p:sp>
          <p:nvSpPr>
            <p:cNvPr id="26" name="TextBox 26"/>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27" name="Group 27"/>
          <p:cNvGrpSpPr/>
          <p:nvPr/>
        </p:nvGrpSpPr>
        <p:grpSpPr>
          <a:xfrm>
            <a:off x="15100727" y="8020687"/>
            <a:ext cx="746675" cy="868858"/>
            <a:chOff x="0" y="0"/>
            <a:chExt cx="698500" cy="812800"/>
          </a:xfrm>
        </p:grpSpPr>
        <p:sp>
          <p:nvSpPr>
            <p:cNvPr id="28" name="Freeform 28"/>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D500"/>
            </a:solidFill>
          </p:spPr>
          <p:txBody>
            <a:bodyPr/>
            <a:lstStyle/>
            <a:p>
              <a:endParaRPr lang="en-IN"/>
            </a:p>
          </p:txBody>
        </p:sp>
        <p:sp>
          <p:nvSpPr>
            <p:cNvPr id="29" name="TextBox 29"/>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30" name="TextBox 30"/>
          <p:cNvSpPr txBox="1"/>
          <p:nvPr/>
        </p:nvSpPr>
        <p:spPr>
          <a:xfrm>
            <a:off x="4974245" y="6417816"/>
            <a:ext cx="3032958" cy="297180"/>
          </a:xfrm>
          <a:prstGeom prst="rect">
            <a:avLst/>
          </a:prstGeom>
        </p:spPr>
        <p:txBody>
          <a:bodyPr lIns="0" tIns="0" rIns="0" bIns="0" rtlCol="0" anchor="t">
            <a:spAutoFit/>
          </a:bodyPr>
          <a:lstStyle/>
          <a:p>
            <a:pPr algn="ctr">
              <a:lnSpc>
                <a:spcPts val="2520"/>
              </a:lnSpc>
            </a:pPr>
            <a:r>
              <a:rPr lang="en-US" sz="1800" b="1">
                <a:solidFill>
                  <a:srgbClr val="000000"/>
                </a:solidFill>
                <a:latin typeface="Canva Sans Bold"/>
                <a:ea typeface="Canva Sans Bold"/>
                <a:cs typeface="Canva Sans Bold"/>
                <a:sym typeface="Canva Sans Bold"/>
              </a:rPr>
              <a:t>State the Goal</a:t>
            </a:r>
          </a:p>
        </p:txBody>
      </p:sp>
      <p:sp>
        <p:nvSpPr>
          <p:cNvPr id="31" name="TextBox 31"/>
          <p:cNvSpPr txBox="1"/>
          <p:nvPr/>
        </p:nvSpPr>
        <p:spPr>
          <a:xfrm>
            <a:off x="13957585" y="6417816"/>
            <a:ext cx="3032958" cy="297180"/>
          </a:xfrm>
          <a:prstGeom prst="rect">
            <a:avLst/>
          </a:prstGeom>
        </p:spPr>
        <p:txBody>
          <a:bodyPr lIns="0" tIns="0" rIns="0" bIns="0" rtlCol="0" anchor="t">
            <a:spAutoFit/>
          </a:bodyPr>
          <a:lstStyle/>
          <a:p>
            <a:pPr algn="ctr">
              <a:lnSpc>
                <a:spcPts val="2520"/>
              </a:lnSpc>
            </a:pPr>
            <a:r>
              <a:rPr lang="en-US" sz="1800" b="1">
                <a:solidFill>
                  <a:srgbClr val="000000"/>
                </a:solidFill>
                <a:latin typeface="Canva Sans Bold"/>
                <a:ea typeface="Canva Sans Bold"/>
                <a:cs typeface="Canva Sans Bold"/>
                <a:sym typeface="Canva Sans Bold"/>
              </a:rPr>
              <a:t>Checkpoints Flow</a:t>
            </a:r>
          </a:p>
        </p:txBody>
      </p:sp>
      <p:sp>
        <p:nvSpPr>
          <p:cNvPr id="32" name="TextBox 32"/>
          <p:cNvSpPr txBox="1"/>
          <p:nvPr/>
        </p:nvSpPr>
        <p:spPr>
          <a:xfrm>
            <a:off x="4974245" y="6828931"/>
            <a:ext cx="3032958" cy="816609"/>
          </a:xfrm>
          <a:prstGeom prst="rect">
            <a:avLst/>
          </a:prstGeom>
        </p:spPr>
        <p:txBody>
          <a:bodyPr lIns="0" tIns="0" rIns="0" bIns="0" rtlCol="0" anchor="t">
            <a:spAutoFit/>
          </a:bodyPr>
          <a:lstStyle/>
          <a:p>
            <a:pPr algn="ctr">
              <a:lnSpc>
                <a:spcPts val="2240"/>
              </a:lnSpc>
            </a:pPr>
            <a:r>
              <a:rPr lang="en-US" sz="1600">
                <a:solidFill>
                  <a:srgbClr val="000000"/>
                </a:solidFill>
                <a:latin typeface="Canva Sans"/>
                <a:ea typeface="Canva Sans"/>
                <a:cs typeface="Canva Sans"/>
                <a:sym typeface="Canva Sans"/>
              </a:rPr>
              <a:t>Explain the purpose of the lab in one clean sentence before executing any step.</a:t>
            </a:r>
          </a:p>
        </p:txBody>
      </p:sp>
      <p:sp>
        <p:nvSpPr>
          <p:cNvPr id="33" name="TextBox 33"/>
          <p:cNvSpPr txBox="1"/>
          <p:nvPr/>
        </p:nvSpPr>
        <p:spPr>
          <a:xfrm>
            <a:off x="13957585" y="6828931"/>
            <a:ext cx="3032958" cy="816609"/>
          </a:xfrm>
          <a:prstGeom prst="rect">
            <a:avLst/>
          </a:prstGeom>
        </p:spPr>
        <p:txBody>
          <a:bodyPr lIns="0" tIns="0" rIns="0" bIns="0" rtlCol="0" anchor="t">
            <a:spAutoFit/>
          </a:bodyPr>
          <a:lstStyle/>
          <a:p>
            <a:pPr algn="ctr">
              <a:lnSpc>
                <a:spcPts val="2240"/>
              </a:lnSpc>
            </a:pPr>
            <a:r>
              <a:rPr lang="en-US" sz="1600">
                <a:solidFill>
                  <a:srgbClr val="000000"/>
                </a:solidFill>
                <a:latin typeface="Canva Sans"/>
                <a:ea typeface="Canva Sans"/>
                <a:cs typeface="Canva Sans"/>
                <a:sym typeface="Canva Sans"/>
              </a:rPr>
              <a:t>Use Goal → Steps → Verify → Next to close the loop and show what this enables next.</a:t>
            </a:r>
          </a:p>
        </p:txBody>
      </p:sp>
      <p:sp>
        <p:nvSpPr>
          <p:cNvPr id="34" name="Freeform 34"/>
          <p:cNvSpPr/>
          <p:nvPr/>
        </p:nvSpPr>
        <p:spPr>
          <a:xfrm rot="5400000">
            <a:off x="12569025" y="5054580"/>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5">
              <a:alphaModFix amt="12000"/>
            </a:blip>
            <a:stretch>
              <a:fillRect l="-680" r="-680"/>
            </a:stretch>
          </a:blipFill>
          <a:ln cap="sq">
            <a:noFill/>
            <a:prstDash val="solid"/>
            <a:miter/>
          </a:ln>
        </p:spPr>
        <p:txBody>
          <a:bodyPr/>
          <a:lstStyle/>
          <a:p>
            <a:endParaRPr lang="en-IN"/>
          </a:p>
        </p:txBody>
      </p:sp>
      <p:grpSp>
        <p:nvGrpSpPr>
          <p:cNvPr id="35" name="Group 35"/>
          <p:cNvGrpSpPr/>
          <p:nvPr/>
        </p:nvGrpSpPr>
        <p:grpSpPr>
          <a:xfrm>
            <a:off x="12722307" y="4976572"/>
            <a:ext cx="972756" cy="1131934"/>
            <a:chOff x="0" y="0"/>
            <a:chExt cx="698500" cy="812800"/>
          </a:xfrm>
        </p:grpSpPr>
        <p:sp>
          <p:nvSpPr>
            <p:cNvPr id="36" name="Freeform 36"/>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endParaRPr lang="en-IN"/>
            </a:p>
          </p:txBody>
        </p:sp>
        <p:sp>
          <p:nvSpPr>
            <p:cNvPr id="37" name="TextBox 37"/>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38" name="Group 38"/>
          <p:cNvGrpSpPr/>
          <p:nvPr/>
        </p:nvGrpSpPr>
        <p:grpSpPr>
          <a:xfrm>
            <a:off x="12835347" y="5108110"/>
            <a:ext cx="746675" cy="868858"/>
            <a:chOff x="0" y="0"/>
            <a:chExt cx="698500" cy="812800"/>
          </a:xfrm>
        </p:grpSpPr>
        <p:sp>
          <p:nvSpPr>
            <p:cNvPr id="39" name="Freeform 39"/>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94A0"/>
            </a:solidFill>
          </p:spPr>
          <p:txBody>
            <a:bodyPr/>
            <a:lstStyle/>
            <a:p>
              <a:endParaRPr lang="en-IN"/>
            </a:p>
          </p:txBody>
        </p:sp>
        <p:sp>
          <p:nvSpPr>
            <p:cNvPr id="40" name="TextBox 40"/>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41" name="Freeform 41"/>
          <p:cNvSpPr/>
          <p:nvPr/>
        </p:nvSpPr>
        <p:spPr>
          <a:xfrm rot="5400000">
            <a:off x="8119001" y="5054580"/>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5">
              <a:alphaModFix amt="12000"/>
            </a:blip>
            <a:stretch>
              <a:fillRect l="-680" r="-680"/>
            </a:stretch>
          </a:blipFill>
          <a:ln cap="sq">
            <a:noFill/>
            <a:prstDash val="solid"/>
            <a:miter/>
          </a:ln>
        </p:spPr>
        <p:txBody>
          <a:bodyPr/>
          <a:lstStyle/>
          <a:p>
            <a:endParaRPr lang="en-IN"/>
          </a:p>
        </p:txBody>
      </p:sp>
      <p:grpSp>
        <p:nvGrpSpPr>
          <p:cNvPr id="42" name="Group 42"/>
          <p:cNvGrpSpPr/>
          <p:nvPr/>
        </p:nvGrpSpPr>
        <p:grpSpPr>
          <a:xfrm>
            <a:off x="8272282" y="4976572"/>
            <a:ext cx="972756" cy="1131934"/>
            <a:chOff x="0" y="0"/>
            <a:chExt cx="698500" cy="812800"/>
          </a:xfrm>
        </p:grpSpPr>
        <p:sp>
          <p:nvSpPr>
            <p:cNvPr id="43" name="Freeform 43"/>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endParaRPr lang="en-IN"/>
            </a:p>
          </p:txBody>
        </p:sp>
        <p:sp>
          <p:nvSpPr>
            <p:cNvPr id="44" name="TextBox 44"/>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45" name="Group 45"/>
          <p:cNvGrpSpPr/>
          <p:nvPr/>
        </p:nvGrpSpPr>
        <p:grpSpPr>
          <a:xfrm>
            <a:off x="8385323" y="5108110"/>
            <a:ext cx="746675" cy="868858"/>
            <a:chOff x="0" y="0"/>
            <a:chExt cx="698500" cy="812800"/>
          </a:xfrm>
        </p:grpSpPr>
        <p:sp>
          <p:nvSpPr>
            <p:cNvPr id="46" name="Freeform 46"/>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B376"/>
            </a:solidFill>
          </p:spPr>
          <p:txBody>
            <a:bodyPr/>
            <a:lstStyle/>
            <a:p>
              <a:endParaRPr lang="en-IN"/>
            </a:p>
          </p:txBody>
        </p:sp>
        <p:sp>
          <p:nvSpPr>
            <p:cNvPr id="47" name="TextBox 47"/>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48" name="TextBox 48"/>
          <p:cNvSpPr txBox="1"/>
          <p:nvPr/>
        </p:nvSpPr>
        <p:spPr>
          <a:xfrm>
            <a:off x="6022476" y="3655638"/>
            <a:ext cx="3014272" cy="297180"/>
          </a:xfrm>
          <a:prstGeom prst="rect">
            <a:avLst/>
          </a:prstGeom>
        </p:spPr>
        <p:txBody>
          <a:bodyPr lIns="0" tIns="0" rIns="0" bIns="0" rtlCol="0" anchor="t">
            <a:spAutoFit/>
          </a:bodyPr>
          <a:lstStyle/>
          <a:p>
            <a:pPr algn="ctr">
              <a:lnSpc>
                <a:spcPts val="2520"/>
              </a:lnSpc>
            </a:pPr>
            <a:r>
              <a:rPr lang="en-US" sz="1800" b="1">
                <a:solidFill>
                  <a:srgbClr val="000000"/>
                </a:solidFill>
                <a:latin typeface="Canva Sans Bold"/>
                <a:ea typeface="Canva Sans Bold"/>
                <a:cs typeface="Canva Sans Bold"/>
                <a:sym typeface="Canva Sans Bold"/>
              </a:rPr>
              <a:t>Success Markers</a:t>
            </a:r>
          </a:p>
        </p:txBody>
      </p:sp>
      <p:sp>
        <p:nvSpPr>
          <p:cNvPr id="49" name="TextBox 49"/>
          <p:cNvSpPr txBox="1"/>
          <p:nvPr/>
        </p:nvSpPr>
        <p:spPr>
          <a:xfrm>
            <a:off x="12932815" y="3655638"/>
            <a:ext cx="3009837" cy="297180"/>
          </a:xfrm>
          <a:prstGeom prst="rect">
            <a:avLst/>
          </a:prstGeom>
        </p:spPr>
        <p:txBody>
          <a:bodyPr lIns="0" tIns="0" rIns="0" bIns="0" rtlCol="0" anchor="t">
            <a:spAutoFit/>
          </a:bodyPr>
          <a:lstStyle/>
          <a:p>
            <a:pPr algn="ctr">
              <a:lnSpc>
                <a:spcPts val="2520"/>
              </a:lnSpc>
            </a:pPr>
            <a:r>
              <a:rPr lang="en-US" sz="1800" b="1">
                <a:solidFill>
                  <a:srgbClr val="000000"/>
                </a:solidFill>
                <a:latin typeface="Canva Sans Bold"/>
                <a:ea typeface="Canva Sans Bold"/>
                <a:cs typeface="Canva Sans Bold"/>
                <a:sym typeface="Canva Sans Bold"/>
              </a:rPr>
              <a:t>Narrate with Intent</a:t>
            </a:r>
          </a:p>
        </p:txBody>
      </p:sp>
      <p:sp>
        <p:nvSpPr>
          <p:cNvPr id="50" name="TextBox 50"/>
          <p:cNvSpPr txBox="1"/>
          <p:nvPr/>
        </p:nvSpPr>
        <p:spPr>
          <a:xfrm>
            <a:off x="6022476" y="4066753"/>
            <a:ext cx="3014272" cy="816609"/>
          </a:xfrm>
          <a:prstGeom prst="rect">
            <a:avLst/>
          </a:prstGeom>
        </p:spPr>
        <p:txBody>
          <a:bodyPr lIns="0" tIns="0" rIns="0" bIns="0" rtlCol="0" anchor="t">
            <a:spAutoFit/>
          </a:bodyPr>
          <a:lstStyle/>
          <a:p>
            <a:pPr algn="ctr">
              <a:lnSpc>
                <a:spcPts val="2240"/>
              </a:lnSpc>
            </a:pPr>
            <a:r>
              <a:rPr lang="en-US" sz="1600">
                <a:solidFill>
                  <a:srgbClr val="000000"/>
                </a:solidFill>
                <a:latin typeface="Canva Sans"/>
                <a:ea typeface="Canva Sans"/>
                <a:cs typeface="Canva Sans"/>
                <a:sym typeface="Canva Sans"/>
              </a:rPr>
              <a:t>Call out verification explicitly—row counts, status, path validation, or logs.</a:t>
            </a:r>
          </a:p>
        </p:txBody>
      </p:sp>
      <p:sp>
        <p:nvSpPr>
          <p:cNvPr id="51" name="TextBox 51"/>
          <p:cNvSpPr txBox="1"/>
          <p:nvPr/>
        </p:nvSpPr>
        <p:spPr>
          <a:xfrm>
            <a:off x="12932815" y="4066753"/>
            <a:ext cx="3009837" cy="816609"/>
          </a:xfrm>
          <a:prstGeom prst="rect">
            <a:avLst/>
          </a:prstGeom>
        </p:spPr>
        <p:txBody>
          <a:bodyPr lIns="0" tIns="0" rIns="0" bIns="0" rtlCol="0" anchor="t">
            <a:spAutoFit/>
          </a:bodyPr>
          <a:lstStyle/>
          <a:p>
            <a:pPr algn="ctr">
              <a:lnSpc>
                <a:spcPts val="2240"/>
              </a:lnSpc>
            </a:pPr>
            <a:r>
              <a:rPr lang="en-US" sz="1600">
                <a:solidFill>
                  <a:srgbClr val="000000"/>
                </a:solidFill>
                <a:latin typeface="Canva Sans"/>
                <a:ea typeface="Canva Sans"/>
                <a:cs typeface="Canva Sans"/>
                <a:sym typeface="Canva Sans"/>
              </a:rPr>
              <a:t>Narrate actions at a concept level, not line‑by‑line instructions.</a:t>
            </a:r>
          </a:p>
        </p:txBody>
      </p:sp>
      <p:sp>
        <p:nvSpPr>
          <p:cNvPr id="52" name="TextBox 52"/>
          <p:cNvSpPr txBox="1"/>
          <p:nvPr/>
        </p:nvSpPr>
        <p:spPr>
          <a:xfrm>
            <a:off x="999984" y="6417816"/>
            <a:ext cx="3018580" cy="297180"/>
          </a:xfrm>
          <a:prstGeom prst="rect">
            <a:avLst/>
          </a:prstGeom>
        </p:spPr>
        <p:txBody>
          <a:bodyPr lIns="0" tIns="0" rIns="0" bIns="0" rtlCol="0" anchor="t">
            <a:spAutoFit/>
          </a:bodyPr>
          <a:lstStyle/>
          <a:p>
            <a:pPr algn="ctr">
              <a:lnSpc>
                <a:spcPts val="2520"/>
              </a:lnSpc>
            </a:pPr>
            <a:r>
              <a:rPr lang="en-US" sz="1800" b="1">
                <a:solidFill>
                  <a:srgbClr val="000000"/>
                </a:solidFill>
                <a:latin typeface="Canva Sans Bold"/>
                <a:ea typeface="Canva Sans Bold"/>
                <a:cs typeface="Canva Sans Bold"/>
                <a:sym typeface="Canva Sans Bold"/>
              </a:rPr>
              <a:t>Environment Prep</a:t>
            </a:r>
          </a:p>
        </p:txBody>
      </p:sp>
      <p:sp>
        <p:nvSpPr>
          <p:cNvPr id="53" name="TextBox 53"/>
          <p:cNvSpPr txBox="1"/>
          <p:nvPr/>
        </p:nvSpPr>
        <p:spPr>
          <a:xfrm>
            <a:off x="999984" y="6828931"/>
            <a:ext cx="3018580" cy="816609"/>
          </a:xfrm>
          <a:prstGeom prst="rect">
            <a:avLst/>
          </a:prstGeom>
        </p:spPr>
        <p:txBody>
          <a:bodyPr lIns="0" tIns="0" rIns="0" bIns="0" rtlCol="0" anchor="t">
            <a:spAutoFit/>
          </a:bodyPr>
          <a:lstStyle/>
          <a:p>
            <a:pPr algn="ctr">
              <a:lnSpc>
                <a:spcPts val="2240"/>
              </a:lnSpc>
            </a:pPr>
            <a:r>
              <a:rPr lang="en-US" sz="1600">
                <a:solidFill>
                  <a:srgbClr val="000000"/>
                </a:solidFill>
                <a:latin typeface="Canva Sans"/>
                <a:ea typeface="Canva Sans"/>
                <a:cs typeface="Canva Sans"/>
                <a:sym typeface="Canva Sans"/>
              </a:rPr>
              <a:t>Pre‑load environment, datasets, tabs, and credentials before starting the lab.</a:t>
            </a:r>
          </a:p>
        </p:txBody>
      </p:sp>
      <p:sp>
        <p:nvSpPr>
          <p:cNvPr id="54" name="TextBox 54"/>
          <p:cNvSpPr txBox="1"/>
          <p:nvPr/>
        </p:nvSpPr>
        <p:spPr>
          <a:xfrm>
            <a:off x="999984" y="982168"/>
            <a:ext cx="12033998" cy="828548"/>
          </a:xfrm>
          <a:prstGeom prst="rect">
            <a:avLst/>
          </a:prstGeom>
        </p:spPr>
        <p:txBody>
          <a:bodyPr lIns="0" tIns="0" rIns="0" bIns="0" rtlCol="0" anchor="t">
            <a:spAutoFit/>
          </a:bodyPr>
          <a:lstStyle/>
          <a:p>
            <a:pPr algn="l">
              <a:lnSpc>
                <a:spcPts val="6496"/>
              </a:lnSpc>
            </a:pPr>
            <a:r>
              <a:rPr lang="en-US" sz="5600" b="1">
                <a:solidFill>
                  <a:srgbClr val="140574"/>
                </a:solidFill>
                <a:latin typeface="Open Sauce Bold"/>
                <a:ea typeface="Open Sauce Bold"/>
                <a:cs typeface="Open Sauce Bold"/>
                <a:sym typeface="Open Sauce Bold"/>
              </a:rPr>
              <a:t>Lab Delivery Flow</a:t>
            </a:r>
          </a:p>
        </p:txBody>
      </p:sp>
      <p:grpSp>
        <p:nvGrpSpPr>
          <p:cNvPr id="55" name="Group 55"/>
          <p:cNvGrpSpPr/>
          <p:nvPr/>
        </p:nvGrpSpPr>
        <p:grpSpPr>
          <a:xfrm>
            <a:off x="4018564" y="7746828"/>
            <a:ext cx="934436" cy="1476953"/>
            <a:chOff x="0" y="0"/>
            <a:chExt cx="1245915" cy="1969271"/>
          </a:xfrm>
        </p:grpSpPr>
        <p:grpSp>
          <p:nvGrpSpPr>
            <p:cNvPr id="56" name="Group 56"/>
            <p:cNvGrpSpPr/>
            <p:nvPr/>
          </p:nvGrpSpPr>
          <p:grpSpPr>
            <a:xfrm rot="2700000">
              <a:off x="-41282" y="427997"/>
              <a:ext cx="1359301" cy="359099"/>
              <a:chOff x="0" y="0"/>
              <a:chExt cx="286410" cy="75663"/>
            </a:xfrm>
          </p:grpSpPr>
          <p:sp>
            <p:nvSpPr>
              <p:cNvPr id="57" name="Freeform 57"/>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IN"/>
              </a:p>
            </p:txBody>
          </p:sp>
          <p:sp>
            <p:nvSpPr>
              <p:cNvPr id="58" name="TextBox 58"/>
              <p:cNvSpPr txBox="1"/>
              <p:nvPr/>
            </p:nvSpPr>
            <p:spPr>
              <a:xfrm>
                <a:off x="0" y="-28575"/>
                <a:ext cx="286410" cy="104238"/>
              </a:xfrm>
              <a:prstGeom prst="rect">
                <a:avLst/>
              </a:prstGeom>
            </p:spPr>
            <p:txBody>
              <a:bodyPr lIns="50800" tIns="50800" rIns="50800" bIns="50800" rtlCol="0" anchor="ctr"/>
              <a:lstStyle/>
              <a:p>
                <a:pPr algn="ctr">
                  <a:lnSpc>
                    <a:spcPts val="2240"/>
                  </a:lnSpc>
                </a:pPr>
                <a:endParaRPr/>
              </a:p>
            </p:txBody>
          </p:sp>
        </p:grpSp>
        <p:grpSp>
          <p:nvGrpSpPr>
            <p:cNvPr id="59" name="Group 59"/>
            <p:cNvGrpSpPr/>
            <p:nvPr/>
          </p:nvGrpSpPr>
          <p:grpSpPr>
            <a:xfrm rot="-2700000">
              <a:off x="-78488" y="1166764"/>
              <a:ext cx="1402891" cy="359099"/>
              <a:chOff x="0" y="0"/>
              <a:chExt cx="295594" cy="75663"/>
            </a:xfrm>
          </p:grpSpPr>
          <p:sp>
            <p:nvSpPr>
              <p:cNvPr id="60" name="Freeform 60"/>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IN"/>
              </a:p>
            </p:txBody>
          </p:sp>
          <p:sp>
            <p:nvSpPr>
              <p:cNvPr id="61" name="TextBox 61"/>
              <p:cNvSpPr txBox="1"/>
              <p:nvPr/>
            </p:nvSpPr>
            <p:spPr>
              <a:xfrm>
                <a:off x="0" y="-28575"/>
                <a:ext cx="295594" cy="104238"/>
              </a:xfrm>
              <a:prstGeom prst="rect">
                <a:avLst/>
              </a:prstGeom>
            </p:spPr>
            <p:txBody>
              <a:bodyPr lIns="50800" tIns="50800" rIns="50800" bIns="50800" rtlCol="0" anchor="ctr"/>
              <a:lstStyle/>
              <a:p>
                <a:pPr algn="ctr">
                  <a:lnSpc>
                    <a:spcPts val="2240"/>
                  </a:lnSpc>
                </a:pPr>
                <a:endParaRPr/>
              </a:p>
            </p:txBody>
          </p:sp>
        </p:grpSp>
      </p:grpSp>
      <p:sp>
        <p:nvSpPr>
          <p:cNvPr id="62" name="Freeform 62"/>
          <p:cNvSpPr/>
          <p:nvPr/>
        </p:nvSpPr>
        <p:spPr>
          <a:xfrm>
            <a:off x="2335744" y="8235805"/>
            <a:ext cx="347060" cy="438623"/>
          </a:xfrm>
          <a:custGeom>
            <a:avLst/>
            <a:gdLst/>
            <a:ahLst/>
            <a:cxnLst/>
            <a:rect l="l" t="t" r="r" b="b"/>
            <a:pathLst>
              <a:path w="347060" h="438623">
                <a:moveTo>
                  <a:pt x="0" y="0"/>
                </a:moveTo>
                <a:lnTo>
                  <a:pt x="347060" y="0"/>
                </a:lnTo>
                <a:lnTo>
                  <a:pt x="347060" y="438623"/>
                </a:lnTo>
                <a:lnTo>
                  <a:pt x="0" y="4386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3" name="Freeform 63"/>
          <p:cNvSpPr/>
          <p:nvPr/>
        </p:nvSpPr>
        <p:spPr>
          <a:xfrm>
            <a:off x="12989320" y="5341546"/>
            <a:ext cx="438730" cy="401987"/>
          </a:xfrm>
          <a:custGeom>
            <a:avLst/>
            <a:gdLst/>
            <a:ahLst/>
            <a:cxnLst/>
            <a:rect l="l" t="t" r="r" b="b"/>
            <a:pathLst>
              <a:path w="438730" h="401987">
                <a:moveTo>
                  <a:pt x="0" y="0"/>
                </a:moveTo>
                <a:lnTo>
                  <a:pt x="438730" y="0"/>
                </a:lnTo>
                <a:lnTo>
                  <a:pt x="438730" y="401987"/>
                </a:lnTo>
                <a:lnTo>
                  <a:pt x="0" y="4019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4" name="Freeform 64"/>
          <p:cNvSpPr/>
          <p:nvPr/>
        </p:nvSpPr>
        <p:spPr>
          <a:xfrm>
            <a:off x="8539349" y="5323228"/>
            <a:ext cx="438623" cy="438623"/>
          </a:xfrm>
          <a:custGeom>
            <a:avLst/>
            <a:gdLst/>
            <a:ahLst/>
            <a:cxnLst/>
            <a:rect l="l" t="t" r="r" b="b"/>
            <a:pathLst>
              <a:path w="438623" h="438623">
                <a:moveTo>
                  <a:pt x="0" y="0"/>
                </a:moveTo>
                <a:lnTo>
                  <a:pt x="438623" y="0"/>
                </a:lnTo>
                <a:lnTo>
                  <a:pt x="438623" y="438623"/>
                </a:lnTo>
                <a:lnTo>
                  <a:pt x="0" y="4386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65" name="Freeform 65"/>
          <p:cNvSpPr/>
          <p:nvPr/>
        </p:nvSpPr>
        <p:spPr>
          <a:xfrm>
            <a:off x="15254989" y="8236041"/>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66" name="Freeform 66"/>
          <p:cNvSpPr/>
          <p:nvPr/>
        </p:nvSpPr>
        <p:spPr>
          <a:xfrm>
            <a:off x="6271413" y="8235805"/>
            <a:ext cx="438623" cy="438623"/>
          </a:xfrm>
          <a:custGeom>
            <a:avLst/>
            <a:gdLst/>
            <a:ahLst/>
            <a:cxnLst/>
            <a:rect l="l" t="t" r="r" b="b"/>
            <a:pathLst>
              <a:path w="438623" h="438623">
                <a:moveTo>
                  <a:pt x="0" y="0"/>
                </a:moveTo>
                <a:lnTo>
                  <a:pt x="438623" y="0"/>
                </a:lnTo>
                <a:lnTo>
                  <a:pt x="438623" y="438623"/>
                </a:lnTo>
                <a:lnTo>
                  <a:pt x="0" y="43862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N"/>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rot="-299999">
            <a:off x="5336076" y="3505987"/>
            <a:ext cx="3494315" cy="4285312"/>
          </a:xfrm>
          <a:custGeom>
            <a:avLst/>
            <a:gdLst/>
            <a:ahLst/>
            <a:cxnLst/>
            <a:rect l="l" t="t" r="r" b="b"/>
            <a:pathLst>
              <a:path w="3494315" h="4285312">
                <a:moveTo>
                  <a:pt x="0" y="0"/>
                </a:moveTo>
                <a:lnTo>
                  <a:pt x="3494315" y="0"/>
                </a:lnTo>
                <a:lnTo>
                  <a:pt x="3494315" y="4285311"/>
                </a:lnTo>
                <a:lnTo>
                  <a:pt x="0" y="42853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299999">
            <a:off x="5695001" y="3936011"/>
            <a:ext cx="457495" cy="438623"/>
          </a:xfrm>
          <a:custGeom>
            <a:avLst/>
            <a:gdLst/>
            <a:ahLst/>
            <a:cxnLst/>
            <a:rect l="l" t="t" r="r" b="b"/>
            <a:pathLst>
              <a:path w="457495" h="438623">
                <a:moveTo>
                  <a:pt x="0" y="0"/>
                </a:moveTo>
                <a:lnTo>
                  <a:pt x="457495" y="0"/>
                </a:lnTo>
                <a:lnTo>
                  <a:pt x="457495" y="438624"/>
                </a:lnTo>
                <a:lnTo>
                  <a:pt x="0" y="4386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rot="299999" flipH="1">
            <a:off x="9457609" y="3505987"/>
            <a:ext cx="3494315" cy="4285312"/>
          </a:xfrm>
          <a:custGeom>
            <a:avLst/>
            <a:gdLst/>
            <a:ahLst/>
            <a:cxnLst/>
            <a:rect l="l" t="t" r="r" b="b"/>
            <a:pathLst>
              <a:path w="3494315" h="4285312">
                <a:moveTo>
                  <a:pt x="3494315" y="0"/>
                </a:moveTo>
                <a:lnTo>
                  <a:pt x="0" y="0"/>
                </a:lnTo>
                <a:lnTo>
                  <a:pt x="0" y="4285311"/>
                </a:lnTo>
                <a:lnTo>
                  <a:pt x="3494315" y="4285311"/>
                </a:lnTo>
                <a:lnTo>
                  <a:pt x="3494315"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rot="299999">
            <a:off x="12173962" y="3954596"/>
            <a:ext cx="438150" cy="401455"/>
          </a:xfrm>
          <a:custGeom>
            <a:avLst/>
            <a:gdLst/>
            <a:ahLst/>
            <a:cxnLst/>
            <a:rect l="l" t="t" r="r" b="b"/>
            <a:pathLst>
              <a:path w="438150" h="401455">
                <a:moveTo>
                  <a:pt x="0" y="0"/>
                </a:moveTo>
                <a:lnTo>
                  <a:pt x="438150" y="0"/>
                </a:lnTo>
                <a:lnTo>
                  <a:pt x="438150" y="401454"/>
                </a:lnTo>
                <a:lnTo>
                  <a:pt x="0" y="4014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6" name="Freeform 6"/>
          <p:cNvSpPr/>
          <p:nvPr/>
        </p:nvSpPr>
        <p:spPr>
          <a:xfrm>
            <a:off x="14275020" y="3361865"/>
            <a:ext cx="2803208" cy="4114800"/>
          </a:xfrm>
          <a:custGeom>
            <a:avLst/>
            <a:gdLst/>
            <a:ahLst/>
            <a:cxnLst/>
            <a:rect l="l" t="t" r="r" b="b"/>
            <a:pathLst>
              <a:path w="2803208" h="4114800">
                <a:moveTo>
                  <a:pt x="0" y="0"/>
                </a:moveTo>
                <a:lnTo>
                  <a:pt x="2803207" y="0"/>
                </a:lnTo>
                <a:lnTo>
                  <a:pt x="2803207"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7" name="TextBox 7"/>
          <p:cNvSpPr txBox="1"/>
          <p:nvPr/>
        </p:nvSpPr>
        <p:spPr>
          <a:xfrm>
            <a:off x="3053602" y="628650"/>
            <a:ext cx="12033998" cy="828548"/>
          </a:xfrm>
          <a:prstGeom prst="rect">
            <a:avLst/>
          </a:prstGeom>
        </p:spPr>
        <p:txBody>
          <a:bodyPr lIns="0" tIns="0" rIns="0" bIns="0" rtlCol="0" anchor="t">
            <a:spAutoFit/>
          </a:bodyPr>
          <a:lstStyle/>
          <a:p>
            <a:pPr algn="ctr">
              <a:lnSpc>
                <a:spcPts val="6496"/>
              </a:lnSpc>
            </a:pPr>
            <a:r>
              <a:rPr lang="en-US" sz="5600" b="1">
                <a:solidFill>
                  <a:srgbClr val="140574"/>
                </a:solidFill>
                <a:latin typeface="Open Sauce Bold"/>
                <a:ea typeface="Open Sauce Bold"/>
                <a:cs typeface="Open Sauce Bold"/>
                <a:sym typeface="Open Sauce Bold"/>
              </a:rPr>
              <a:t>Team Questions</a:t>
            </a:r>
          </a:p>
        </p:txBody>
      </p:sp>
      <p:sp>
        <p:nvSpPr>
          <p:cNvPr id="8" name="TextBox 8"/>
          <p:cNvSpPr txBox="1"/>
          <p:nvPr/>
        </p:nvSpPr>
        <p:spPr>
          <a:xfrm rot="-299999">
            <a:off x="5875785" y="4793950"/>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Ask your question?</a:t>
            </a:r>
          </a:p>
        </p:txBody>
      </p:sp>
      <p:sp>
        <p:nvSpPr>
          <p:cNvPr id="9" name="TextBox 9"/>
          <p:cNvSpPr txBox="1"/>
          <p:nvPr/>
        </p:nvSpPr>
        <p:spPr>
          <a:xfrm rot="299999">
            <a:off x="9929780" y="4795635"/>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Doubts</a:t>
            </a: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757705" y="0"/>
            <a:ext cx="14700543" cy="10287000"/>
            <a:chOff x="0" y="0"/>
            <a:chExt cx="3550538" cy="2484561"/>
          </a:xfrm>
        </p:grpSpPr>
        <p:sp>
          <p:nvSpPr>
            <p:cNvPr id="3" name="Freeform 3"/>
            <p:cNvSpPr/>
            <p:nvPr/>
          </p:nvSpPr>
          <p:spPr>
            <a:xfrm>
              <a:off x="0" y="0"/>
              <a:ext cx="3550538" cy="2484561"/>
            </a:xfrm>
            <a:custGeom>
              <a:avLst/>
              <a:gdLst/>
              <a:ahLst/>
              <a:cxnLst/>
              <a:rect l="l" t="t" r="r" b="b"/>
              <a:pathLst>
                <a:path w="3550538" h="2484561">
                  <a:moveTo>
                    <a:pt x="52664" y="0"/>
                  </a:moveTo>
                  <a:lnTo>
                    <a:pt x="3497874" y="0"/>
                  </a:lnTo>
                  <a:cubicBezTo>
                    <a:pt x="3511841" y="0"/>
                    <a:pt x="3525237" y="5549"/>
                    <a:pt x="3535113" y="15425"/>
                  </a:cubicBezTo>
                  <a:cubicBezTo>
                    <a:pt x="3544990" y="25301"/>
                    <a:pt x="3550538" y="38697"/>
                    <a:pt x="3550538" y="52664"/>
                  </a:cubicBezTo>
                  <a:lnTo>
                    <a:pt x="3550538" y="2431896"/>
                  </a:lnTo>
                  <a:cubicBezTo>
                    <a:pt x="3550538" y="2445864"/>
                    <a:pt x="3544990" y="2459259"/>
                    <a:pt x="3535113" y="2469136"/>
                  </a:cubicBezTo>
                  <a:cubicBezTo>
                    <a:pt x="3525237" y="2479012"/>
                    <a:pt x="3511841" y="2484561"/>
                    <a:pt x="3497874" y="2484561"/>
                  </a:cubicBezTo>
                  <a:lnTo>
                    <a:pt x="52664" y="2484561"/>
                  </a:lnTo>
                  <a:cubicBezTo>
                    <a:pt x="38697" y="2484561"/>
                    <a:pt x="25301" y="2479012"/>
                    <a:pt x="15425" y="2469136"/>
                  </a:cubicBezTo>
                  <a:cubicBezTo>
                    <a:pt x="5549" y="2459259"/>
                    <a:pt x="0" y="2445864"/>
                    <a:pt x="0" y="2431896"/>
                  </a:cubicBezTo>
                  <a:lnTo>
                    <a:pt x="0" y="52664"/>
                  </a:lnTo>
                  <a:cubicBezTo>
                    <a:pt x="0" y="38697"/>
                    <a:pt x="5549" y="25301"/>
                    <a:pt x="15425" y="15425"/>
                  </a:cubicBezTo>
                  <a:cubicBezTo>
                    <a:pt x="25301" y="5549"/>
                    <a:pt x="38697" y="0"/>
                    <a:pt x="52664" y="0"/>
                  </a:cubicBezTo>
                  <a:close/>
                </a:path>
              </a:pathLst>
            </a:custGeom>
            <a:solidFill>
              <a:srgbClr val="066CF4"/>
            </a:solidFill>
          </p:spPr>
          <p:txBody>
            <a:bodyPr/>
            <a:lstStyle/>
            <a:p>
              <a:endParaRPr lang="en-IN"/>
            </a:p>
          </p:txBody>
        </p:sp>
        <p:sp>
          <p:nvSpPr>
            <p:cNvPr id="4" name="TextBox 4"/>
            <p:cNvSpPr txBox="1"/>
            <p:nvPr/>
          </p:nvSpPr>
          <p:spPr>
            <a:xfrm>
              <a:off x="0" y="-57150"/>
              <a:ext cx="3550538" cy="2541711"/>
            </a:xfrm>
            <a:prstGeom prst="rect">
              <a:avLst/>
            </a:prstGeom>
          </p:spPr>
          <p:txBody>
            <a:bodyPr lIns="50800" tIns="50800" rIns="50800" bIns="50800" rtlCol="0" anchor="ctr"/>
            <a:lstStyle/>
            <a:p>
              <a:pPr algn="ctr">
                <a:lnSpc>
                  <a:spcPts val="3634"/>
                </a:lnSpc>
              </a:pPr>
              <a:endParaRPr/>
            </a:p>
          </p:txBody>
        </p:sp>
      </p:grpSp>
      <p:sp>
        <p:nvSpPr>
          <p:cNvPr id="5" name="Freeform 5"/>
          <p:cNvSpPr/>
          <p:nvPr/>
        </p:nvSpPr>
        <p:spPr>
          <a:xfrm>
            <a:off x="14368128" y="3917424"/>
            <a:ext cx="3393983" cy="2452153"/>
          </a:xfrm>
          <a:custGeom>
            <a:avLst/>
            <a:gdLst/>
            <a:ahLst/>
            <a:cxnLst/>
            <a:rect l="l" t="t" r="r" b="b"/>
            <a:pathLst>
              <a:path w="3393983" h="2452153">
                <a:moveTo>
                  <a:pt x="0" y="0"/>
                </a:moveTo>
                <a:lnTo>
                  <a:pt x="3393983" y="0"/>
                </a:lnTo>
                <a:lnTo>
                  <a:pt x="3393983" y="2452152"/>
                </a:lnTo>
                <a:lnTo>
                  <a:pt x="0" y="24521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1028700" y="4635611"/>
            <a:ext cx="13084520" cy="1954881"/>
          </a:xfrm>
          <a:prstGeom prst="rect">
            <a:avLst/>
          </a:prstGeom>
        </p:spPr>
        <p:txBody>
          <a:bodyPr lIns="0" tIns="0" rIns="0" bIns="0" rtlCol="0" anchor="t">
            <a:spAutoFit/>
          </a:bodyPr>
          <a:lstStyle/>
          <a:p>
            <a:pPr algn="l">
              <a:lnSpc>
                <a:spcPts val="12671"/>
              </a:lnSpc>
            </a:pPr>
            <a:r>
              <a:rPr lang="en-US" sz="14399" b="1" spc="-1295">
                <a:solidFill>
                  <a:srgbClr val="FFFFFF"/>
                </a:solidFill>
                <a:latin typeface="Helvetica World Bold"/>
                <a:ea typeface="Helvetica World Bold"/>
                <a:cs typeface="Helvetica World Bold"/>
                <a:sym typeface="Helvetica World Bold"/>
              </a:rPr>
              <a:t>GOVERNANCE</a:t>
            </a:r>
          </a:p>
        </p:txBody>
      </p:sp>
      <p:sp>
        <p:nvSpPr>
          <p:cNvPr id="7" name="TextBox 7"/>
          <p:cNvSpPr txBox="1"/>
          <p:nvPr/>
        </p:nvSpPr>
        <p:spPr>
          <a:xfrm>
            <a:off x="1028700" y="3992184"/>
            <a:ext cx="6724003" cy="534380"/>
          </a:xfrm>
          <a:prstGeom prst="rect">
            <a:avLst/>
          </a:prstGeom>
        </p:spPr>
        <p:txBody>
          <a:bodyPr lIns="0" tIns="0" rIns="0" bIns="0" rtlCol="0" anchor="t">
            <a:spAutoFit/>
          </a:bodyPr>
          <a:lstStyle/>
          <a:p>
            <a:pPr algn="l">
              <a:lnSpc>
                <a:spcPts val="3403"/>
              </a:lnSpc>
            </a:pPr>
            <a:r>
              <a:rPr lang="en-US" sz="3867" b="1">
                <a:solidFill>
                  <a:srgbClr val="FFFFFF"/>
                </a:solidFill>
                <a:latin typeface="Helvetica World Bold"/>
                <a:ea typeface="Helvetica World Bold"/>
                <a:cs typeface="Helvetica World Bold"/>
                <a:sym typeface="Helvetica World Bold"/>
              </a:rPr>
              <a:t>CERTIFICATION &amp; WEBINAR</a:t>
            </a:r>
          </a:p>
        </p:txBody>
      </p:sp>
      <p:sp>
        <p:nvSpPr>
          <p:cNvPr id="8" name="Freeform 8"/>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5"/>
            <a:stretch>
              <a:fillRect/>
            </a:stretch>
          </a:blipFill>
        </p:spPr>
        <p:txBody>
          <a:bodyPr/>
          <a:lstStyle/>
          <a:p>
            <a:endParaRPr lang="en-IN"/>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6041282" cy="2237867"/>
          </a:xfrm>
          <a:prstGeom prst="rect">
            <a:avLst/>
          </a:prstGeom>
        </p:spPr>
        <p:txBody>
          <a:bodyPr lIns="0" tIns="0" rIns="0" bIns="0" rtlCol="0" anchor="t">
            <a:spAutoFit/>
          </a:bodyPr>
          <a:lstStyle/>
          <a:p>
            <a:pPr algn="l">
              <a:lnSpc>
                <a:spcPts val="5824"/>
              </a:lnSpc>
            </a:pPr>
            <a:r>
              <a:rPr lang="en-US" sz="5600" b="1">
                <a:solidFill>
                  <a:srgbClr val="021E47"/>
                </a:solidFill>
                <a:latin typeface="Gotham Bold"/>
                <a:ea typeface="Gotham Bold"/>
                <a:cs typeface="Gotham Bold"/>
                <a:sym typeface="Gotham Bold"/>
              </a:rPr>
              <a:t>45-DAY CERTIFICATION GOVERNANCE</a:t>
            </a:r>
          </a:p>
        </p:txBody>
      </p:sp>
      <p:sp>
        <p:nvSpPr>
          <p:cNvPr id="3" name="AutoShape 3"/>
          <p:cNvSpPr/>
          <p:nvPr/>
        </p:nvSpPr>
        <p:spPr>
          <a:xfrm flipV="1">
            <a:off x="-539870" y="3198214"/>
            <a:ext cx="13058742" cy="2135729"/>
          </a:xfrm>
          <a:prstGeom prst="line">
            <a:avLst/>
          </a:prstGeom>
          <a:ln w="28575" cap="flat">
            <a:solidFill>
              <a:srgbClr val="021E47"/>
            </a:solidFill>
            <a:prstDash val="lgDash"/>
            <a:headEnd type="none" w="sm" len="sm"/>
            <a:tailEnd type="none" w="sm" len="sm"/>
          </a:ln>
        </p:spPr>
        <p:txBody>
          <a:bodyPr/>
          <a:lstStyle/>
          <a:p>
            <a:endParaRPr lang="en-IN"/>
          </a:p>
        </p:txBody>
      </p:sp>
      <p:sp>
        <p:nvSpPr>
          <p:cNvPr id="4" name="AutoShape 4"/>
          <p:cNvSpPr/>
          <p:nvPr/>
        </p:nvSpPr>
        <p:spPr>
          <a:xfrm flipV="1">
            <a:off x="12518871" y="2441655"/>
            <a:ext cx="7664781" cy="756558"/>
          </a:xfrm>
          <a:prstGeom prst="line">
            <a:avLst/>
          </a:prstGeom>
          <a:ln w="28575" cap="flat">
            <a:solidFill>
              <a:srgbClr val="021E47"/>
            </a:solidFill>
            <a:prstDash val="lgDash"/>
            <a:headEnd type="none" w="sm" len="sm"/>
            <a:tailEnd type="none" w="sm" len="sm"/>
          </a:ln>
        </p:spPr>
        <p:txBody>
          <a:bodyPr/>
          <a:lstStyle/>
          <a:p>
            <a:endParaRPr lang="en-IN"/>
          </a:p>
        </p:txBody>
      </p:sp>
      <p:sp>
        <p:nvSpPr>
          <p:cNvPr id="5" name="Freeform 5"/>
          <p:cNvSpPr/>
          <p:nvPr/>
        </p:nvSpPr>
        <p:spPr>
          <a:xfrm flipH="1">
            <a:off x="1441007" y="6132645"/>
            <a:ext cx="3874828" cy="1633982"/>
          </a:xfrm>
          <a:custGeom>
            <a:avLst/>
            <a:gdLst/>
            <a:ahLst/>
            <a:cxnLst/>
            <a:rect l="l" t="t" r="r" b="b"/>
            <a:pathLst>
              <a:path w="3874828" h="1633982">
                <a:moveTo>
                  <a:pt x="3874828" y="0"/>
                </a:moveTo>
                <a:lnTo>
                  <a:pt x="0" y="0"/>
                </a:lnTo>
                <a:lnTo>
                  <a:pt x="0" y="1633982"/>
                </a:lnTo>
                <a:lnTo>
                  <a:pt x="3874828" y="1633982"/>
                </a:lnTo>
                <a:lnTo>
                  <a:pt x="3874828" y="0"/>
                </a:lnTo>
                <a:close/>
              </a:path>
            </a:pathLst>
          </a:custGeom>
          <a:blipFill>
            <a:blip r:embed="rId3">
              <a:alphaModFix amt="13000"/>
              <a:extLst>
                <a:ext uri="{96DAC541-7B7A-43D3-8B79-37D633B846F1}">
                  <asvg:svgBlip xmlns:asvg="http://schemas.microsoft.com/office/drawing/2016/SVG/main" r:embed="rId4"/>
                </a:ext>
              </a:extLst>
            </a:blip>
            <a:stretch>
              <a:fillRect r="-343885"/>
            </a:stretch>
          </a:blipFill>
        </p:spPr>
        <p:txBody>
          <a:bodyPr/>
          <a:lstStyle/>
          <a:p>
            <a:endParaRPr lang="en-IN"/>
          </a:p>
        </p:txBody>
      </p:sp>
      <p:grpSp>
        <p:nvGrpSpPr>
          <p:cNvPr id="6" name="Group 6"/>
          <p:cNvGrpSpPr/>
          <p:nvPr/>
        </p:nvGrpSpPr>
        <p:grpSpPr>
          <a:xfrm>
            <a:off x="11923047" y="1368121"/>
            <a:ext cx="4829111" cy="2147068"/>
            <a:chOff x="0" y="0"/>
            <a:chExt cx="6438815" cy="2862758"/>
          </a:xfrm>
        </p:grpSpPr>
        <p:sp>
          <p:nvSpPr>
            <p:cNvPr id="7" name="Freeform 7"/>
            <p:cNvSpPr/>
            <p:nvPr/>
          </p:nvSpPr>
          <p:spPr>
            <a:xfrm flipH="1">
              <a:off x="173822" y="220864"/>
              <a:ext cx="6264993" cy="2641894"/>
            </a:xfrm>
            <a:custGeom>
              <a:avLst/>
              <a:gdLst/>
              <a:ahLst/>
              <a:cxnLst/>
              <a:rect l="l" t="t" r="r" b="b"/>
              <a:pathLst>
                <a:path w="6264993" h="2641894">
                  <a:moveTo>
                    <a:pt x="6264993" y="0"/>
                  </a:moveTo>
                  <a:lnTo>
                    <a:pt x="0" y="0"/>
                  </a:lnTo>
                  <a:lnTo>
                    <a:pt x="0" y="2641894"/>
                  </a:lnTo>
                  <a:lnTo>
                    <a:pt x="6264993" y="2641894"/>
                  </a:lnTo>
                  <a:lnTo>
                    <a:pt x="6264993" y="0"/>
                  </a:lnTo>
                  <a:close/>
                </a:path>
              </a:pathLst>
            </a:custGeom>
            <a:blipFill>
              <a:blip r:embed="rId3">
                <a:alphaModFix amt="13000"/>
                <a:extLst>
                  <a:ext uri="{96DAC541-7B7A-43D3-8B79-37D633B846F1}">
                    <asvg:svgBlip xmlns:asvg="http://schemas.microsoft.com/office/drawing/2016/SVG/main" r:embed="rId4"/>
                  </a:ext>
                </a:extLst>
              </a:blip>
              <a:stretch>
                <a:fillRect r="-343885"/>
              </a:stretch>
            </a:blipFill>
          </p:spPr>
          <p:txBody>
            <a:bodyPr/>
            <a:lstStyle/>
            <a:p>
              <a:endParaRPr lang="en-IN"/>
            </a:p>
          </p:txBody>
        </p:sp>
        <p:sp>
          <p:nvSpPr>
            <p:cNvPr id="8" name="Freeform 8"/>
            <p:cNvSpPr/>
            <p:nvPr/>
          </p:nvSpPr>
          <p:spPr>
            <a:xfrm flipH="1">
              <a:off x="0" y="0"/>
              <a:ext cx="6264993" cy="2641894"/>
            </a:xfrm>
            <a:custGeom>
              <a:avLst/>
              <a:gdLst/>
              <a:ahLst/>
              <a:cxnLst/>
              <a:rect l="l" t="t" r="r" b="b"/>
              <a:pathLst>
                <a:path w="6264993" h="2641894">
                  <a:moveTo>
                    <a:pt x="6264993" y="0"/>
                  </a:moveTo>
                  <a:lnTo>
                    <a:pt x="0" y="0"/>
                  </a:lnTo>
                  <a:lnTo>
                    <a:pt x="0" y="2641894"/>
                  </a:lnTo>
                  <a:lnTo>
                    <a:pt x="6264993" y="2641894"/>
                  </a:lnTo>
                  <a:lnTo>
                    <a:pt x="6264993" y="0"/>
                  </a:lnTo>
                  <a:close/>
                </a:path>
              </a:pathLst>
            </a:custGeom>
            <a:blipFill>
              <a:blip r:embed="rId3">
                <a:extLst>
                  <a:ext uri="{96DAC541-7B7A-43D3-8B79-37D633B846F1}">
                    <asvg:svgBlip xmlns:asvg="http://schemas.microsoft.com/office/drawing/2016/SVG/main" r:embed="rId4"/>
                  </a:ext>
                </a:extLst>
              </a:blip>
              <a:stretch>
                <a:fillRect r="-343885"/>
              </a:stretch>
            </a:blipFill>
          </p:spPr>
          <p:txBody>
            <a:bodyPr/>
            <a:lstStyle/>
            <a:p>
              <a:endParaRPr lang="en-IN"/>
            </a:p>
          </p:txBody>
        </p:sp>
        <p:sp>
          <p:nvSpPr>
            <p:cNvPr id="9" name="Freeform 9"/>
            <p:cNvSpPr/>
            <p:nvPr/>
          </p:nvSpPr>
          <p:spPr>
            <a:xfrm>
              <a:off x="376287" y="929957"/>
              <a:ext cx="781980" cy="781980"/>
            </a:xfrm>
            <a:custGeom>
              <a:avLst/>
              <a:gdLst/>
              <a:ahLst/>
              <a:cxnLst/>
              <a:rect l="l" t="t" r="r" b="b"/>
              <a:pathLst>
                <a:path w="781980" h="781980">
                  <a:moveTo>
                    <a:pt x="0" y="0"/>
                  </a:moveTo>
                  <a:lnTo>
                    <a:pt x="781980" y="0"/>
                  </a:lnTo>
                  <a:lnTo>
                    <a:pt x="781980" y="781980"/>
                  </a:lnTo>
                  <a:lnTo>
                    <a:pt x="0" y="7819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0" name="TextBox 10"/>
            <p:cNvSpPr txBox="1"/>
            <p:nvPr/>
          </p:nvSpPr>
          <p:spPr>
            <a:xfrm>
              <a:off x="2346840" y="425811"/>
              <a:ext cx="3426580" cy="478986"/>
            </a:xfrm>
            <a:prstGeom prst="rect">
              <a:avLst/>
            </a:prstGeom>
          </p:spPr>
          <p:txBody>
            <a:bodyPr lIns="0" tIns="0" rIns="0" bIns="0" rtlCol="0" anchor="t">
              <a:spAutoFit/>
            </a:bodyPr>
            <a:lstStyle/>
            <a:p>
              <a:pPr algn="ctr">
                <a:lnSpc>
                  <a:spcPts val="2685"/>
                </a:lnSpc>
              </a:pPr>
              <a:r>
                <a:rPr lang="en-US" sz="2581" b="1">
                  <a:solidFill>
                    <a:srgbClr val="FFFFFF"/>
                  </a:solidFill>
                  <a:latin typeface="Gotham Bold"/>
                  <a:ea typeface="Gotham Bold"/>
                  <a:cs typeface="Gotham Bold"/>
                  <a:sym typeface="Gotham Bold"/>
                </a:rPr>
                <a:t>Readiness Gate</a:t>
              </a:r>
            </a:p>
          </p:txBody>
        </p:sp>
        <p:sp>
          <p:nvSpPr>
            <p:cNvPr id="11" name="TextBox 11"/>
            <p:cNvSpPr txBox="1"/>
            <p:nvPr/>
          </p:nvSpPr>
          <p:spPr>
            <a:xfrm>
              <a:off x="2329958" y="1172884"/>
              <a:ext cx="3460342" cy="1005994"/>
            </a:xfrm>
            <a:prstGeom prst="rect">
              <a:avLst/>
            </a:prstGeom>
          </p:spPr>
          <p:txBody>
            <a:bodyPr lIns="0" tIns="0" rIns="0" bIns="0" rtlCol="0" anchor="t">
              <a:spAutoFit/>
            </a:bodyPr>
            <a:lstStyle/>
            <a:p>
              <a:pPr algn="ctr">
                <a:lnSpc>
                  <a:spcPts val="1952"/>
                </a:lnSpc>
              </a:pPr>
              <a:r>
                <a:rPr lang="en-US" sz="1877">
                  <a:solidFill>
                    <a:srgbClr val="FFFFFF"/>
                  </a:solidFill>
                  <a:latin typeface="Gotham"/>
                  <a:ea typeface="Gotham"/>
                  <a:cs typeface="Gotham"/>
                  <a:sym typeface="Gotham"/>
                </a:rPr>
                <a:t>Must hit ≥90% readiness with mock sign‑off before live</a:t>
              </a:r>
            </a:p>
          </p:txBody>
        </p:sp>
      </p:grpSp>
      <p:sp>
        <p:nvSpPr>
          <p:cNvPr id="12" name="Freeform 12"/>
          <p:cNvSpPr/>
          <p:nvPr/>
        </p:nvSpPr>
        <p:spPr>
          <a:xfrm rot="2700000">
            <a:off x="5990709" y="-950236"/>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7">
              <a:alphaModFix amt="13000"/>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3" name="Freeform 13"/>
          <p:cNvSpPr/>
          <p:nvPr/>
        </p:nvSpPr>
        <p:spPr>
          <a:xfrm rot="2700000">
            <a:off x="14202145" y="6811129"/>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7">
              <a:alphaModFix amt="13000"/>
              <a:extLst>
                <a:ext uri="{96DAC541-7B7A-43D3-8B79-37D633B846F1}">
                  <asvg:svgBlip xmlns:asvg="http://schemas.microsoft.com/office/drawing/2016/SVG/main" r:embed="rId8"/>
                </a:ext>
              </a:extLst>
            </a:blip>
            <a:stretch>
              <a:fillRect/>
            </a:stretch>
          </a:blipFill>
        </p:spPr>
        <p:txBody>
          <a:bodyPr/>
          <a:lstStyle/>
          <a:p>
            <a:endParaRPr lang="en-IN"/>
          </a:p>
        </p:txBody>
      </p:sp>
      <p:sp>
        <p:nvSpPr>
          <p:cNvPr id="14" name="Freeform 14"/>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9"/>
            <a:stretch>
              <a:fillRect/>
            </a:stretch>
          </a:blipFill>
        </p:spPr>
        <p:txBody>
          <a:bodyPr/>
          <a:lstStyle/>
          <a:p>
            <a:endParaRPr lang="en-IN"/>
          </a:p>
        </p:txBody>
      </p:sp>
      <p:grpSp>
        <p:nvGrpSpPr>
          <p:cNvPr id="15" name="Group 15"/>
          <p:cNvGrpSpPr/>
          <p:nvPr/>
        </p:nvGrpSpPr>
        <p:grpSpPr>
          <a:xfrm>
            <a:off x="1178641" y="5798648"/>
            <a:ext cx="4666870" cy="1967979"/>
            <a:chOff x="0" y="0"/>
            <a:chExt cx="6222494" cy="2623972"/>
          </a:xfrm>
        </p:grpSpPr>
        <p:sp>
          <p:nvSpPr>
            <p:cNvPr id="16" name="Freeform 16"/>
            <p:cNvSpPr/>
            <p:nvPr/>
          </p:nvSpPr>
          <p:spPr>
            <a:xfrm flipH="1">
              <a:off x="0" y="0"/>
              <a:ext cx="6222494" cy="2623972"/>
            </a:xfrm>
            <a:custGeom>
              <a:avLst/>
              <a:gdLst/>
              <a:ahLst/>
              <a:cxnLst/>
              <a:rect l="l" t="t" r="r" b="b"/>
              <a:pathLst>
                <a:path w="6222494" h="2623972">
                  <a:moveTo>
                    <a:pt x="6222494" y="0"/>
                  </a:moveTo>
                  <a:lnTo>
                    <a:pt x="0" y="0"/>
                  </a:lnTo>
                  <a:lnTo>
                    <a:pt x="0" y="2623972"/>
                  </a:lnTo>
                  <a:lnTo>
                    <a:pt x="6222494" y="2623972"/>
                  </a:lnTo>
                  <a:lnTo>
                    <a:pt x="6222494" y="0"/>
                  </a:lnTo>
                  <a:close/>
                </a:path>
              </a:pathLst>
            </a:custGeom>
            <a:blipFill>
              <a:blip r:embed="rId10">
                <a:extLst>
                  <a:ext uri="{96DAC541-7B7A-43D3-8B79-37D633B846F1}">
                    <asvg:svgBlip xmlns:asvg="http://schemas.microsoft.com/office/drawing/2016/SVG/main" r:embed="rId11"/>
                  </a:ext>
                </a:extLst>
              </a:blip>
              <a:stretch>
                <a:fillRect r="-343885"/>
              </a:stretch>
            </a:blipFill>
          </p:spPr>
          <p:txBody>
            <a:bodyPr/>
            <a:lstStyle/>
            <a:p>
              <a:endParaRPr lang="en-IN"/>
            </a:p>
          </p:txBody>
        </p:sp>
        <p:sp>
          <p:nvSpPr>
            <p:cNvPr id="17" name="Freeform 17"/>
            <p:cNvSpPr/>
            <p:nvPr/>
          </p:nvSpPr>
          <p:spPr>
            <a:xfrm>
              <a:off x="410283" y="923648"/>
              <a:ext cx="776676" cy="776676"/>
            </a:xfrm>
            <a:custGeom>
              <a:avLst/>
              <a:gdLst/>
              <a:ahLst/>
              <a:cxnLst/>
              <a:rect l="l" t="t" r="r" b="b"/>
              <a:pathLst>
                <a:path w="776676" h="776676">
                  <a:moveTo>
                    <a:pt x="0" y="0"/>
                  </a:moveTo>
                  <a:lnTo>
                    <a:pt x="776676" y="0"/>
                  </a:lnTo>
                  <a:lnTo>
                    <a:pt x="776676" y="776676"/>
                  </a:lnTo>
                  <a:lnTo>
                    <a:pt x="0" y="77667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8" name="TextBox 18"/>
            <p:cNvSpPr txBox="1"/>
            <p:nvPr/>
          </p:nvSpPr>
          <p:spPr>
            <a:xfrm>
              <a:off x="2355278" y="431080"/>
              <a:ext cx="3516586" cy="492568"/>
            </a:xfrm>
            <a:prstGeom prst="rect">
              <a:avLst/>
            </a:prstGeom>
          </p:spPr>
          <p:txBody>
            <a:bodyPr lIns="0" tIns="0" rIns="0" bIns="0" rtlCol="0" anchor="t">
              <a:spAutoFit/>
            </a:bodyPr>
            <a:lstStyle/>
            <a:p>
              <a:pPr algn="ctr">
                <a:lnSpc>
                  <a:spcPts val="2755"/>
                </a:lnSpc>
              </a:pPr>
              <a:r>
                <a:rPr lang="en-US" sz="2649" b="1">
                  <a:solidFill>
                    <a:srgbClr val="FFFFFF"/>
                  </a:solidFill>
                  <a:latin typeface="Gotham Bold"/>
                  <a:ea typeface="Gotham Bold"/>
                  <a:cs typeface="Gotham Bold"/>
                  <a:sym typeface="Gotham Bold"/>
                </a:rPr>
                <a:t>45‑Day Cycle</a:t>
              </a:r>
            </a:p>
          </p:txBody>
        </p:sp>
        <p:sp>
          <p:nvSpPr>
            <p:cNvPr id="19" name="TextBox 19"/>
            <p:cNvSpPr txBox="1"/>
            <p:nvPr/>
          </p:nvSpPr>
          <p:spPr>
            <a:xfrm>
              <a:off x="2337953" y="1188502"/>
              <a:ext cx="3551235" cy="1042694"/>
            </a:xfrm>
            <a:prstGeom prst="rect">
              <a:avLst/>
            </a:prstGeom>
          </p:spPr>
          <p:txBody>
            <a:bodyPr lIns="0" tIns="0" rIns="0" bIns="0" rtlCol="0" anchor="t">
              <a:spAutoFit/>
            </a:bodyPr>
            <a:lstStyle/>
            <a:p>
              <a:pPr algn="ctr">
                <a:lnSpc>
                  <a:spcPts val="2004"/>
                </a:lnSpc>
              </a:pPr>
              <a:r>
                <a:rPr lang="en-US" sz="1927">
                  <a:solidFill>
                    <a:srgbClr val="FFFFFF"/>
                  </a:solidFill>
                  <a:latin typeface="Gotham"/>
                  <a:ea typeface="Gotham"/>
                  <a:cs typeface="Gotham"/>
                  <a:sym typeface="Gotham"/>
                </a:rPr>
                <a:t>One certification every 45 days; rolling schedule.</a:t>
              </a:r>
            </a:p>
          </p:txBody>
        </p:sp>
      </p:grpSp>
      <p:grpSp>
        <p:nvGrpSpPr>
          <p:cNvPr id="20" name="Group 20"/>
          <p:cNvGrpSpPr/>
          <p:nvPr/>
        </p:nvGrpSpPr>
        <p:grpSpPr>
          <a:xfrm>
            <a:off x="6671973" y="4044414"/>
            <a:ext cx="4944053" cy="2198173"/>
            <a:chOff x="0" y="0"/>
            <a:chExt cx="6592071" cy="2930897"/>
          </a:xfrm>
        </p:grpSpPr>
        <p:sp>
          <p:nvSpPr>
            <p:cNvPr id="21" name="Freeform 21"/>
            <p:cNvSpPr/>
            <p:nvPr/>
          </p:nvSpPr>
          <p:spPr>
            <a:xfrm flipH="1">
              <a:off x="177959" y="226121"/>
              <a:ext cx="6414112" cy="2704776"/>
            </a:xfrm>
            <a:custGeom>
              <a:avLst/>
              <a:gdLst/>
              <a:ahLst/>
              <a:cxnLst/>
              <a:rect l="l" t="t" r="r" b="b"/>
              <a:pathLst>
                <a:path w="6414112" h="2704776">
                  <a:moveTo>
                    <a:pt x="6414112" y="0"/>
                  </a:moveTo>
                  <a:lnTo>
                    <a:pt x="0" y="0"/>
                  </a:lnTo>
                  <a:lnTo>
                    <a:pt x="0" y="2704776"/>
                  </a:lnTo>
                  <a:lnTo>
                    <a:pt x="6414112" y="2704776"/>
                  </a:lnTo>
                  <a:lnTo>
                    <a:pt x="6414112" y="0"/>
                  </a:lnTo>
                  <a:close/>
                </a:path>
              </a:pathLst>
            </a:custGeom>
            <a:blipFill>
              <a:blip r:embed="rId3">
                <a:alphaModFix amt="13000"/>
                <a:extLst>
                  <a:ext uri="{96DAC541-7B7A-43D3-8B79-37D633B846F1}">
                    <asvg:svgBlip xmlns:asvg="http://schemas.microsoft.com/office/drawing/2016/SVG/main" r:embed="rId4"/>
                  </a:ext>
                </a:extLst>
              </a:blip>
              <a:stretch>
                <a:fillRect r="-343885"/>
              </a:stretch>
            </a:blipFill>
          </p:spPr>
          <p:txBody>
            <a:bodyPr/>
            <a:lstStyle/>
            <a:p>
              <a:endParaRPr lang="en-IN"/>
            </a:p>
          </p:txBody>
        </p:sp>
        <p:sp>
          <p:nvSpPr>
            <p:cNvPr id="22" name="Freeform 22"/>
            <p:cNvSpPr/>
            <p:nvPr/>
          </p:nvSpPr>
          <p:spPr>
            <a:xfrm flipH="1">
              <a:off x="0" y="0"/>
              <a:ext cx="6414112" cy="2704776"/>
            </a:xfrm>
            <a:custGeom>
              <a:avLst/>
              <a:gdLst/>
              <a:ahLst/>
              <a:cxnLst/>
              <a:rect l="l" t="t" r="r" b="b"/>
              <a:pathLst>
                <a:path w="6414112" h="2704776">
                  <a:moveTo>
                    <a:pt x="6414112" y="0"/>
                  </a:moveTo>
                  <a:lnTo>
                    <a:pt x="0" y="0"/>
                  </a:lnTo>
                  <a:lnTo>
                    <a:pt x="0" y="2704776"/>
                  </a:lnTo>
                  <a:lnTo>
                    <a:pt x="6414112" y="2704776"/>
                  </a:lnTo>
                  <a:lnTo>
                    <a:pt x="6414112" y="0"/>
                  </a:lnTo>
                  <a:close/>
                </a:path>
              </a:pathLst>
            </a:custGeom>
            <a:blipFill>
              <a:blip r:embed="rId14">
                <a:extLst>
                  <a:ext uri="{96DAC541-7B7A-43D3-8B79-37D633B846F1}">
                    <asvg:svgBlip xmlns:asvg="http://schemas.microsoft.com/office/drawing/2016/SVG/main" r:embed="rId15"/>
                  </a:ext>
                </a:extLst>
              </a:blip>
              <a:stretch>
                <a:fillRect r="-343885"/>
              </a:stretch>
            </a:blipFill>
          </p:spPr>
          <p:txBody>
            <a:bodyPr/>
            <a:lstStyle/>
            <a:p>
              <a:endParaRPr lang="en-IN"/>
            </a:p>
          </p:txBody>
        </p:sp>
        <p:sp>
          <p:nvSpPr>
            <p:cNvPr id="23" name="Freeform 23"/>
            <p:cNvSpPr/>
            <p:nvPr/>
          </p:nvSpPr>
          <p:spPr>
            <a:xfrm>
              <a:off x="402414" y="952091"/>
              <a:ext cx="800593" cy="800593"/>
            </a:xfrm>
            <a:custGeom>
              <a:avLst/>
              <a:gdLst/>
              <a:ahLst/>
              <a:cxnLst/>
              <a:rect l="l" t="t" r="r" b="b"/>
              <a:pathLst>
                <a:path w="800593" h="800593">
                  <a:moveTo>
                    <a:pt x="0" y="0"/>
                  </a:moveTo>
                  <a:lnTo>
                    <a:pt x="800593" y="0"/>
                  </a:lnTo>
                  <a:lnTo>
                    <a:pt x="800593" y="800593"/>
                  </a:lnTo>
                  <a:lnTo>
                    <a:pt x="0" y="80059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24" name="TextBox 24"/>
            <p:cNvSpPr txBox="1"/>
            <p:nvPr/>
          </p:nvSpPr>
          <p:spPr>
            <a:xfrm>
              <a:off x="2227057" y="447328"/>
              <a:ext cx="3743393" cy="526794"/>
            </a:xfrm>
            <a:prstGeom prst="rect">
              <a:avLst/>
            </a:prstGeom>
          </p:spPr>
          <p:txBody>
            <a:bodyPr lIns="0" tIns="0" rIns="0" bIns="0" rtlCol="0" anchor="t">
              <a:spAutoFit/>
            </a:bodyPr>
            <a:lstStyle/>
            <a:p>
              <a:pPr algn="ctr">
                <a:lnSpc>
                  <a:spcPts val="2933"/>
                </a:lnSpc>
              </a:pPr>
              <a:r>
                <a:rPr lang="en-US" sz="2820" b="1">
                  <a:solidFill>
                    <a:srgbClr val="FFFFFF"/>
                  </a:solidFill>
                  <a:latin typeface="Gotham Bold"/>
                  <a:ea typeface="Gotham Bold"/>
                  <a:cs typeface="Gotham Bold"/>
                  <a:sym typeface="Gotham Bold"/>
                </a:rPr>
                <a:t>Lock &amp; Review</a:t>
              </a:r>
            </a:p>
          </p:txBody>
        </p:sp>
        <p:sp>
          <p:nvSpPr>
            <p:cNvPr id="25" name="TextBox 25"/>
            <p:cNvSpPr txBox="1"/>
            <p:nvPr/>
          </p:nvSpPr>
          <p:spPr>
            <a:xfrm>
              <a:off x="2227057" y="1254829"/>
              <a:ext cx="3780278" cy="1111173"/>
            </a:xfrm>
            <a:prstGeom prst="rect">
              <a:avLst/>
            </a:prstGeom>
          </p:spPr>
          <p:txBody>
            <a:bodyPr lIns="0" tIns="0" rIns="0" bIns="0" rtlCol="0" anchor="t">
              <a:spAutoFit/>
            </a:bodyPr>
            <a:lstStyle/>
            <a:p>
              <a:pPr algn="ctr">
                <a:lnSpc>
                  <a:spcPts val="2133"/>
                </a:lnSpc>
              </a:pPr>
              <a:r>
                <a:rPr lang="en-US" sz="2051">
                  <a:solidFill>
                    <a:srgbClr val="FFFFFF"/>
                  </a:solidFill>
                  <a:latin typeface="Gotham"/>
                  <a:ea typeface="Gotham"/>
                  <a:cs typeface="Gotham"/>
                  <a:sym typeface="Gotham"/>
                </a:rPr>
                <a:t>Lock exam date early; run weekly prep reviews</a:t>
              </a:r>
            </a:p>
          </p:txBody>
        </p:sp>
      </p:gr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rot="2700000">
            <a:off x="16299339" y="8162409"/>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3">
              <a:alphaModFix amt="13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2700000">
            <a:off x="-1269921" y="8162409"/>
            <a:ext cx="3258582" cy="3258582"/>
          </a:xfrm>
          <a:custGeom>
            <a:avLst/>
            <a:gdLst/>
            <a:ahLst/>
            <a:cxnLst/>
            <a:rect l="l" t="t" r="r" b="b"/>
            <a:pathLst>
              <a:path w="3258582" h="3258582">
                <a:moveTo>
                  <a:pt x="0" y="0"/>
                </a:moveTo>
                <a:lnTo>
                  <a:pt x="3258582" y="0"/>
                </a:lnTo>
                <a:lnTo>
                  <a:pt x="3258582" y="3258582"/>
                </a:lnTo>
                <a:lnTo>
                  <a:pt x="0" y="3258582"/>
                </a:lnTo>
                <a:lnTo>
                  <a:pt x="0" y="0"/>
                </a:lnTo>
                <a:close/>
              </a:path>
            </a:pathLst>
          </a:custGeom>
          <a:blipFill>
            <a:blip r:embed="rId3">
              <a:alphaModFix amt="13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2352675" y="3263939"/>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5">
              <a:alphaModFix amt="15000"/>
              <a:extLst>
                <a:ext uri="{96DAC541-7B7A-43D3-8B79-37D633B846F1}">
                  <asvg:svgBlip xmlns:asvg="http://schemas.microsoft.com/office/drawing/2016/SVG/main" r:embed="rId6"/>
                </a:ext>
              </a:extLst>
            </a:blip>
            <a:stretch>
              <a:fillRect r="-470624"/>
            </a:stretch>
          </a:blipFill>
        </p:spPr>
        <p:txBody>
          <a:bodyPr/>
          <a:lstStyle/>
          <a:p>
            <a:endParaRPr lang="en-IN"/>
          </a:p>
        </p:txBody>
      </p:sp>
      <p:sp>
        <p:nvSpPr>
          <p:cNvPr id="5" name="Freeform 5"/>
          <p:cNvSpPr/>
          <p:nvPr/>
        </p:nvSpPr>
        <p:spPr>
          <a:xfrm>
            <a:off x="6091445" y="4403914"/>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5">
              <a:alphaModFix amt="15000"/>
              <a:extLst>
                <a:ext uri="{96DAC541-7B7A-43D3-8B79-37D633B846F1}">
                  <asvg:svgBlip xmlns:asvg="http://schemas.microsoft.com/office/drawing/2016/SVG/main" r:embed="rId6"/>
                </a:ext>
              </a:extLst>
            </a:blip>
            <a:stretch>
              <a:fillRect r="-470624"/>
            </a:stretch>
          </a:blipFill>
        </p:spPr>
        <p:txBody>
          <a:bodyPr/>
          <a:lstStyle/>
          <a:p>
            <a:endParaRPr lang="en-IN"/>
          </a:p>
        </p:txBody>
      </p:sp>
      <p:sp>
        <p:nvSpPr>
          <p:cNvPr id="6" name="Freeform 6"/>
          <p:cNvSpPr/>
          <p:nvPr/>
        </p:nvSpPr>
        <p:spPr>
          <a:xfrm>
            <a:off x="9930227" y="3263939"/>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5">
              <a:alphaModFix amt="15000"/>
              <a:extLst>
                <a:ext uri="{96DAC541-7B7A-43D3-8B79-37D633B846F1}">
                  <asvg:svgBlip xmlns:asvg="http://schemas.microsoft.com/office/drawing/2016/SVG/main" r:embed="rId6"/>
                </a:ext>
              </a:extLst>
            </a:blip>
            <a:stretch>
              <a:fillRect r="-470624"/>
            </a:stretch>
          </a:blipFill>
        </p:spPr>
        <p:txBody>
          <a:bodyPr/>
          <a:lstStyle/>
          <a:p>
            <a:endParaRPr lang="en-IN"/>
          </a:p>
        </p:txBody>
      </p:sp>
      <p:sp>
        <p:nvSpPr>
          <p:cNvPr id="7" name="Freeform 7"/>
          <p:cNvSpPr/>
          <p:nvPr/>
        </p:nvSpPr>
        <p:spPr>
          <a:xfrm>
            <a:off x="13616609" y="4403914"/>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5">
              <a:alphaModFix amt="15000"/>
              <a:extLst>
                <a:ext uri="{96DAC541-7B7A-43D3-8B79-37D633B846F1}">
                  <asvg:svgBlip xmlns:asvg="http://schemas.microsoft.com/office/drawing/2016/SVG/main" r:embed="rId6"/>
                </a:ext>
              </a:extLst>
            </a:blip>
            <a:stretch>
              <a:fillRect r="-470624"/>
            </a:stretch>
          </a:blipFill>
        </p:spPr>
        <p:txBody>
          <a:bodyPr/>
          <a:lstStyle/>
          <a:p>
            <a:endParaRPr lang="en-IN"/>
          </a:p>
        </p:txBody>
      </p:sp>
      <p:sp>
        <p:nvSpPr>
          <p:cNvPr id="8" name="Freeform 8"/>
          <p:cNvSpPr/>
          <p:nvPr/>
        </p:nvSpPr>
        <p:spPr>
          <a:xfrm>
            <a:off x="2352675" y="3165918"/>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7">
              <a:extLst>
                <a:ext uri="{96DAC541-7B7A-43D3-8B79-37D633B846F1}">
                  <asvg:svgBlip xmlns:asvg="http://schemas.microsoft.com/office/drawing/2016/SVG/main" r:embed="rId8"/>
                </a:ext>
              </a:extLst>
            </a:blip>
            <a:stretch>
              <a:fillRect r="-470624"/>
            </a:stretch>
          </a:blipFill>
        </p:spPr>
        <p:txBody>
          <a:bodyPr/>
          <a:lstStyle/>
          <a:p>
            <a:endParaRPr lang="en-IN"/>
          </a:p>
        </p:txBody>
      </p:sp>
      <p:sp>
        <p:nvSpPr>
          <p:cNvPr id="9" name="Freeform 9"/>
          <p:cNvSpPr/>
          <p:nvPr/>
        </p:nvSpPr>
        <p:spPr>
          <a:xfrm>
            <a:off x="6091445" y="4305893"/>
            <a:ext cx="2385391" cy="2279949"/>
          </a:xfrm>
          <a:custGeom>
            <a:avLst/>
            <a:gdLst/>
            <a:ahLst/>
            <a:cxnLst/>
            <a:rect l="l" t="t" r="r" b="b"/>
            <a:pathLst>
              <a:path w="2385391" h="2279949">
                <a:moveTo>
                  <a:pt x="0" y="0"/>
                </a:moveTo>
                <a:lnTo>
                  <a:pt x="2385391" y="0"/>
                </a:lnTo>
                <a:lnTo>
                  <a:pt x="2385391" y="2279949"/>
                </a:lnTo>
                <a:lnTo>
                  <a:pt x="0" y="2279949"/>
                </a:lnTo>
                <a:lnTo>
                  <a:pt x="0" y="0"/>
                </a:lnTo>
                <a:close/>
              </a:path>
            </a:pathLst>
          </a:custGeom>
          <a:blipFill>
            <a:blip r:embed="rId9">
              <a:extLst>
                <a:ext uri="{96DAC541-7B7A-43D3-8B79-37D633B846F1}">
                  <asvg:svgBlip xmlns:asvg="http://schemas.microsoft.com/office/drawing/2016/SVG/main" r:embed="rId10"/>
                </a:ext>
              </a:extLst>
            </a:blip>
            <a:stretch>
              <a:fillRect r="-470624"/>
            </a:stretch>
          </a:blipFill>
        </p:spPr>
        <p:txBody>
          <a:bodyPr/>
          <a:lstStyle/>
          <a:p>
            <a:endParaRPr lang="en-IN"/>
          </a:p>
        </p:txBody>
      </p:sp>
      <p:sp>
        <p:nvSpPr>
          <p:cNvPr id="10" name="Freeform 10"/>
          <p:cNvSpPr/>
          <p:nvPr/>
        </p:nvSpPr>
        <p:spPr>
          <a:xfrm>
            <a:off x="9930227" y="3165918"/>
            <a:ext cx="2385391" cy="2279949"/>
          </a:xfrm>
          <a:custGeom>
            <a:avLst/>
            <a:gdLst/>
            <a:ahLst/>
            <a:cxnLst/>
            <a:rect l="l" t="t" r="r" b="b"/>
            <a:pathLst>
              <a:path w="2385391" h="2279949">
                <a:moveTo>
                  <a:pt x="0" y="0"/>
                </a:moveTo>
                <a:lnTo>
                  <a:pt x="2385391" y="0"/>
                </a:lnTo>
                <a:lnTo>
                  <a:pt x="2385391" y="2279950"/>
                </a:lnTo>
                <a:lnTo>
                  <a:pt x="0" y="2279950"/>
                </a:lnTo>
                <a:lnTo>
                  <a:pt x="0" y="0"/>
                </a:lnTo>
                <a:close/>
              </a:path>
            </a:pathLst>
          </a:custGeom>
          <a:blipFill>
            <a:blip r:embed="rId11">
              <a:extLst>
                <a:ext uri="{96DAC541-7B7A-43D3-8B79-37D633B846F1}">
                  <asvg:svgBlip xmlns:asvg="http://schemas.microsoft.com/office/drawing/2016/SVG/main" r:embed="rId12"/>
                </a:ext>
              </a:extLst>
            </a:blip>
            <a:stretch>
              <a:fillRect r="-470624"/>
            </a:stretch>
          </a:blipFill>
        </p:spPr>
        <p:txBody>
          <a:bodyPr/>
          <a:lstStyle/>
          <a:p>
            <a:endParaRPr lang="en-IN"/>
          </a:p>
        </p:txBody>
      </p:sp>
      <p:sp>
        <p:nvSpPr>
          <p:cNvPr id="11" name="Freeform 11"/>
          <p:cNvSpPr/>
          <p:nvPr/>
        </p:nvSpPr>
        <p:spPr>
          <a:xfrm>
            <a:off x="13616609" y="4305893"/>
            <a:ext cx="2385391" cy="2279949"/>
          </a:xfrm>
          <a:custGeom>
            <a:avLst/>
            <a:gdLst/>
            <a:ahLst/>
            <a:cxnLst/>
            <a:rect l="l" t="t" r="r" b="b"/>
            <a:pathLst>
              <a:path w="2385391" h="2279949">
                <a:moveTo>
                  <a:pt x="0" y="0"/>
                </a:moveTo>
                <a:lnTo>
                  <a:pt x="2385391" y="0"/>
                </a:lnTo>
                <a:lnTo>
                  <a:pt x="2385391" y="2279949"/>
                </a:lnTo>
                <a:lnTo>
                  <a:pt x="0" y="2279949"/>
                </a:lnTo>
                <a:lnTo>
                  <a:pt x="0" y="0"/>
                </a:lnTo>
                <a:close/>
              </a:path>
            </a:pathLst>
          </a:custGeom>
          <a:blipFill>
            <a:blip r:embed="rId13">
              <a:extLst>
                <a:ext uri="{96DAC541-7B7A-43D3-8B79-37D633B846F1}">
                  <asvg:svgBlip xmlns:asvg="http://schemas.microsoft.com/office/drawing/2016/SVG/main" r:embed="rId14"/>
                </a:ext>
              </a:extLst>
            </a:blip>
            <a:stretch>
              <a:fillRect r="-470624"/>
            </a:stretch>
          </a:blipFill>
        </p:spPr>
        <p:txBody>
          <a:bodyPr/>
          <a:lstStyle/>
          <a:p>
            <a:endParaRPr lang="en-IN"/>
          </a:p>
        </p:txBody>
      </p:sp>
      <p:sp>
        <p:nvSpPr>
          <p:cNvPr id="12" name="TextBox 12"/>
          <p:cNvSpPr txBox="1"/>
          <p:nvPr/>
        </p:nvSpPr>
        <p:spPr>
          <a:xfrm>
            <a:off x="2352675" y="5693518"/>
            <a:ext cx="2385391" cy="78359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Minimum 2 webinars per trainer per month</a:t>
            </a:r>
          </a:p>
        </p:txBody>
      </p:sp>
      <p:sp>
        <p:nvSpPr>
          <p:cNvPr id="13" name="TextBox 13"/>
          <p:cNvSpPr txBox="1"/>
          <p:nvPr/>
        </p:nvSpPr>
        <p:spPr>
          <a:xfrm>
            <a:off x="6122401" y="6961120"/>
            <a:ext cx="2385391" cy="526415"/>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Audience-focused slides and flow</a:t>
            </a:r>
          </a:p>
        </p:txBody>
      </p:sp>
      <p:sp>
        <p:nvSpPr>
          <p:cNvPr id="14" name="TextBox 14"/>
          <p:cNvSpPr txBox="1"/>
          <p:nvPr/>
        </p:nvSpPr>
        <p:spPr>
          <a:xfrm>
            <a:off x="9930227" y="5564930"/>
            <a:ext cx="2385391" cy="1040765"/>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Rehearsal checklist; reflection notes post-session</a:t>
            </a:r>
          </a:p>
        </p:txBody>
      </p:sp>
      <p:sp>
        <p:nvSpPr>
          <p:cNvPr id="15" name="TextBox 15"/>
          <p:cNvSpPr txBox="1"/>
          <p:nvPr/>
        </p:nvSpPr>
        <p:spPr>
          <a:xfrm>
            <a:off x="13616609" y="6712439"/>
            <a:ext cx="2385391" cy="12979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Visibility, interaction maturity, classroom authority</a:t>
            </a:r>
          </a:p>
        </p:txBody>
      </p:sp>
      <p:sp>
        <p:nvSpPr>
          <p:cNvPr id="16" name="AutoShape 16"/>
          <p:cNvSpPr/>
          <p:nvPr/>
        </p:nvSpPr>
        <p:spPr>
          <a:xfrm>
            <a:off x="0" y="4933684"/>
            <a:ext cx="18288000" cy="1652158"/>
          </a:xfrm>
          <a:prstGeom prst="line">
            <a:avLst/>
          </a:prstGeom>
          <a:ln w="19050" cap="flat">
            <a:solidFill>
              <a:srgbClr val="021E47"/>
            </a:solidFill>
            <a:prstDash val="lgDash"/>
            <a:headEnd type="none" w="sm" len="sm"/>
            <a:tailEnd type="none" w="sm" len="sm"/>
          </a:ln>
        </p:spPr>
        <p:txBody>
          <a:bodyPr/>
          <a:lstStyle/>
          <a:p>
            <a:endParaRPr lang="en-IN"/>
          </a:p>
        </p:txBody>
      </p:sp>
      <p:sp>
        <p:nvSpPr>
          <p:cNvPr id="17" name="Freeform 17"/>
          <p:cNvSpPr/>
          <p:nvPr/>
        </p:nvSpPr>
        <p:spPr>
          <a:xfrm>
            <a:off x="3261013" y="3510859"/>
            <a:ext cx="606816" cy="606816"/>
          </a:xfrm>
          <a:custGeom>
            <a:avLst/>
            <a:gdLst/>
            <a:ahLst/>
            <a:cxnLst/>
            <a:rect l="l" t="t" r="r" b="b"/>
            <a:pathLst>
              <a:path w="606816" h="606816">
                <a:moveTo>
                  <a:pt x="0" y="0"/>
                </a:moveTo>
                <a:lnTo>
                  <a:pt x="606816" y="0"/>
                </a:lnTo>
                <a:lnTo>
                  <a:pt x="606816" y="606816"/>
                </a:lnTo>
                <a:lnTo>
                  <a:pt x="0" y="60681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IN"/>
          </a:p>
        </p:txBody>
      </p:sp>
      <p:sp>
        <p:nvSpPr>
          <p:cNvPr id="18" name="Freeform 18"/>
          <p:cNvSpPr/>
          <p:nvPr/>
        </p:nvSpPr>
        <p:spPr>
          <a:xfrm>
            <a:off x="6986199" y="4662531"/>
            <a:ext cx="657795" cy="606816"/>
          </a:xfrm>
          <a:custGeom>
            <a:avLst/>
            <a:gdLst/>
            <a:ahLst/>
            <a:cxnLst/>
            <a:rect l="l" t="t" r="r" b="b"/>
            <a:pathLst>
              <a:path w="657795" h="606816">
                <a:moveTo>
                  <a:pt x="0" y="0"/>
                </a:moveTo>
                <a:lnTo>
                  <a:pt x="657795" y="0"/>
                </a:lnTo>
                <a:lnTo>
                  <a:pt x="657795" y="606816"/>
                </a:lnTo>
                <a:lnTo>
                  <a:pt x="0" y="606816"/>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IN"/>
          </a:p>
        </p:txBody>
      </p:sp>
      <p:sp>
        <p:nvSpPr>
          <p:cNvPr id="19" name="Freeform 19"/>
          <p:cNvSpPr/>
          <p:nvPr/>
        </p:nvSpPr>
        <p:spPr>
          <a:xfrm>
            <a:off x="10802395" y="3469605"/>
            <a:ext cx="679154" cy="708375"/>
          </a:xfrm>
          <a:custGeom>
            <a:avLst/>
            <a:gdLst/>
            <a:ahLst/>
            <a:cxnLst/>
            <a:rect l="l" t="t" r="r" b="b"/>
            <a:pathLst>
              <a:path w="679154" h="708375">
                <a:moveTo>
                  <a:pt x="0" y="0"/>
                </a:moveTo>
                <a:lnTo>
                  <a:pt x="679154" y="0"/>
                </a:lnTo>
                <a:lnTo>
                  <a:pt x="679154" y="708375"/>
                </a:lnTo>
                <a:lnTo>
                  <a:pt x="0" y="708375"/>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IN"/>
          </a:p>
        </p:txBody>
      </p:sp>
      <p:sp>
        <p:nvSpPr>
          <p:cNvPr id="20" name="Freeform 20"/>
          <p:cNvSpPr/>
          <p:nvPr/>
        </p:nvSpPr>
        <p:spPr>
          <a:xfrm>
            <a:off x="14543574" y="4662531"/>
            <a:ext cx="588612" cy="606816"/>
          </a:xfrm>
          <a:custGeom>
            <a:avLst/>
            <a:gdLst/>
            <a:ahLst/>
            <a:cxnLst/>
            <a:rect l="l" t="t" r="r" b="b"/>
            <a:pathLst>
              <a:path w="588612" h="606816">
                <a:moveTo>
                  <a:pt x="0" y="0"/>
                </a:moveTo>
                <a:lnTo>
                  <a:pt x="588611" y="0"/>
                </a:lnTo>
                <a:lnTo>
                  <a:pt x="588611" y="606816"/>
                </a:lnTo>
                <a:lnTo>
                  <a:pt x="0" y="60681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IN"/>
          </a:p>
        </p:txBody>
      </p:sp>
      <p:sp>
        <p:nvSpPr>
          <p:cNvPr id="21" name="TextBox 21"/>
          <p:cNvSpPr txBox="1"/>
          <p:nvPr/>
        </p:nvSpPr>
        <p:spPr>
          <a:xfrm>
            <a:off x="4958613" y="1104900"/>
            <a:ext cx="8382000" cy="1504442"/>
          </a:xfrm>
          <a:prstGeom prst="rect">
            <a:avLst/>
          </a:prstGeom>
        </p:spPr>
        <p:txBody>
          <a:bodyPr lIns="0" tIns="0" rIns="0" bIns="0" rtlCol="0" anchor="t">
            <a:spAutoFit/>
          </a:bodyPr>
          <a:lstStyle/>
          <a:p>
            <a:pPr algn="ctr">
              <a:lnSpc>
                <a:spcPts val="5824"/>
              </a:lnSpc>
            </a:pPr>
            <a:r>
              <a:rPr lang="en-US" sz="5600" b="1">
                <a:solidFill>
                  <a:srgbClr val="021E47"/>
                </a:solidFill>
                <a:latin typeface="Gotham Bold"/>
                <a:ea typeface="Gotham Bold"/>
                <a:cs typeface="Gotham Bold"/>
                <a:sym typeface="Gotham Bold"/>
              </a:rPr>
              <a:t>WEBINAR DISCIPLINE FRAMEWORK</a:t>
            </a:r>
          </a:p>
        </p:txBody>
      </p:sp>
      <p:sp>
        <p:nvSpPr>
          <p:cNvPr id="22" name="Freeform 22"/>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23"/>
            <a:stretch>
              <a:fillRect/>
            </a:stretch>
          </a:blipFill>
        </p:spPr>
        <p:txBody>
          <a:bodyPr/>
          <a:lstStyle/>
          <a:p>
            <a:endParaRPr lang="en-IN"/>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rot="-299999">
            <a:off x="5336076" y="3505987"/>
            <a:ext cx="3494315" cy="4285312"/>
          </a:xfrm>
          <a:custGeom>
            <a:avLst/>
            <a:gdLst/>
            <a:ahLst/>
            <a:cxnLst/>
            <a:rect l="l" t="t" r="r" b="b"/>
            <a:pathLst>
              <a:path w="3494315" h="4285312">
                <a:moveTo>
                  <a:pt x="0" y="0"/>
                </a:moveTo>
                <a:lnTo>
                  <a:pt x="3494315" y="0"/>
                </a:lnTo>
                <a:lnTo>
                  <a:pt x="3494315" y="4285311"/>
                </a:lnTo>
                <a:lnTo>
                  <a:pt x="0" y="42853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299999">
            <a:off x="5695001" y="3936011"/>
            <a:ext cx="457495" cy="438623"/>
          </a:xfrm>
          <a:custGeom>
            <a:avLst/>
            <a:gdLst/>
            <a:ahLst/>
            <a:cxnLst/>
            <a:rect l="l" t="t" r="r" b="b"/>
            <a:pathLst>
              <a:path w="457495" h="438623">
                <a:moveTo>
                  <a:pt x="0" y="0"/>
                </a:moveTo>
                <a:lnTo>
                  <a:pt x="457495" y="0"/>
                </a:lnTo>
                <a:lnTo>
                  <a:pt x="457495" y="438624"/>
                </a:lnTo>
                <a:lnTo>
                  <a:pt x="0" y="4386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rot="299999" flipH="1">
            <a:off x="9457609" y="3505987"/>
            <a:ext cx="3494315" cy="4285312"/>
          </a:xfrm>
          <a:custGeom>
            <a:avLst/>
            <a:gdLst/>
            <a:ahLst/>
            <a:cxnLst/>
            <a:rect l="l" t="t" r="r" b="b"/>
            <a:pathLst>
              <a:path w="3494315" h="4285312">
                <a:moveTo>
                  <a:pt x="3494315" y="0"/>
                </a:moveTo>
                <a:lnTo>
                  <a:pt x="0" y="0"/>
                </a:lnTo>
                <a:lnTo>
                  <a:pt x="0" y="4285311"/>
                </a:lnTo>
                <a:lnTo>
                  <a:pt x="3494315" y="4285311"/>
                </a:lnTo>
                <a:lnTo>
                  <a:pt x="3494315"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rot="299999">
            <a:off x="12173962" y="3954596"/>
            <a:ext cx="438150" cy="401455"/>
          </a:xfrm>
          <a:custGeom>
            <a:avLst/>
            <a:gdLst/>
            <a:ahLst/>
            <a:cxnLst/>
            <a:rect l="l" t="t" r="r" b="b"/>
            <a:pathLst>
              <a:path w="438150" h="401455">
                <a:moveTo>
                  <a:pt x="0" y="0"/>
                </a:moveTo>
                <a:lnTo>
                  <a:pt x="438150" y="0"/>
                </a:lnTo>
                <a:lnTo>
                  <a:pt x="438150" y="401454"/>
                </a:lnTo>
                <a:lnTo>
                  <a:pt x="0" y="4014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6" name="Freeform 6"/>
          <p:cNvSpPr/>
          <p:nvPr/>
        </p:nvSpPr>
        <p:spPr>
          <a:xfrm>
            <a:off x="14275020" y="3361865"/>
            <a:ext cx="2803208" cy="4114800"/>
          </a:xfrm>
          <a:custGeom>
            <a:avLst/>
            <a:gdLst/>
            <a:ahLst/>
            <a:cxnLst/>
            <a:rect l="l" t="t" r="r" b="b"/>
            <a:pathLst>
              <a:path w="2803208" h="4114800">
                <a:moveTo>
                  <a:pt x="0" y="0"/>
                </a:moveTo>
                <a:lnTo>
                  <a:pt x="2803207" y="0"/>
                </a:lnTo>
                <a:lnTo>
                  <a:pt x="2803207"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7" name="TextBox 7"/>
          <p:cNvSpPr txBox="1"/>
          <p:nvPr/>
        </p:nvSpPr>
        <p:spPr>
          <a:xfrm>
            <a:off x="3053602" y="628650"/>
            <a:ext cx="12033998" cy="828548"/>
          </a:xfrm>
          <a:prstGeom prst="rect">
            <a:avLst/>
          </a:prstGeom>
        </p:spPr>
        <p:txBody>
          <a:bodyPr lIns="0" tIns="0" rIns="0" bIns="0" rtlCol="0" anchor="t">
            <a:spAutoFit/>
          </a:bodyPr>
          <a:lstStyle/>
          <a:p>
            <a:pPr algn="ctr">
              <a:lnSpc>
                <a:spcPts val="6496"/>
              </a:lnSpc>
            </a:pPr>
            <a:r>
              <a:rPr lang="en-US" sz="5600" b="1">
                <a:solidFill>
                  <a:srgbClr val="140574"/>
                </a:solidFill>
                <a:latin typeface="Open Sauce Bold"/>
                <a:ea typeface="Open Sauce Bold"/>
                <a:cs typeface="Open Sauce Bold"/>
                <a:sym typeface="Open Sauce Bold"/>
              </a:rPr>
              <a:t>Team Questions</a:t>
            </a:r>
          </a:p>
        </p:txBody>
      </p:sp>
      <p:sp>
        <p:nvSpPr>
          <p:cNvPr id="8" name="TextBox 8"/>
          <p:cNvSpPr txBox="1"/>
          <p:nvPr/>
        </p:nvSpPr>
        <p:spPr>
          <a:xfrm rot="-299999">
            <a:off x="5875785" y="4793950"/>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Ask your question?</a:t>
            </a:r>
          </a:p>
        </p:txBody>
      </p:sp>
      <p:sp>
        <p:nvSpPr>
          <p:cNvPr id="9" name="TextBox 9"/>
          <p:cNvSpPr txBox="1"/>
          <p:nvPr/>
        </p:nvSpPr>
        <p:spPr>
          <a:xfrm rot="299999">
            <a:off x="9929780" y="4795635"/>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Doubts</a:t>
            </a: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757705" y="0"/>
            <a:ext cx="9596673" cy="10287000"/>
            <a:chOff x="0" y="0"/>
            <a:chExt cx="2317830" cy="2484561"/>
          </a:xfrm>
        </p:grpSpPr>
        <p:sp>
          <p:nvSpPr>
            <p:cNvPr id="3" name="Freeform 3"/>
            <p:cNvSpPr/>
            <p:nvPr/>
          </p:nvSpPr>
          <p:spPr>
            <a:xfrm>
              <a:off x="0" y="0"/>
              <a:ext cx="2317830" cy="2484561"/>
            </a:xfrm>
            <a:custGeom>
              <a:avLst/>
              <a:gdLst/>
              <a:ahLst/>
              <a:cxnLst/>
              <a:rect l="l" t="t" r="r" b="b"/>
              <a:pathLst>
                <a:path w="2317830" h="2484561">
                  <a:moveTo>
                    <a:pt x="80673" y="0"/>
                  </a:moveTo>
                  <a:lnTo>
                    <a:pt x="2237157" y="0"/>
                  </a:lnTo>
                  <a:cubicBezTo>
                    <a:pt x="2281711" y="0"/>
                    <a:pt x="2317830" y="36119"/>
                    <a:pt x="2317830" y="80673"/>
                  </a:cubicBezTo>
                  <a:lnTo>
                    <a:pt x="2317830" y="2403888"/>
                  </a:lnTo>
                  <a:cubicBezTo>
                    <a:pt x="2317830" y="2448442"/>
                    <a:pt x="2281711" y="2484561"/>
                    <a:pt x="2237157" y="2484561"/>
                  </a:cubicBezTo>
                  <a:lnTo>
                    <a:pt x="80673" y="2484561"/>
                  </a:lnTo>
                  <a:cubicBezTo>
                    <a:pt x="36119" y="2484561"/>
                    <a:pt x="0" y="2448442"/>
                    <a:pt x="0" y="2403888"/>
                  </a:cubicBezTo>
                  <a:lnTo>
                    <a:pt x="0" y="80673"/>
                  </a:lnTo>
                  <a:cubicBezTo>
                    <a:pt x="0" y="36119"/>
                    <a:pt x="36119" y="0"/>
                    <a:pt x="80673" y="0"/>
                  </a:cubicBezTo>
                  <a:close/>
                </a:path>
              </a:pathLst>
            </a:custGeom>
            <a:solidFill>
              <a:srgbClr val="066CF4"/>
            </a:solidFill>
          </p:spPr>
          <p:txBody>
            <a:bodyPr/>
            <a:lstStyle/>
            <a:p>
              <a:endParaRPr lang="en-IN"/>
            </a:p>
          </p:txBody>
        </p:sp>
        <p:sp>
          <p:nvSpPr>
            <p:cNvPr id="4" name="TextBox 4"/>
            <p:cNvSpPr txBox="1"/>
            <p:nvPr/>
          </p:nvSpPr>
          <p:spPr>
            <a:xfrm>
              <a:off x="0" y="-57150"/>
              <a:ext cx="2317830" cy="2541711"/>
            </a:xfrm>
            <a:prstGeom prst="rect">
              <a:avLst/>
            </a:prstGeom>
          </p:spPr>
          <p:txBody>
            <a:bodyPr lIns="50800" tIns="50800" rIns="50800" bIns="50800" rtlCol="0" anchor="ctr"/>
            <a:lstStyle/>
            <a:p>
              <a:pPr algn="ctr">
                <a:lnSpc>
                  <a:spcPts val="3634"/>
                </a:lnSpc>
              </a:pPr>
              <a:endParaRPr/>
            </a:p>
          </p:txBody>
        </p:sp>
      </p:grpSp>
      <p:sp>
        <p:nvSpPr>
          <p:cNvPr id="5" name="Freeform 5"/>
          <p:cNvSpPr/>
          <p:nvPr/>
        </p:nvSpPr>
        <p:spPr>
          <a:xfrm>
            <a:off x="12273799" y="30861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6" name="Group 6"/>
          <p:cNvGrpSpPr/>
          <p:nvPr/>
        </p:nvGrpSpPr>
        <p:grpSpPr>
          <a:xfrm>
            <a:off x="1028700" y="3696139"/>
            <a:ext cx="6793219" cy="2894723"/>
            <a:chOff x="0" y="0"/>
            <a:chExt cx="9057625" cy="3859630"/>
          </a:xfrm>
        </p:grpSpPr>
        <p:sp>
          <p:nvSpPr>
            <p:cNvPr id="7" name="TextBox 7"/>
            <p:cNvSpPr txBox="1"/>
            <p:nvPr/>
          </p:nvSpPr>
          <p:spPr>
            <a:xfrm>
              <a:off x="0" y="1433112"/>
              <a:ext cx="9057625" cy="2426518"/>
            </a:xfrm>
            <a:prstGeom prst="rect">
              <a:avLst/>
            </a:prstGeom>
          </p:spPr>
          <p:txBody>
            <a:bodyPr lIns="0" tIns="0" rIns="0" bIns="0" rtlCol="0" anchor="t">
              <a:spAutoFit/>
            </a:bodyPr>
            <a:lstStyle/>
            <a:p>
              <a:pPr algn="l">
                <a:lnSpc>
                  <a:spcPts val="9215"/>
                </a:lnSpc>
              </a:pPr>
              <a:r>
                <a:rPr lang="en-US" sz="14399" b="1" spc="-2879">
                  <a:solidFill>
                    <a:srgbClr val="FFFFFF"/>
                  </a:solidFill>
                  <a:latin typeface="Helvetica World Bold"/>
                  <a:ea typeface="Helvetica World Bold"/>
                  <a:cs typeface="Helvetica World Bold"/>
                  <a:sym typeface="Helvetica World Bold"/>
                </a:rPr>
                <a:t>ROADMAP</a:t>
              </a:r>
            </a:p>
          </p:txBody>
        </p:sp>
        <p:sp>
          <p:nvSpPr>
            <p:cNvPr id="8" name="TextBox 8"/>
            <p:cNvSpPr txBox="1"/>
            <p:nvPr/>
          </p:nvSpPr>
          <p:spPr>
            <a:xfrm>
              <a:off x="92288" y="171450"/>
              <a:ext cx="4500154" cy="1189825"/>
            </a:xfrm>
            <a:prstGeom prst="rect">
              <a:avLst/>
            </a:prstGeom>
          </p:spPr>
          <p:txBody>
            <a:bodyPr lIns="0" tIns="0" rIns="0" bIns="0" rtlCol="0" anchor="t">
              <a:spAutoFit/>
            </a:bodyPr>
            <a:lstStyle/>
            <a:p>
              <a:pPr algn="l">
                <a:lnSpc>
                  <a:spcPts val="5427"/>
                </a:lnSpc>
              </a:pPr>
              <a:r>
                <a:rPr lang="en-US" sz="6167" b="1">
                  <a:solidFill>
                    <a:srgbClr val="FFFFFF"/>
                  </a:solidFill>
                  <a:latin typeface="Helvetica World Bold"/>
                  <a:ea typeface="Helvetica World Bold"/>
                  <a:cs typeface="Helvetica World Bold"/>
                  <a:sym typeface="Helvetica World Bold"/>
                </a:rPr>
                <a:t>APRIL </a:t>
              </a:r>
            </a:p>
          </p:txBody>
        </p:sp>
      </p:grpSp>
      <p:sp>
        <p:nvSpPr>
          <p:cNvPr id="9" name="Freeform 9"/>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5"/>
            <a:stretch>
              <a:fillRect/>
            </a:stretch>
          </a:blipFill>
        </p:spPr>
        <p:txBody>
          <a:bodyPr/>
          <a:lstStyle/>
          <a:p>
            <a:endParaRPr lang="en-IN"/>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a:off x="1339113" y="4465913"/>
            <a:ext cx="15621000" cy="2499360"/>
          </a:xfrm>
          <a:custGeom>
            <a:avLst/>
            <a:gdLst/>
            <a:ahLst/>
            <a:cxnLst/>
            <a:rect l="l" t="t" r="r" b="b"/>
            <a:pathLst>
              <a:path w="15621000" h="2499360">
                <a:moveTo>
                  <a:pt x="0" y="0"/>
                </a:moveTo>
                <a:lnTo>
                  <a:pt x="15621000" y="0"/>
                </a:lnTo>
                <a:lnTo>
                  <a:pt x="15621000" y="2499360"/>
                </a:lnTo>
                <a:lnTo>
                  <a:pt x="0" y="2499360"/>
                </a:lnTo>
                <a:lnTo>
                  <a:pt x="0" y="0"/>
                </a:lnTo>
                <a:close/>
              </a:path>
            </a:pathLst>
          </a:custGeom>
          <a:blipFill>
            <a:blip r:embed="rId3">
              <a:alphaModFix amt="6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a:off x="1333500" y="3840004"/>
            <a:ext cx="15621000" cy="3007043"/>
          </a:xfrm>
          <a:custGeom>
            <a:avLst/>
            <a:gdLst/>
            <a:ahLst/>
            <a:cxnLst/>
            <a:rect l="l" t="t" r="r" b="b"/>
            <a:pathLst>
              <a:path w="15621000" h="3007043">
                <a:moveTo>
                  <a:pt x="0" y="0"/>
                </a:moveTo>
                <a:lnTo>
                  <a:pt x="15621000" y="0"/>
                </a:lnTo>
                <a:lnTo>
                  <a:pt x="15621000" y="3007042"/>
                </a:lnTo>
                <a:lnTo>
                  <a:pt x="0" y="300704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4" name="Group 4"/>
          <p:cNvGrpSpPr/>
          <p:nvPr/>
        </p:nvGrpSpPr>
        <p:grpSpPr>
          <a:xfrm>
            <a:off x="2959384" y="5343525"/>
            <a:ext cx="875933" cy="87593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8503"/>
            </a:solidFill>
          </p:spPr>
          <p:txBody>
            <a:bodyPr/>
            <a:lstStyle/>
            <a:p>
              <a:endParaRPr lang="en-IN"/>
            </a:p>
          </p:txBody>
        </p:sp>
        <p:sp>
          <p:nvSpPr>
            <p:cNvPr id="6" name="TextBox 6"/>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7" name="Group 7"/>
          <p:cNvGrpSpPr/>
          <p:nvPr/>
        </p:nvGrpSpPr>
        <p:grpSpPr>
          <a:xfrm>
            <a:off x="6667500" y="5343525"/>
            <a:ext cx="875933" cy="87593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706"/>
            </a:solidFill>
          </p:spPr>
          <p:txBody>
            <a:bodyPr/>
            <a:lstStyle/>
            <a:p>
              <a:endParaRPr lang="en-IN"/>
            </a:p>
          </p:txBody>
        </p:sp>
        <p:sp>
          <p:nvSpPr>
            <p:cNvPr id="9" name="TextBox 9"/>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0" name="Group 10"/>
          <p:cNvGrpSpPr/>
          <p:nvPr/>
        </p:nvGrpSpPr>
        <p:grpSpPr>
          <a:xfrm>
            <a:off x="10602235" y="5343525"/>
            <a:ext cx="875933" cy="87593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9EBC"/>
            </a:solidFill>
          </p:spPr>
          <p:txBody>
            <a:bodyPr/>
            <a:lstStyle/>
            <a:p>
              <a:endParaRPr lang="en-IN"/>
            </a:p>
          </p:txBody>
        </p:sp>
        <p:sp>
          <p:nvSpPr>
            <p:cNvPr id="12" name="TextBox 12"/>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3" name="Group 13"/>
          <p:cNvGrpSpPr/>
          <p:nvPr/>
        </p:nvGrpSpPr>
        <p:grpSpPr>
          <a:xfrm>
            <a:off x="14249584" y="5343525"/>
            <a:ext cx="875933" cy="8759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CAE6"/>
            </a:solidFill>
          </p:spPr>
          <p:txBody>
            <a:bodyPr/>
            <a:lstStyle/>
            <a:p>
              <a:endParaRPr lang="en-IN"/>
            </a:p>
          </p:txBody>
        </p:sp>
        <p:sp>
          <p:nvSpPr>
            <p:cNvPr id="15" name="TextBox 15"/>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6" name="Group 16"/>
          <p:cNvGrpSpPr/>
          <p:nvPr/>
        </p:nvGrpSpPr>
        <p:grpSpPr>
          <a:xfrm>
            <a:off x="3052042" y="5436183"/>
            <a:ext cx="690618" cy="6906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18" name="TextBox 18"/>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9" name="Group 19"/>
          <p:cNvGrpSpPr/>
          <p:nvPr/>
        </p:nvGrpSpPr>
        <p:grpSpPr>
          <a:xfrm>
            <a:off x="6760158" y="5436183"/>
            <a:ext cx="690618" cy="69061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1" name="TextBox 21"/>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22" name="Group 22"/>
          <p:cNvGrpSpPr/>
          <p:nvPr/>
        </p:nvGrpSpPr>
        <p:grpSpPr>
          <a:xfrm>
            <a:off x="10694892" y="5436183"/>
            <a:ext cx="690618" cy="69061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4" name="TextBox 24"/>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25" name="Group 25"/>
          <p:cNvGrpSpPr/>
          <p:nvPr/>
        </p:nvGrpSpPr>
        <p:grpSpPr>
          <a:xfrm>
            <a:off x="14342241" y="5436183"/>
            <a:ext cx="690618" cy="69061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7" name="TextBox 27"/>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sp>
        <p:nvSpPr>
          <p:cNvPr id="28" name="Freeform 28"/>
          <p:cNvSpPr/>
          <p:nvPr/>
        </p:nvSpPr>
        <p:spPr>
          <a:xfrm>
            <a:off x="2059225" y="7988159"/>
            <a:ext cx="2676251" cy="555322"/>
          </a:xfrm>
          <a:custGeom>
            <a:avLst/>
            <a:gdLst/>
            <a:ahLst/>
            <a:cxnLst/>
            <a:rect l="l" t="t" r="r" b="b"/>
            <a:pathLst>
              <a:path w="2676251" h="555322">
                <a:moveTo>
                  <a:pt x="0" y="0"/>
                </a:moveTo>
                <a:lnTo>
                  <a:pt x="2676251" y="0"/>
                </a:lnTo>
                <a:lnTo>
                  <a:pt x="2676251" y="555322"/>
                </a:lnTo>
                <a:lnTo>
                  <a:pt x="0" y="555322"/>
                </a:lnTo>
                <a:lnTo>
                  <a:pt x="0" y="0"/>
                </a:lnTo>
                <a:close/>
              </a:path>
            </a:pathLst>
          </a:custGeom>
          <a:blipFill>
            <a:blip r:embed="rId7">
              <a:alphaModFix amt="40000"/>
            </a:blip>
            <a:stretch>
              <a:fillRect/>
            </a:stretch>
          </a:blipFill>
        </p:spPr>
        <p:txBody>
          <a:bodyPr/>
          <a:lstStyle/>
          <a:p>
            <a:endParaRPr lang="en-IN"/>
          </a:p>
        </p:txBody>
      </p:sp>
      <p:sp>
        <p:nvSpPr>
          <p:cNvPr id="29" name="Freeform 29"/>
          <p:cNvSpPr/>
          <p:nvPr/>
        </p:nvSpPr>
        <p:spPr>
          <a:xfrm>
            <a:off x="5767341" y="7988159"/>
            <a:ext cx="2676251" cy="555322"/>
          </a:xfrm>
          <a:custGeom>
            <a:avLst/>
            <a:gdLst/>
            <a:ahLst/>
            <a:cxnLst/>
            <a:rect l="l" t="t" r="r" b="b"/>
            <a:pathLst>
              <a:path w="2676251" h="555322">
                <a:moveTo>
                  <a:pt x="0" y="0"/>
                </a:moveTo>
                <a:lnTo>
                  <a:pt x="2676251" y="0"/>
                </a:lnTo>
                <a:lnTo>
                  <a:pt x="2676251"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30" name="Group 30"/>
          <p:cNvGrpSpPr/>
          <p:nvPr/>
        </p:nvGrpSpPr>
        <p:grpSpPr>
          <a:xfrm>
            <a:off x="2101508" y="6847046"/>
            <a:ext cx="2591686" cy="1418774"/>
            <a:chOff x="0" y="0"/>
            <a:chExt cx="691144" cy="378355"/>
          </a:xfrm>
        </p:grpSpPr>
        <p:sp>
          <p:nvSpPr>
            <p:cNvPr id="31" name="Freeform 31"/>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2" name="TextBox 32"/>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grpSp>
        <p:nvGrpSpPr>
          <p:cNvPr id="33" name="Group 33"/>
          <p:cNvGrpSpPr/>
          <p:nvPr/>
        </p:nvGrpSpPr>
        <p:grpSpPr>
          <a:xfrm>
            <a:off x="5809624" y="6847046"/>
            <a:ext cx="2591686" cy="1418774"/>
            <a:chOff x="0" y="0"/>
            <a:chExt cx="691144" cy="378355"/>
          </a:xfrm>
        </p:grpSpPr>
        <p:sp>
          <p:nvSpPr>
            <p:cNvPr id="34" name="Freeform 34"/>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5" name="TextBox 35"/>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36" name="Freeform 36"/>
          <p:cNvSpPr/>
          <p:nvPr/>
        </p:nvSpPr>
        <p:spPr>
          <a:xfrm>
            <a:off x="9702075" y="7988159"/>
            <a:ext cx="2676251" cy="555322"/>
          </a:xfrm>
          <a:custGeom>
            <a:avLst/>
            <a:gdLst/>
            <a:ahLst/>
            <a:cxnLst/>
            <a:rect l="l" t="t" r="r" b="b"/>
            <a:pathLst>
              <a:path w="2676251" h="555322">
                <a:moveTo>
                  <a:pt x="0" y="0"/>
                </a:moveTo>
                <a:lnTo>
                  <a:pt x="2676252" y="0"/>
                </a:lnTo>
                <a:lnTo>
                  <a:pt x="2676252"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37" name="Group 37"/>
          <p:cNvGrpSpPr/>
          <p:nvPr/>
        </p:nvGrpSpPr>
        <p:grpSpPr>
          <a:xfrm>
            <a:off x="9744358" y="6847046"/>
            <a:ext cx="2591686" cy="1418774"/>
            <a:chOff x="0" y="0"/>
            <a:chExt cx="691144" cy="378355"/>
          </a:xfrm>
        </p:grpSpPr>
        <p:sp>
          <p:nvSpPr>
            <p:cNvPr id="38" name="Freeform 38"/>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9" name="TextBox 39"/>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40" name="Freeform 40"/>
          <p:cNvSpPr/>
          <p:nvPr/>
        </p:nvSpPr>
        <p:spPr>
          <a:xfrm>
            <a:off x="13349424" y="7988159"/>
            <a:ext cx="2676251" cy="555322"/>
          </a:xfrm>
          <a:custGeom>
            <a:avLst/>
            <a:gdLst/>
            <a:ahLst/>
            <a:cxnLst/>
            <a:rect l="l" t="t" r="r" b="b"/>
            <a:pathLst>
              <a:path w="2676251" h="555322">
                <a:moveTo>
                  <a:pt x="0" y="0"/>
                </a:moveTo>
                <a:lnTo>
                  <a:pt x="2676252" y="0"/>
                </a:lnTo>
                <a:lnTo>
                  <a:pt x="2676252"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41" name="Group 41"/>
          <p:cNvGrpSpPr/>
          <p:nvPr/>
        </p:nvGrpSpPr>
        <p:grpSpPr>
          <a:xfrm>
            <a:off x="13391707" y="6847046"/>
            <a:ext cx="2591686" cy="1418774"/>
            <a:chOff x="0" y="0"/>
            <a:chExt cx="691144" cy="378355"/>
          </a:xfrm>
        </p:grpSpPr>
        <p:sp>
          <p:nvSpPr>
            <p:cNvPr id="42" name="Freeform 42"/>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43" name="TextBox 43"/>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44" name="Freeform 44"/>
          <p:cNvSpPr/>
          <p:nvPr/>
        </p:nvSpPr>
        <p:spPr>
          <a:xfrm>
            <a:off x="3220536"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5" name="Freeform 45"/>
          <p:cNvSpPr/>
          <p:nvPr/>
        </p:nvSpPr>
        <p:spPr>
          <a:xfrm>
            <a:off x="6928652"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46" name="Freeform 46"/>
          <p:cNvSpPr/>
          <p:nvPr/>
        </p:nvSpPr>
        <p:spPr>
          <a:xfrm>
            <a:off x="10851599" y="5604677"/>
            <a:ext cx="377203" cy="353628"/>
          </a:xfrm>
          <a:custGeom>
            <a:avLst/>
            <a:gdLst/>
            <a:ahLst/>
            <a:cxnLst/>
            <a:rect l="l" t="t" r="r" b="b"/>
            <a:pathLst>
              <a:path w="377203" h="353628">
                <a:moveTo>
                  <a:pt x="0" y="0"/>
                </a:moveTo>
                <a:lnTo>
                  <a:pt x="377204" y="0"/>
                </a:lnTo>
                <a:lnTo>
                  <a:pt x="377204" y="353628"/>
                </a:lnTo>
                <a:lnTo>
                  <a:pt x="0" y="3536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47" name="Freeform 47"/>
          <p:cNvSpPr/>
          <p:nvPr/>
        </p:nvSpPr>
        <p:spPr>
          <a:xfrm>
            <a:off x="14510736"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N"/>
          </a:p>
        </p:txBody>
      </p:sp>
      <p:sp>
        <p:nvSpPr>
          <p:cNvPr id="48" name="TextBox 48"/>
          <p:cNvSpPr txBox="1"/>
          <p:nvPr/>
        </p:nvSpPr>
        <p:spPr>
          <a:xfrm>
            <a:off x="4011726" y="1104900"/>
            <a:ext cx="10275774" cy="1504442"/>
          </a:xfrm>
          <a:prstGeom prst="rect">
            <a:avLst/>
          </a:prstGeom>
        </p:spPr>
        <p:txBody>
          <a:bodyPr lIns="0" tIns="0" rIns="0" bIns="0" rtlCol="0" anchor="t">
            <a:spAutoFit/>
          </a:bodyPr>
          <a:lstStyle/>
          <a:p>
            <a:pPr algn="ctr">
              <a:lnSpc>
                <a:spcPts val="5824"/>
              </a:lnSpc>
            </a:pPr>
            <a:r>
              <a:rPr lang="en-US" sz="5600" b="1">
                <a:solidFill>
                  <a:srgbClr val="021E47"/>
                </a:solidFill>
                <a:latin typeface="Gotham Bold"/>
                <a:ea typeface="Gotham Bold"/>
                <a:cs typeface="Gotham Bold"/>
                <a:sym typeface="Gotham Bold"/>
              </a:rPr>
              <a:t>APRIL ROADMAP - ABHINAV</a:t>
            </a:r>
          </a:p>
        </p:txBody>
      </p:sp>
      <p:sp>
        <p:nvSpPr>
          <p:cNvPr id="49" name="TextBox 49"/>
          <p:cNvSpPr txBox="1"/>
          <p:nvPr/>
        </p:nvSpPr>
        <p:spPr>
          <a:xfrm>
            <a:off x="2304782"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Plan Stage</a:t>
            </a:r>
          </a:p>
        </p:txBody>
      </p:sp>
      <p:sp>
        <p:nvSpPr>
          <p:cNvPr id="50" name="TextBox 50"/>
          <p:cNvSpPr txBox="1"/>
          <p:nvPr/>
        </p:nvSpPr>
        <p:spPr>
          <a:xfrm>
            <a:off x="6012898"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Design Phase</a:t>
            </a:r>
          </a:p>
        </p:txBody>
      </p:sp>
      <p:sp>
        <p:nvSpPr>
          <p:cNvPr id="51" name="TextBox 51"/>
          <p:cNvSpPr txBox="1"/>
          <p:nvPr/>
        </p:nvSpPr>
        <p:spPr>
          <a:xfrm>
            <a:off x="9947633" y="4307151"/>
            <a:ext cx="2185137" cy="269240"/>
          </a:xfrm>
          <a:prstGeom prst="rect">
            <a:avLst/>
          </a:prstGeom>
        </p:spPr>
        <p:txBody>
          <a:bodyPr lIns="0" tIns="0" rIns="0" bIns="0" rtlCol="0" anchor="t">
            <a:spAutoFit/>
          </a:bodyPr>
          <a:lstStyle/>
          <a:p>
            <a:pPr algn="ctr">
              <a:lnSpc>
                <a:spcPts val="2080"/>
              </a:lnSpc>
            </a:pPr>
            <a:r>
              <a:rPr lang="en-US" sz="2000" b="1">
                <a:solidFill>
                  <a:srgbClr val="FCFEFF"/>
                </a:solidFill>
                <a:latin typeface="Gotham Bold"/>
                <a:ea typeface="Gotham Bold"/>
                <a:cs typeface="Gotham Bold"/>
                <a:sym typeface="Gotham Bold"/>
              </a:rPr>
              <a:t>Build Period</a:t>
            </a:r>
          </a:p>
        </p:txBody>
      </p:sp>
      <p:sp>
        <p:nvSpPr>
          <p:cNvPr id="52" name="TextBox 52"/>
          <p:cNvSpPr txBox="1"/>
          <p:nvPr/>
        </p:nvSpPr>
        <p:spPr>
          <a:xfrm>
            <a:off x="13594982"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Launch Cycle</a:t>
            </a:r>
          </a:p>
        </p:txBody>
      </p:sp>
      <p:sp>
        <p:nvSpPr>
          <p:cNvPr id="53" name="TextBox 53"/>
          <p:cNvSpPr txBox="1"/>
          <p:nvPr/>
        </p:nvSpPr>
        <p:spPr>
          <a:xfrm>
            <a:off x="2512877" y="7349677"/>
            <a:ext cx="1768947" cy="43256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DP-700 completion</a:t>
            </a:r>
          </a:p>
        </p:txBody>
      </p:sp>
      <p:sp>
        <p:nvSpPr>
          <p:cNvPr id="54" name="TextBox 54"/>
          <p:cNvSpPr txBox="1"/>
          <p:nvPr/>
        </p:nvSpPr>
        <p:spPr>
          <a:xfrm>
            <a:off x="6106958" y="7454452"/>
            <a:ext cx="1997018" cy="22301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2 webinars</a:t>
            </a:r>
          </a:p>
        </p:txBody>
      </p:sp>
      <p:sp>
        <p:nvSpPr>
          <p:cNvPr id="55" name="TextBox 55"/>
          <p:cNvSpPr txBox="1"/>
          <p:nvPr/>
        </p:nvSpPr>
        <p:spPr>
          <a:xfrm>
            <a:off x="10155728" y="7244902"/>
            <a:ext cx="1768947" cy="64211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3 mocks (communication + architecture)</a:t>
            </a:r>
          </a:p>
        </p:txBody>
      </p:sp>
      <p:sp>
        <p:nvSpPr>
          <p:cNvPr id="56" name="TextBox 56"/>
          <p:cNvSpPr txBox="1"/>
          <p:nvPr/>
        </p:nvSpPr>
        <p:spPr>
          <a:xfrm>
            <a:off x="13594982" y="7349677"/>
            <a:ext cx="2185137" cy="43256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1 advanced delivery at &gt;= 90% readiness</a:t>
            </a:r>
          </a:p>
        </p:txBody>
      </p:sp>
      <p:sp>
        <p:nvSpPr>
          <p:cNvPr id="57" name="Freeform 57"/>
          <p:cNvSpPr/>
          <p:nvPr/>
        </p:nvSpPr>
        <p:spPr>
          <a:xfrm rot="2700000">
            <a:off x="16299339" y="-176982"/>
            <a:ext cx="3258582" cy="3258582"/>
          </a:xfrm>
          <a:custGeom>
            <a:avLst/>
            <a:gdLst/>
            <a:ahLst/>
            <a:cxnLst/>
            <a:rect l="l" t="t" r="r" b="b"/>
            <a:pathLst>
              <a:path w="3258582" h="3258582">
                <a:moveTo>
                  <a:pt x="0" y="0"/>
                </a:moveTo>
                <a:lnTo>
                  <a:pt x="3258582" y="0"/>
                </a:lnTo>
                <a:lnTo>
                  <a:pt x="3258582" y="3258581"/>
                </a:lnTo>
                <a:lnTo>
                  <a:pt x="0" y="3258581"/>
                </a:lnTo>
                <a:lnTo>
                  <a:pt x="0" y="0"/>
                </a:lnTo>
                <a:close/>
              </a:path>
            </a:pathLst>
          </a:custGeom>
          <a:blipFill>
            <a:blip r:embed="rId16">
              <a:alphaModFix amt="13000"/>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58" name="Freeform 58"/>
          <p:cNvSpPr/>
          <p:nvPr/>
        </p:nvSpPr>
        <p:spPr>
          <a:xfrm rot="2700000">
            <a:off x="-1269921" y="-176982"/>
            <a:ext cx="3258582" cy="3258582"/>
          </a:xfrm>
          <a:custGeom>
            <a:avLst/>
            <a:gdLst/>
            <a:ahLst/>
            <a:cxnLst/>
            <a:rect l="l" t="t" r="r" b="b"/>
            <a:pathLst>
              <a:path w="3258582" h="3258582">
                <a:moveTo>
                  <a:pt x="0" y="0"/>
                </a:moveTo>
                <a:lnTo>
                  <a:pt x="3258582" y="0"/>
                </a:lnTo>
                <a:lnTo>
                  <a:pt x="3258582" y="3258581"/>
                </a:lnTo>
                <a:lnTo>
                  <a:pt x="0" y="3258581"/>
                </a:lnTo>
                <a:lnTo>
                  <a:pt x="0" y="0"/>
                </a:lnTo>
                <a:close/>
              </a:path>
            </a:pathLst>
          </a:custGeom>
          <a:blipFill>
            <a:blip r:embed="rId16">
              <a:alphaModFix amt="13000"/>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59" name="Freeform 59"/>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18"/>
            <a:stretch>
              <a:fillRect/>
            </a:stretch>
          </a:blipFill>
        </p:spPr>
        <p:txBody>
          <a:bodyPr/>
          <a:lstStyle/>
          <a:p>
            <a:endParaRPr lang="en-IN"/>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C"/>
        </a:solidFill>
        <a:effectLst/>
      </p:bgPr>
    </p:bg>
    <p:spTree>
      <p:nvGrpSpPr>
        <p:cNvPr id="1" name=""/>
        <p:cNvGrpSpPr/>
        <p:nvPr/>
      </p:nvGrpSpPr>
      <p:grpSpPr>
        <a:xfrm>
          <a:off x="0" y="0"/>
          <a:ext cx="0" cy="0"/>
          <a:chOff x="0" y="0"/>
          <a:chExt cx="0" cy="0"/>
        </a:xfrm>
      </p:grpSpPr>
      <p:sp>
        <p:nvSpPr>
          <p:cNvPr id="2" name="Freeform 2"/>
          <p:cNvSpPr/>
          <p:nvPr/>
        </p:nvSpPr>
        <p:spPr>
          <a:xfrm>
            <a:off x="1339113" y="4465913"/>
            <a:ext cx="15621000" cy="2499360"/>
          </a:xfrm>
          <a:custGeom>
            <a:avLst/>
            <a:gdLst/>
            <a:ahLst/>
            <a:cxnLst/>
            <a:rect l="l" t="t" r="r" b="b"/>
            <a:pathLst>
              <a:path w="15621000" h="2499360">
                <a:moveTo>
                  <a:pt x="0" y="0"/>
                </a:moveTo>
                <a:lnTo>
                  <a:pt x="15621000" y="0"/>
                </a:lnTo>
                <a:lnTo>
                  <a:pt x="15621000" y="2499360"/>
                </a:lnTo>
                <a:lnTo>
                  <a:pt x="0" y="2499360"/>
                </a:lnTo>
                <a:lnTo>
                  <a:pt x="0" y="0"/>
                </a:lnTo>
                <a:close/>
              </a:path>
            </a:pathLst>
          </a:custGeom>
          <a:blipFill>
            <a:blip r:embed="rId3">
              <a:alphaModFix amt="6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a:off x="1333500" y="3840004"/>
            <a:ext cx="15621000" cy="3007043"/>
          </a:xfrm>
          <a:custGeom>
            <a:avLst/>
            <a:gdLst/>
            <a:ahLst/>
            <a:cxnLst/>
            <a:rect l="l" t="t" r="r" b="b"/>
            <a:pathLst>
              <a:path w="15621000" h="3007043">
                <a:moveTo>
                  <a:pt x="0" y="0"/>
                </a:moveTo>
                <a:lnTo>
                  <a:pt x="15621000" y="0"/>
                </a:lnTo>
                <a:lnTo>
                  <a:pt x="15621000" y="3007042"/>
                </a:lnTo>
                <a:lnTo>
                  <a:pt x="0" y="300704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4" name="Group 4"/>
          <p:cNvGrpSpPr/>
          <p:nvPr/>
        </p:nvGrpSpPr>
        <p:grpSpPr>
          <a:xfrm>
            <a:off x="2959384" y="5343525"/>
            <a:ext cx="875933" cy="87593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8503"/>
            </a:solidFill>
          </p:spPr>
          <p:txBody>
            <a:bodyPr/>
            <a:lstStyle/>
            <a:p>
              <a:endParaRPr lang="en-IN"/>
            </a:p>
          </p:txBody>
        </p:sp>
        <p:sp>
          <p:nvSpPr>
            <p:cNvPr id="6" name="TextBox 6"/>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7" name="Group 7"/>
          <p:cNvGrpSpPr/>
          <p:nvPr/>
        </p:nvGrpSpPr>
        <p:grpSpPr>
          <a:xfrm>
            <a:off x="6667500" y="5343525"/>
            <a:ext cx="875933" cy="87593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706"/>
            </a:solidFill>
          </p:spPr>
          <p:txBody>
            <a:bodyPr/>
            <a:lstStyle/>
            <a:p>
              <a:endParaRPr lang="en-IN"/>
            </a:p>
          </p:txBody>
        </p:sp>
        <p:sp>
          <p:nvSpPr>
            <p:cNvPr id="9" name="TextBox 9"/>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0" name="Group 10"/>
          <p:cNvGrpSpPr/>
          <p:nvPr/>
        </p:nvGrpSpPr>
        <p:grpSpPr>
          <a:xfrm>
            <a:off x="10602235" y="5343525"/>
            <a:ext cx="875933" cy="87593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9EBC"/>
            </a:solidFill>
          </p:spPr>
          <p:txBody>
            <a:bodyPr/>
            <a:lstStyle/>
            <a:p>
              <a:endParaRPr lang="en-IN"/>
            </a:p>
          </p:txBody>
        </p:sp>
        <p:sp>
          <p:nvSpPr>
            <p:cNvPr id="12" name="TextBox 12"/>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3" name="Group 13"/>
          <p:cNvGrpSpPr/>
          <p:nvPr/>
        </p:nvGrpSpPr>
        <p:grpSpPr>
          <a:xfrm>
            <a:off x="14249584" y="5343525"/>
            <a:ext cx="875933" cy="8759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CAE6"/>
            </a:solidFill>
          </p:spPr>
          <p:txBody>
            <a:bodyPr/>
            <a:lstStyle/>
            <a:p>
              <a:endParaRPr lang="en-IN"/>
            </a:p>
          </p:txBody>
        </p:sp>
        <p:sp>
          <p:nvSpPr>
            <p:cNvPr id="15" name="TextBox 15"/>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6" name="Group 16"/>
          <p:cNvGrpSpPr/>
          <p:nvPr/>
        </p:nvGrpSpPr>
        <p:grpSpPr>
          <a:xfrm>
            <a:off x="3052042" y="5436183"/>
            <a:ext cx="690618" cy="6906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18" name="TextBox 18"/>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19" name="Group 19"/>
          <p:cNvGrpSpPr/>
          <p:nvPr/>
        </p:nvGrpSpPr>
        <p:grpSpPr>
          <a:xfrm>
            <a:off x="6760158" y="5436183"/>
            <a:ext cx="690618" cy="69061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1" name="TextBox 21"/>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22" name="Group 22"/>
          <p:cNvGrpSpPr/>
          <p:nvPr/>
        </p:nvGrpSpPr>
        <p:grpSpPr>
          <a:xfrm>
            <a:off x="10694892" y="5436183"/>
            <a:ext cx="690618" cy="69061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4" name="TextBox 24"/>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grpSp>
        <p:nvGrpSpPr>
          <p:cNvPr id="25" name="Group 25"/>
          <p:cNvGrpSpPr/>
          <p:nvPr/>
        </p:nvGrpSpPr>
        <p:grpSpPr>
          <a:xfrm>
            <a:off x="14342241" y="5436183"/>
            <a:ext cx="690618" cy="69061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endParaRPr lang="en-IN"/>
            </a:p>
          </p:txBody>
        </p:sp>
        <p:sp>
          <p:nvSpPr>
            <p:cNvPr id="27" name="TextBox 27"/>
            <p:cNvSpPr txBox="1"/>
            <p:nvPr/>
          </p:nvSpPr>
          <p:spPr>
            <a:xfrm>
              <a:off x="76200" y="104775"/>
              <a:ext cx="660400" cy="631825"/>
            </a:xfrm>
            <a:prstGeom prst="rect">
              <a:avLst/>
            </a:prstGeom>
          </p:spPr>
          <p:txBody>
            <a:bodyPr lIns="50800" tIns="50800" rIns="50800" bIns="50800" rtlCol="0" anchor="ctr"/>
            <a:lstStyle/>
            <a:p>
              <a:pPr algn="ctr">
                <a:lnSpc>
                  <a:spcPts val="2080"/>
                </a:lnSpc>
              </a:pPr>
              <a:endParaRPr/>
            </a:p>
          </p:txBody>
        </p:sp>
      </p:grpSp>
      <p:sp>
        <p:nvSpPr>
          <p:cNvPr id="28" name="Freeform 28"/>
          <p:cNvSpPr/>
          <p:nvPr/>
        </p:nvSpPr>
        <p:spPr>
          <a:xfrm>
            <a:off x="2059225" y="7988159"/>
            <a:ext cx="2676251" cy="555322"/>
          </a:xfrm>
          <a:custGeom>
            <a:avLst/>
            <a:gdLst/>
            <a:ahLst/>
            <a:cxnLst/>
            <a:rect l="l" t="t" r="r" b="b"/>
            <a:pathLst>
              <a:path w="2676251" h="555322">
                <a:moveTo>
                  <a:pt x="0" y="0"/>
                </a:moveTo>
                <a:lnTo>
                  <a:pt x="2676251" y="0"/>
                </a:lnTo>
                <a:lnTo>
                  <a:pt x="2676251" y="555322"/>
                </a:lnTo>
                <a:lnTo>
                  <a:pt x="0" y="555322"/>
                </a:lnTo>
                <a:lnTo>
                  <a:pt x="0" y="0"/>
                </a:lnTo>
                <a:close/>
              </a:path>
            </a:pathLst>
          </a:custGeom>
          <a:blipFill>
            <a:blip r:embed="rId7">
              <a:alphaModFix amt="40000"/>
            </a:blip>
            <a:stretch>
              <a:fillRect/>
            </a:stretch>
          </a:blipFill>
        </p:spPr>
        <p:txBody>
          <a:bodyPr/>
          <a:lstStyle/>
          <a:p>
            <a:endParaRPr lang="en-IN"/>
          </a:p>
        </p:txBody>
      </p:sp>
      <p:sp>
        <p:nvSpPr>
          <p:cNvPr id="29" name="Freeform 29"/>
          <p:cNvSpPr/>
          <p:nvPr/>
        </p:nvSpPr>
        <p:spPr>
          <a:xfrm>
            <a:off x="5767341" y="7988159"/>
            <a:ext cx="2676251" cy="555322"/>
          </a:xfrm>
          <a:custGeom>
            <a:avLst/>
            <a:gdLst/>
            <a:ahLst/>
            <a:cxnLst/>
            <a:rect l="l" t="t" r="r" b="b"/>
            <a:pathLst>
              <a:path w="2676251" h="555322">
                <a:moveTo>
                  <a:pt x="0" y="0"/>
                </a:moveTo>
                <a:lnTo>
                  <a:pt x="2676251" y="0"/>
                </a:lnTo>
                <a:lnTo>
                  <a:pt x="2676251"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30" name="Group 30"/>
          <p:cNvGrpSpPr/>
          <p:nvPr/>
        </p:nvGrpSpPr>
        <p:grpSpPr>
          <a:xfrm>
            <a:off x="2101508" y="6847046"/>
            <a:ext cx="2591686" cy="1418774"/>
            <a:chOff x="0" y="0"/>
            <a:chExt cx="691144" cy="378355"/>
          </a:xfrm>
        </p:grpSpPr>
        <p:sp>
          <p:nvSpPr>
            <p:cNvPr id="31" name="Freeform 31"/>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2" name="TextBox 32"/>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grpSp>
        <p:nvGrpSpPr>
          <p:cNvPr id="33" name="Group 33"/>
          <p:cNvGrpSpPr/>
          <p:nvPr/>
        </p:nvGrpSpPr>
        <p:grpSpPr>
          <a:xfrm>
            <a:off x="5809624" y="6847046"/>
            <a:ext cx="2591686" cy="1418774"/>
            <a:chOff x="0" y="0"/>
            <a:chExt cx="691144" cy="378355"/>
          </a:xfrm>
        </p:grpSpPr>
        <p:sp>
          <p:nvSpPr>
            <p:cNvPr id="34" name="Freeform 34"/>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5" name="TextBox 35"/>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36" name="Freeform 36"/>
          <p:cNvSpPr/>
          <p:nvPr/>
        </p:nvSpPr>
        <p:spPr>
          <a:xfrm>
            <a:off x="9702075" y="7988159"/>
            <a:ext cx="2676251" cy="555322"/>
          </a:xfrm>
          <a:custGeom>
            <a:avLst/>
            <a:gdLst/>
            <a:ahLst/>
            <a:cxnLst/>
            <a:rect l="l" t="t" r="r" b="b"/>
            <a:pathLst>
              <a:path w="2676251" h="555322">
                <a:moveTo>
                  <a:pt x="0" y="0"/>
                </a:moveTo>
                <a:lnTo>
                  <a:pt x="2676252" y="0"/>
                </a:lnTo>
                <a:lnTo>
                  <a:pt x="2676252"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37" name="Group 37"/>
          <p:cNvGrpSpPr/>
          <p:nvPr/>
        </p:nvGrpSpPr>
        <p:grpSpPr>
          <a:xfrm>
            <a:off x="9744358" y="6847046"/>
            <a:ext cx="2591686" cy="1418774"/>
            <a:chOff x="0" y="0"/>
            <a:chExt cx="691144" cy="378355"/>
          </a:xfrm>
        </p:grpSpPr>
        <p:sp>
          <p:nvSpPr>
            <p:cNvPr id="38" name="Freeform 38"/>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39" name="TextBox 39"/>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40" name="Freeform 40"/>
          <p:cNvSpPr/>
          <p:nvPr/>
        </p:nvSpPr>
        <p:spPr>
          <a:xfrm>
            <a:off x="13349424" y="7988159"/>
            <a:ext cx="2676251" cy="555322"/>
          </a:xfrm>
          <a:custGeom>
            <a:avLst/>
            <a:gdLst/>
            <a:ahLst/>
            <a:cxnLst/>
            <a:rect l="l" t="t" r="r" b="b"/>
            <a:pathLst>
              <a:path w="2676251" h="555322">
                <a:moveTo>
                  <a:pt x="0" y="0"/>
                </a:moveTo>
                <a:lnTo>
                  <a:pt x="2676252" y="0"/>
                </a:lnTo>
                <a:lnTo>
                  <a:pt x="2676252" y="555322"/>
                </a:lnTo>
                <a:lnTo>
                  <a:pt x="0" y="555322"/>
                </a:lnTo>
                <a:lnTo>
                  <a:pt x="0" y="0"/>
                </a:lnTo>
                <a:close/>
              </a:path>
            </a:pathLst>
          </a:custGeom>
          <a:blipFill>
            <a:blip r:embed="rId7">
              <a:alphaModFix amt="40000"/>
            </a:blip>
            <a:stretch>
              <a:fillRect/>
            </a:stretch>
          </a:blipFill>
        </p:spPr>
        <p:txBody>
          <a:bodyPr/>
          <a:lstStyle/>
          <a:p>
            <a:endParaRPr lang="en-IN"/>
          </a:p>
        </p:txBody>
      </p:sp>
      <p:grpSp>
        <p:nvGrpSpPr>
          <p:cNvPr id="41" name="Group 41"/>
          <p:cNvGrpSpPr/>
          <p:nvPr/>
        </p:nvGrpSpPr>
        <p:grpSpPr>
          <a:xfrm>
            <a:off x="13391707" y="6847046"/>
            <a:ext cx="2591686" cy="1418774"/>
            <a:chOff x="0" y="0"/>
            <a:chExt cx="691144" cy="378355"/>
          </a:xfrm>
        </p:grpSpPr>
        <p:sp>
          <p:nvSpPr>
            <p:cNvPr id="42" name="Freeform 42"/>
            <p:cNvSpPr/>
            <p:nvPr/>
          </p:nvSpPr>
          <p:spPr>
            <a:xfrm>
              <a:off x="0" y="0"/>
              <a:ext cx="691144" cy="378355"/>
            </a:xfrm>
            <a:custGeom>
              <a:avLst/>
              <a:gdLst/>
              <a:ahLst/>
              <a:cxnLst/>
              <a:rect l="l" t="t" r="r" b="b"/>
              <a:pathLst>
                <a:path w="691144" h="378355">
                  <a:moveTo>
                    <a:pt x="59744" y="0"/>
                  </a:moveTo>
                  <a:lnTo>
                    <a:pt x="631400" y="0"/>
                  </a:lnTo>
                  <a:cubicBezTo>
                    <a:pt x="664395" y="0"/>
                    <a:pt x="691144" y="26748"/>
                    <a:pt x="691144" y="59744"/>
                  </a:cubicBezTo>
                  <a:lnTo>
                    <a:pt x="691144" y="318611"/>
                  </a:lnTo>
                  <a:cubicBezTo>
                    <a:pt x="691144" y="351606"/>
                    <a:pt x="664395" y="378355"/>
                    <a:pt x="631400" y="378355"/>
                  </a:cubicBezTo>
                  <a:lnTo>
                    <a:pt x="59744" y="378355"/>
                  </a:lnTo>
                  <a:cubicBezTo>
                    <a:pt x="26748" y="378355"/>
                    <a:pt x="0" y="351606"/>
                    <a:pt x="0" y="318611"/>
                  </a:cubicBezTo>
                  <a:lnTo>
                    <a:pt x="0" y="59744"/>
                  </a:lnTo>
                  <a:cubicBezTo>
                    <a:pt x="0" y="26748"/>
                    <a:pt x="26748" y="0"/>
                    <a:pt x="59744" y="0"/>
                  </a:cubicBezTo>
                  <a:close/>
                </a:path>
              </a:pathLst>
            </a:custGeom>
            <a:solidFill>
              <a:srgbClr val="FCFEFF"/>
            </a:solidFill>
          </p:spPr>
          <p:txBody>
            <a:bodyPr/>
            <a:lstStyle/>
            <a:p>
              <a:endParaRPr lang="en-IN"/>
            </a:p>
          </p:txBody>
        </p:sp>
        <p:sp>
          <p:nvSpPr>
            <p:cNvPr id="43" name="TextBox 43"/>
            <p:cNvSpPr txBox="1"/>
            <p:nvPr/>
          </p:nvSpPr>
          <p:spPr>
            <a:xfrm>
              <a:off x="0" y="28575"/>
              <a:ext cx="691144" cy="349780"/>
            </a:xfrm>
            <a:prstGeom prst="rect">
              <a:avLst/>
            </a:prstGeom>
          </p:spPr>
          <p:txBody>
            <a:bodyPr lIns="50800" tIns="50800" rIns="50800" bIns="50800" rtlCol="0" anchor="ctr"/>
            <a:lstStyle/>
            <a:p>
              <a:pPr algn="ctr">
                <a:lnSpc>
                  <a:spcPts val="2080"/>
                </a:lnSpc>
              </a:pPr>
              <a:endParaRPr/>
            </a:p>
          </p:txBody>
        </p:sp>
      </p:grpSp>
      <p:sp>
        <p:nvSpPr>
          <p:cNvPr id="44" name="Freeform 44"/>
          <p:cNvSpPr/>
          <p:nvPr/>
        </p:nvSpPr>
        <p:spPr>
          <a:xfrm>
            <a:off x="3220536"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5" name="Freeform 45"/>
          <p:cNvSpPr/>
          <p:nvPr/>
        </p:nvSpPr>
        <p:spPr>
          <a:xfrm>
            <a:off x="6928652"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46" name="Freeform 46"/>
          <p:cNvSpPr/>
          <p:nvPr/>
        </p:nvSpPr>
        <p:spPr>
          <a:xfrm>
            <a:off x="10851599" y="5604677"/>
            <a:ext cx="377203" cy="353628"/>
          </a:xfrm>
          <a:custGeom>
            <a:avLst/>
            <a:gdLst/>
            <a:ahLst/>
            <a:cxnLst/>
            <a:rect l="l" t="t" r="r" b="b"/>
            <a:pathLst>
              <a:path w="377203" h="353628">
                <a:moveTo>
                  <a:pt x="0" y="0"/>
                </a:moveTo>
                <a:lnTo>
                  <a:pt x="377204" y="0"/>
                </a:lnTo>
                <a:lnTo>
                  <a:pt x="377204" y="353628"/>
                </a:lnTo>
                <a:lnTo>
                  <a:pt x="0" y="3536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47" name="Freeform 47"/>
          <p:cNvSpPr/>
          <p:nvPr/>
        </p:nvSpPr>
        <p:spPr>
          <a:xfrm>
            <a:off x="14510736" y="5604677"/>
            <a:ext cx="353628" cy="353628"/>
          </a:xfrm>
          <a:custGeom>
            <a:avLst/>
            <a:gdLst/>
            <a:ahLst/>
            <a:cxnLst/>
            <a:rect l="l" t="t" r="r" b="b"/>
            <a:pathLst>
              <a:path w="353628" h="353628">
                <a:moveTo>
                  <a:pt x="0" y="0"/>
                </a:moveTo>
                <a:lnTo>
                  <a:pt x="353628" y="0"/>
                </a:lnTo>
                <a:lnTo>
                  <a:pt x="353628" y="353628"/>
                </a:lnTo>
                <a:lnTo>
                  <a:pt x="0" y="35362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N"/>
          </a:p>
        </p:txBody>
      </p:sp>
      <p:sp>
        <p:nvSpPr>
          <p:cNvPr id="48" name="TextBox 48"/>
          <p:cNvSpPr txBox="1"/>
          <p:nvPr/>
        </p:nvSpPr>
        <p:spPr>
          <a:xfrm>
            <a:off x="4011726" y="1104900"/>
            <a:ext cx="10275774" cy="1504442"/>
          </a:xfrm>
          <a:prstGeom prst="rect">
            <a:avLst/>
          </a:prstGeom>
        </p:spPr>
        <p:txBody>
          <a:bodyPr lIns="0" tIns="0" rIns="0" bIns="0" rtlCol="0" anchor="t">
            <a:spAutoFit/>
          </a:bodyPr>
          <a:lstStyle/>
          <a:p>
            <a:pPr algn="ctr">
              <a:lnSpc>
                <a:spcPts val="5824"/>
              </a:lnSpc>
            </a:pPr>
            <a:r>
              <a:rPr lang="en-US" sz="5600" b="1">
                <a:solidFill>
                  <a:srgbClr val="021E47"/>
                </a:solidFill>
                <a:latin typeface="Gotham Bold"/>
                <a:ea typeface="Gotham Bold"/>
                <a:cs typeface="Gotham Bold"/>
                <a:sym typeface="Gotham Bold"/>
              </a:rPr>
              <a:t>APRIL ROADMAP - NIHARIKA</a:t>
            </a:r>
          </a:p>
        </p:txBody>
      </p:sp>
      <p:sp>
        <p:nvSpPr>
          <p:cNvPr id="49" name="TextBox 49"/>
          <p:cNvSpPr txBox="1"/>
          <p:nvPr/>
        </p:nvSpPr>
        <p:spPr>
          <a:xfrm>
            <a:off x="2304782"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Plan Stage</a:t>
            </a:r>
          </a:p>
        </p:txBody>
      </p:sp>
      <p:sp>
        <p:nvSpPr>
          <p:cNvPr id="50" name="TextBox 50"/>
          <p:cNvSpPr txBox="1"/>
          <p:nvPr/>
        </p:nvSpPr>
        <p:spPr>
          <a:xfrm>
            <a:off x="6012898"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Design Phase</a:t>
            </a:r>
          </a:p>
        </p:txBody>
      </p:sp>
      <p:sp>
        <p:nvSpPr>
          <p:cNvPr id="51" name="TextBox 51"/>
          <p:cNvSpPr txBox="1"/>
          <p:nvPr/>
        </p:nvSpPr>
        <p:spPr>
          <a:xfrm>
            <a:off x="9947633" y="4307151"/>
            <a:ext cx="2185137" cy="269240"/>
          </a:xfrm>
          <a:prstGeom prst="rect">
            <a:avLst/>
          </a:prstGeom>
        </p:spPr>
        <p:txBody>
          <a:bodyPr lIns="0" tIns="0" rIns="0" bIns="0" rtlCol="0" anchor="t">
            <a:spAutoFit/>
          </a:bodyPr>
          <a:lstStyle/>
          <a:p>
            <a:pPr algn="ctr">
              <a:lnSpc>
                <a:spcPts val="2080"/>
              </a:lnSpc>
            </a:pPr>
            <a:r>
              <a:rPr lang="en-US" sz="2000" b="1">
                <a:solidFill>
                  <a:srgbClr val="FCFEFF"/>
                </a:solidFill>
                <a:latin typeface="Gotham Bold"/>
                <a:ea typeface="Gotham Bold"/>
                <a:cs typeface="Gotham Bold"/>
                <a:sym typeface="Gotham Bold"/>
              </a:rPr>
              <a:t>Build Period</a:t>
            </a:r>
          </a:p>
        </p:txBody>
      </p:sp>
      <p:sp>
        <p:nvSpPr>
          <p:cNvPr id="52" name="TextBox 52"/>
          <p:cNvSpPr txBox="1"/>
          <p:nvPr/>
        </p:nvSpPr>
        <p:spPr>
          <a:xfrm>
            <a:off x="13594982" y="4307151"/>
            <a:ext cx="2185137" cy="269240"/>
          </a:xfrm>
          <a:prstGeom prst="rect">
            <a:avLst/>
          </a:prstGeom>
        </p:spPr>
        <p:txBody>
          <a:bodyPr lIns="0" tIns="0" rIns="0" bIns="0" rtlCol="0" anchor="t">
            <a:spAutoFit/>
          </a:bodyPr>
          <a:lstStyle/>
          <a:p>
            <a:pPr algn="ctr">
              <a:lnSpc>
                <a:spcPts val="2080"/>
              </a:lnSpc>
            </a:pPr>
            <a:r>
              <a:rPr lang="en-US" sz="2000" b="1">
                <a:solidFill>
                  <a:srgbClr val="021E47"/>
                </a:solidFill>
                <a:latin typeface="Gotham Bold"/>
                <a:ea typeface="Gotham Bold"/>
                <a:cs typeface="Gotham Bold"/>
                <a:sym typeface="Gotham Bold"/>
              </a:rPr>
              <a:t>Launch Cycle</a:t>
            </a:r>
          </a:p>
        </p:txBody>
      </p:sp>
      <p:sp>
        <p:nvSpPr>
          <p:cNvPr id="53" name="TextBox 53"/>
          <p:cNvSpPr txBox="1"/>
          <p:nvPr/>
        </p:nvSpPr>
        <p:spPr>
          <a:xfrm>
            <a:off x="2512877" y="7349677"/>
            <a:ext cx="1768947" cy="43256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DP-900 clearance</a:t>
            </a:r>
          </a:p>
        </p:txBody>
      </p:sp>
      <p:sp>
        <p:nvSpPr>
          <p:cNvPr id="54" name="TextBox 54"/>
          <p:cNvSpPr txBox="1"/>
          <p:nvPr/>
        </p:nvSpPr>
        <p:spPr>
          <a:xfrm>
            <a:off x="6106958" y="7454452"/>
            <a:ext cx="1997018" cy="43256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SQL foundation (30 days)</a:t>
            </a:r>
          </a:p>
        </p:txBody>
      </p:sp>
      <p:sp>
        <p:nvSpPr>
          <p:cNvPr id="55" name="TextBox 55"/>
          <p:cNvSpPr txBox="1"/>
          <p:nvPr/>
        </p:nvSpPr>
        <p:spPr>
          <a:xfrm>
            <a:off x="10155728" y="7454452"/>
            <a:ext cx="1768947" cy="22301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3 internal mocks</a:t>
            </a:r>
          </a:p>
        </p:txBody>
      </p:sp>
      <p:sp>
        <p:nvSpPr>
          <p:cNvPr id="56" name="TextBox 56"/>
          <p:cNvSpPr txBox="1"/>
          <p:nvPr/>
        </p:nvSpPr>
        <p:spPr>
          <a:xfrm>
            <a:off x="13594982" y="7349677"/>
            <a:ext cx="2185137" cy="432562"/>
          </a:xfrm>
          <a:prstGeom prst="rect">
            <a:avLst/>
          </a:prstGeom>
        </p:spPr>
        <p:txBody>
          <a:bodyPr lIns="0" tIns="0" rIns="0" bIns="0" rtlCol="0" anchor="t">
            <a:spAutoFit/>
          </a:bodyPr>
          <a:lstStyle/>
          <a:p>
            <a:pPr algn="ctr">
              <a:lnSpc>
                <a:spcPts val="1663"/>
              </a:lnSpc>
            </a:pPr>
            <a:r>
              <a:rPr lang="en-US" sz="1599">
                <a:solidFill>
                  <a:srgbClr val="021E47"/>
                </a:solidFill>
                <a:latin typeface="Gotham"/>
                <a:ea typeface="Gotham"/>
                <a:cs typeface="Gotham"/>
                <a:sym typeface="Gotham"/>
              </a:rPr>
              <a:t>1 micro-webinar (10 min)</a:t>
            </a:r>
          </a:p>
        </p:txBody>
      </p:sp>
      <p:sp>
        <p:nvSpPr>
          <p:cNvPr id="57" name="Freeform 57"/>
          <p:cNvSpPr/>
          <p:nvPr/>
        </p:nvSpPr>
        <p:spPr>
          <a:xfrm rot="2700000">
            <a:off x="16299339" y="-176982"/>
            <a:ext cx="3258582" cy="3258582"/>
          </a:xfrm>
          <a:custGeom>
            <a:avLst/>
            <a:gdLst/>
            <a:ahLst/>
            <a:cxnLst/>
            <a:rect l="l" t="t" r="r" b="b"/>
            <a:pathLst>
              <a:path w="3258582" h="3258582">
                <a:moveTo>
                  <a:pt x="0" y="0"/>
                </a:moveTo>
                <a:lnTo>
                  <a:pt x="3258582" y="0"/>
                </a:lnTo>
                <a:lnTo>
                  <a:pt x="3258582" y="3258581"/>
                </a:lnTo>
                <a:lnTo>
                  <a:pt x="0" y="3258581"/>
                </a:lnTo>
                <a:lnTo>
                  <a:pt x="0" y="0"/>
                </a:lnTo>
                <a:close/>
              </a:path>
            </a:pathLst>
          </a:custGeom>
          <a:blipFill>
            <a:blip r:embed="rId16">
              <a:alphaModFix amt="13000"/>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58" name="Freeform 58"/>
          <p:cNvSpPr/>
          <p:nvPr/>
        </p:nvSpPr>
        <p:spPr>
          <a:xfrm rot="2700000">
            <a:off x="-1269921" y="-176982"/>
            <a:ext cx="3258582" cy="3258582"/>
          </a:xfrm>
          <a:custGeom>
            <a:avLst/>
            <a:gdLst/>
            <a:ahLst/>
            <a:cxnLst/>
            <a:rect l="l" t="t" r="r" b="b"/>
            <a:pathLst>
              <a:path w="3258582" h="3258582">
                <a:moveTo>
                  <a:pt x="0" y="0"/>
                </a:moveTo>
                <a:lnTo>
                  <a:pt x="3258582" y="0"/>
                </a:lnTo>
                <a:lnTo>
                  <a:pt x="3258582" y="3258581"/>
                </a:lnTo>
                <a:lnTo>
                  <a:pt x="0" y="3258581"/>
                </a:lnTo>
                <a:lnTo>
                  <a:pt x="0" y="0"/>
                </a:lnTo>
                <a:close/>
              </a:path>
            </a:pathLst>
          </a:custGeom>
          <a:blipFill>
            <a:blip r:embed="rId16">
              <a:alphaModFix amt="13000"/>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59" name="Freeform 59"/>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18"/>
            <a:stretch>
              <a:fillRect/>
            </a:stretch>
          </a:blipFill>
        </p:spPr>
        <p:txBody>
          <a:bodyPr/>
          <a:lstStyle/>
          <a:p>
            <a:endParaRPr lang="en-IN"/>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rot="-299999">
            <a:off x="5336076" y="3505987"/>
            <a:ext cx="3494315" cy="4285312"/>
          </a:xfrm>
          <a:custGeom>
            <a:avLst/>
            <a:gdLst/>
            <a:ahLst/>
            <a:cxnLst/>
            <a:rect l="l" t="t" r="r" b="b"/>
            <a:pathLst>
              <a:path w="3494315" h="4285312">
                <a:moveTo>
                  <a:pt x="0" y="0"/>
                </a:moveTo>
                <a:lnTo>
                  <a:pt x="3494315" y="0"/>
                </a:lnTo>
                <a:lnTo>
                  <a:pt x="3494315" y="4285311"/>
                </a:lnTo>
                <a:lnTo>
                  <a:pt x="0" y="42853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299999">
            <a:off x="5695001" y="3936011"/>
            <a:ext cx="457495" cy="438623"/>
          </a:xfrm>
          <a:custGeom>
            <a:avLst/>
            <a:gdLst/>
            <a:ahLst/>
            <a:cxnLst/>
            <a:rect l="l" t="t" r="r" b="b"/>
            <a:pathLst>
              <a:path w="457495" h="438623">
                <a:moveTo>
                  <a:pt x="0" y="0"/>
                </a:moveTo>
                <a:lnTo>
                  <a:pt x="457495" y="0"/>
                </a:lnTo>
                <a:lnTo>
                  <a:pt x="457495" y="438624"/>
                </a:lnTo>
                <a:lnTo>
                  <a:pt x="0" y="4386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rot="299999" flipH="1">
            <a:off x="9457609" y="3505987"/>
            <a:ext cx="3494315" cy="4285312"/>
          </a:xfrm>
          <a:custGeom>
            <a:avLst/>
            <a:gdLst/>
            <a:ahLst/>
            <a:cxnLst/>
            <a:rect l="l" t="t" r="r" b="b"/>
            <a:pathLst>
              <a:path w="3494315" h="4285312">
                <a:moveTo>
                  <a:pt x="3494315" y="0"/>
                </a:moveTo>
                <a:lnTo>
                  <a:pt x="0" y="0"/>
                </a:lnTo>
                <a:lnTo>
                  <a:pt x="0" y="4285311"/>
                </a:lnTo>
                <a:lnTo>
                  <a:pt x="3494315" y="4285311"/>
                </a:lnTo>
                <a:lnTo>
                  <a:pt x="3494315"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rot="299999">
            <a:off x="12173962" y="3954596"/>
            <a:ext cx="438150" cy="401455"/>
          </a:xfrm>
          <a:custGeom>
            <a:avLst/>
            <a:gdLst/>
            <a:ahLst/>
            <a:cxnLst/>
            <a:rect l="l" t="t" r="r" b="b"/>
            <a:pathLst>
              <a:path w="438150" h="401455">
                <a:moveTo>
                  <a:pt x="0" y="0"/>
                </a:moveTo>
                <a:lnTo>
                  <a:pt x="438150" y="0"/>
                </a:lnTo>
                <a:lnTo>
                  <a:pt x="438150" y="401454"/>
                </a:lnTo>
                <a:lnTo>
                  <a:pt x="0" y="4014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6" name="Freeform 6"/>
          <p:cNvSpPr/>
          <p:nvPr/>
        </p:nvSpPr>
        <p:spPr>
          <a:xfrm>
            <a:off x="14275020" y="3361865"/>
            <a:ext cx="2803208" cy="4114800"/>
          </a:xfrm>
          <a:custGeom>
            <a:avLst/>
            <a:gdLst/>
            <a:ahLst/>
            <a:cxnLst/>
            <a:rect l="l" t="t" r="r" b="b"/>
            <a:pathLst>
              <a:path w="2803208" h="4114800">
                <a:moveTo>
                  <a:pt x="0" y="0"/>
                </a:moveTo>
                <a:lnTo>
                  <a:pt x="2803207" y="0"/>
                </a:lnTo>
                <a:lnTo>
                  <a:pt x="2803207"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7" name="TextBox 7"/>
          <p:cNvSpPr txBox="1"/>
          <p:nvPr/>
        </p:nvSpPr>
        <p:spPr>
          <a:xfrm>
            <a:off x="3053602" y="628650"/>
            <a:ext cx="12033998" cy="828548"/>
          </a:xfrm>
          <a:prstGeom prst="rect">
            <a:avLst/>
          </a:prstGeom>
        </p:spPr>
        <p:txBody>
          <a:bodyPr lIns="0" tIns="0" rIns="0" bIns="0" rtlCol="0" anchor="t">
            <a:spAutoFit/>
          </a:bodyPr>
          <a:lstStyle/>
          <a:p>
            <a:pPr algn="ctr">
              <a:lnSpc>
                <a:spcPts val="6496"/>
              </a:lnSpc>
            </a:pPr>
            <a:r>
              <a:rPr lang="en-US" sz="5600" b="1">
                <a:solidFill>
                  <a:srgbClr val="140574"/>
                </a:solidFill>
                <a:latin typeface="Open Sauce Bold"/>
                <a:ea typeface="Open Sauce Bold"/>
                <a:cs typeface="Open Sauce Bold"/>
                <a:sym typeface="Open Sauce Bold"/>
              </a:rPr>
              <a:t>Team Questions</a:t>
            </a:r>
          </a:p>
        </p:txBody>
      </p:sp>
      <p:sp>
        <p:nvSpPr>
          <p:cNvPr id="8" name="TextBox 8"/>
          <p:cNvSpPr txBox="1"/>
          <p:nvPr/>
        </p:nvSpPr>
        <p:spPr>
          <a:xfrm rot="-299999">
            <a:off x="5875785" y="4793950"/>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Ask your question?</a:t>
            </a:r>
          </a:p>
        </p:txBody>
      </p:sp>
      <p:sp>
        <p:nvSpPr>
          <p:cNvPr id="9" name="TextBox 9"/>
          <p:cNvSpPr txBox="1"/>
          <p:nvPr/>
        </p:nvSpPr>
        <p:spPr>
          <a:xfrm rot="299999">
            <a:off x="9929780" y="4795635"/>
            <a:ext cx="2501696" cy="297180"/>
          </a:xfrm>
          <a:prstGeom prst="rect">
            <a:avLst/>
          </a:prstGeom>
        </p:spPr>
        <p:txBody>
          <a:bodyPr lIns="0" tIns="0" rIns="0" bIns="0" rtlCol="0" anchor="t">
            <a:spAutoFit/>
          </a:bodyPr>
          <a:lstStyle/>
          <a:p>
            <a:pPr algn="l">
              <a:lnSpc>
                <a:spcPts val="2520"/>
              </a:lnSpc>
            </a:pPr>
            <a:r>
              <a:rPr lang="en-US" sz="1800" b="1">
                <a:solidFill>
                  <a:srgbClr val="000000"/>
                </a:solidFill>
                <a:latin typeface="Canva Sans Bold"/>
                <a:ea typeface="Canva Sans Bold"/>
                <a:cs typeface="Canva Sans Bold"/>
                <a:sym typeface="Canva Sans Bold"/>
              </a:rPr>
              <a:t>Doubts</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grpSp>
        <p:nvGrpSpPr>
          <p:cNvPr id="2" name="Group 2"/>
          <p:cNvGrpSpPr/>
          <p:nvPr/>
        </p:nvGrpSpPr>
        <p:grpSpPr>
          <a:xfrm>
            <a:off x="0" y="3980236"/>
            <a:ext cx="18288000" cy="3309662"/>
            <a:chOff x="0" y="0"/>
            <a:chExt cx="4416996" cy="799364"/>
          </a:xfrm>
        </p:grpSpPr>
        <p:sp>
          <p:nvSpPr>
            <p:cNvPr id="3" name="Freeform 3"/>
            <p:cNvSpPr/>
            <p:nvPr/>
          </p:nvSpPr>
          <p:spPr>
            <a:xfrm>
              <a:off x="0" y="0"/>
              <a:ext cx="4416996" cy="799364"/>
            </a:xfrm>
            <a:custGeom>
              <a:avLst/>
              <a:gdLst/>
              <a:ahLst/>
              <a:cxnLst/>
              <a:rect l="l" t="t" r="r" b="b"/>
              <a:pathLst>
                <a:path w="4416996" h="799364">
                  <a:moveTo>
                    <a:pt x="0" y="0"/>
                  </a:moveTo>
                  <a:lnTo>
                    <a:pt x="4416996" y="0"/>
                  </a:lnTo>
                  <a:lnTo>
                    <a:pt x="4416996" y="799364"/>
                  </a:lnTo>
                  <a:lnTo>
                    <a:pt x="0" y="799364"/>
                  </a:lnTo>
                  <a:close/>
                </a:path>
              </a:pathLst>
            </a:custGeom>
            <a:solidFill>
              <a:srgbClr val="066CF4"/>
            </a:solidFill>
          </p:spPr>
          <p:txBody>
            <a:bodyPr/>
            <a:lstStyle/>
            <a:p>
              <a:endParaRPr lang="en-IN"/>
            </a:p>
          </p:txBody>
        </p:sp>
        <p:sp>
          <p:nvSpPr>
            <p:cNvPr id="4" name="TextBox 4"/>
            <p:cNvSpPr txBox="1"/>
            <p:nvPr/>
          </p:nvSpPr>
          <p:spPr>
            <a:xfrm>
              <a:off x="0" y="-57150"/>
              <a:ext cx="4416996" cy="856514"/>
            </a:xfrm>
            <a:prstGeom prst="rect">
              <a:avLst/>
            </a:prstGeom>
          </p:spPr>
          <p:txBody>
            <a:bodyPr lIns="50800" tIns="50800" rIns="50800" bIns="50800" rtlCol="0" anchor="ctr"/>
            <a:lstStyle/>
            <a:p>
              <a:pPr algn="ctr">
                <a:lnSpc>
                  <a:spcPts val="3634"/>
                </a:lnSpc>
              </a:pPr>
              <a:endParaRPr/>
            </a:p>
          </p:txBody>
        </p:sp>
      </p:grpSp>
      <p:sp>
        <p:nvSpPr>
          <p:cNvPr id="5" name="AutoShape 5"/>
          <p:cNvSpPr/>
          <p:nvPr/>
        </p:nvSpPr>
        <p:spPr>
          <a:xfrm flipV="1">
            <a:off x="1031081" y="2915602"/>
            <a:ext cx="16230600" cy="0"/>
          </a:xfrm>
          <a:prstGeom prst="line">
            <a:avLst/>
          </a:prstGeom>
          <a:ln w="9525" cap="flat">
            <a:solidFill>
              <a:srgbClr val="000000">
                <a:alpha val="69804"/>
              </a:srgbClr>
            </a:solidFill>
            <a:prstDash val="solid"/>
            <a:headEnd type="none" w="sm" len="sm"/>
            <a:tailEnd type="none" w="sm" len="sm"/>
          </a:ln>
        </p:spPr>
        <p:txBody>
          <a:bodyPr/>
          <a:lstStyle/>
          <a:p>
            <a:endParaRPr lang="en-IN"/>
          </a:p>
        </p:txBody>
      </p:sp>
      <p:sp>
        <p:nvSpPr>
          <p:cNvPr id="6" name="AutoShape 6"/>
          <p:cNvSpPr/>
          <p:nvPr/>
        </p:nvSpPr>
        <p:spPr>
          <a:xfrm flipV="1">
            <a:off x="1031081" y="9535156"/>
            <a:ext cx="16230600" cy="0"/>
          </a:xfrm>
          <a:prstGeom prst="line">
            <a:avLst/>
          </a:prstGeom>
          <a:ln w="9525" cap="flat">
            <a:solidFill>
              <a:srgbClr val="000000">
                <a:alpha val="69804"/>
              </a:srgbClr>
            </a:solidFill>
            <a:prstDash val="solid"/>
            <a:headEnd type="none" w="sm" len="sm"/>
            <a:tailEnd type="none" w="sm" len="sm"/>
          </a:ln>
        </p:spPr>
        <p:txBody>
          <a:bodyPr/>
          <a:lstStyle/>
          <a:p>
            <a:endParaRPr lang="en-IN"/>
          </a:p>
        </p:txBody>
      </p:sp>
      <p:grpSp>
        <p:nvGrpSpPr>
          <p:cNvPr id="7" name="Group 7"/>
          <p:cNvGrpSpPr/>
          <p:nvPr/>
        </p:nvGrpSpPr>
        <p:grpSpPr>
          <a:xfrm>
            <a:off x="2286000" y="4006718"/>
            <a:ext cx="13720011" cy="2830360"/>
            <a:chOff x="0" y="-568452"/>
            <a:chExt cx="18293348" cy="3773813"/>
          </a:xfrm>
        </p:grpSpPr>
        <p:sp>
          <p:nvSpPr>
            <p:cNvPr id="8" name="Freeform 8"/>
            <p:cNvSpPr/>
            <p:nvPr/>
          </p:nvSpPr>
          <p:spPr>
            <a:xfrm>
              <a:off x="0" y="0"/>
              <a:ext cx="18288000" cy="3205361"/>
            </a:xfrm>
            <a:custGeom>
              <a:avLst/>
              <a:gdLst/>
              <a:ahLst/>
              <a:cxnLst/>
              <a:rect l="l" t="t" r="r" b="b"/>
              <a:pathLst>
                <a:path w="18288000" h="3205361">
                  <a:moveTo>
                    <a:pt x="0" y="0"/>
                  </a:moveTo>
                  <a:lnTo>
                    <a:pt x="18288000" y="0"/>
                  </a:lnTo>
                  <a:lnTo>
                    <a:pt x="18288000" y="3205361"/>
                  </a:lnTo>
                  <a:lnTo>
                    <a:pt x="0" y="3205361"/>
                  </a:lnTo>
                  <a:close/>
                </a:path>
              </a:pathLst>
            </a:custGeom>
            <a:blipFill>
              <a:blip r:embed="rId3">
                <a:alphaModFix amt="0"/>
              </a:blip>
              <a:stretch>
                <a:fillRect t="-36683" b="-85658"/>
              </a:stretch>
            </a:blipFill>
          </p:spPr>
          <p:txBody>
            <a:bodyPr/>
            <a:lstStyle/>
            <a:p>
              <a:endParaRPr lang="en-IN"/>
            </a:p>
          </p:txBody>
        </p:sp>
        <p:sp>
          <p:nvSpPr>
            <p:cNvPr id="9" name="TextBox 9"/>
            <p:cNvSpPr txBox="1"/>
            <p:nvPr/>
          </p:nvSpPr>
          <p:spPr>
            <a:xfrm>
              <a:off x="5348" y="-568452"/>
              <a:ext cx="18288000" cy="3119636"/>
            </a:xfrm>
            <a:prstGeom prst="rect">
              <a:avLst/>
            </a:prstGeom>
          </p:spPr>
          <p:txBody>
            <a:bodyPr lIns="0" tIns="0" rIns="0" bIns="0" rtlCol="0" anchor="b"/>
            <a:lstStyle/>
            <a:p>
              <a:pPr algn="ctr">
                <a:lnSpc>
                  <a:spcPts val="9720"/>
                </a:lnSpc>
              </a:pPr>
              <a:r>
                <a:rPr lang="en-US" sz="9000" b="1" dirty="0">
                  <a:solidFill>
                    <a:srgbClr val="FFFFFF"/>
                  </a:solidFill>
                  <a:latin typeface="Helvetica World Bold"/>
                  <a:ea typeface="Helvetica World Bold"/>
                  <a:cs typeface="Helvetica World Bold"/>
                  <a:sym typeface="Helvetica World Bold"/>
                </a:rPr>
                <a:t>Governance &amp; Risk</a:t>
              </a:r>
            </a:p>
          </p:txBody>
        </p:sp>
      </p:grpSp>
      <p:sp>
        <p:nvSpPr>
          <p:cNvPr id="10" name="Freeform 10"/>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4"/>
            <a:stretch>
              <a:fillRect/>
            </a:stretch>
          </a:blipFill>
        </p:spPr>
        <p:txBody>
          <a:bodyPr/>
          <a:lstStyle/>
          <a:p>
            <a:endParaRPr lang="en-IN"/>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a:extLst>
            <a:ext uri="{FF2B5EF4-FFF2-40B4-BE49-F238E27FC236}">
              <a16:creationId xmlns:a16="http://schemas.microsoft.com/office/drawing/2014/main" id="{31EBB7D5-ED2E-7ADB-E799-74395068235A}"/>
            </a:ext>
          </a:extLst>
        </p:cNvPr>
        <p:cNvGrpSpPr/>
        <p:nvPr/>
      </p:nvGrpSpPr>
      <p:grpSpPr>
        <a:xfrm>
          <a:off x="0" y="0"/>
          <a:ext cx="0" cy="0"/>
          <a:chOff x="0" y="0"/>
          <a:chExt cx="0" cy="0"/>
        </a:xfrm>
      </p:grpSpPr>
      <p:sp>
        <p:nvSpPr>
          <p:cNvPr id="48" name="Freeform 48">
            <a:extLst>
              <a:ext uri="{FF2B5EF4-FFF2-40B4-BE49-F238E27FC236}">
                <a16:creationId xmlns:a16="http://schemas.microsoft.com/office/drawing/2014/main" id="{833A6C28-30DA-0A5F-521E-66022B06CAED}"/>
              </a:ext>
            </a:extLst>
          </p:cNvPr>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3"/>
            <a:stretch>
              <a:fillRect/>
            </a:stretch>
          </a:blipFill>
        </p:spPr>
        <p:txBody>
          <a:bodyPr/>
          <a:lstStyle/>
          <a:p>
            <a:endParaRPr lang="en-IN"/>
          </a:p>
        </p:txBody>
      </p:sp>
      <p:sp useBgFill="1">
        <p:nvSpPr>
          <p:cNvPr id="2" name="Rectangle 1">
            <a:extLst>
              <a:ext uri="{FF2B5EF4-FFF2-40B4-BE49-F238E27FC236}">
                <a16:creationId xmlns:a16="http://schemas.microsoft.com/office/drawing/2014/main" id="{E4359702-B556-7C9A-A4E8-968B75538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8D8F8E4-22EA-E74D-D45E-CA668542BDA6}"/>
              </a:ext>
            </a:extLst>
          </p:cNvPr>
          <p:cNvSpPr txBox="1">
            <a:spLocks/>
          </p:cNvSpPr>
          <p:nvPr/>
        </p:nvSpPr>
        <p:spPr>
          <a:xfrm>
            <a:off x="1257300" y="835782"/>
            <a:ext cx="15773400" cy="17002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7800" kern="1200" dirty="0">
                <a:solidFill>
                  <a:schemeClr val="tx1"/>
                </a:solidFill>
                <a:latin typeface="+mj-lt"/>
                <a:ea typeface="+mj-ea"/>
                <a:cs typeface="+mj-cs"/>
              </a:rPr>
              <a:t>Official Communication &amp; Reporting</a:t>
            </a:r>
          </a:p>
        </p:txBody>
      </p:sp>
      <p:sp>
        <p:nvSpPr>
          <p:cNvPr id="5" name="Freeform 48">
            <a:extLst>
              <a:ext uri="{FF2B5EF4-FFF2-40B4-BE49-F238E27FC236}">
                <a16:creationId xmlns:a16="http://schemas.microsoft.com/office/drawing/2014/main" id="{8D008944-3A20-A9DE-0634-9E8FC9A851E7}"/>
              </a:ext>
            </a:extLst>
          </p:cNvPr>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3"/>
            <a:stretch>
              <a:fillRect/>
            </a:stretch>
          </a:blipFill>
        </p:spPr>
        <p:txBody>
          <a:bodyPr/>
          <a:lstStyle/>
          <a:p>
            <a:endParaRPr lang="en-IN"/>
          </a:p>
        </p:txBody>
      </p:sp>
      <p:graphicFrame>
        <p:nvGraphicFramePr>
          <p:cNvPr id="6" name="Text Placeholder 2">
            <a:extLst>
              <a:ext uri="{FF2B5EF4-FFF2-40B4-BE49-F238E27FC236}">
                <a16:creationId xmlns:a16="http://schemas.microsoft.com/office/drawing/2014/main" id="{DF88B2CD-B784-B680-9555-21F31EABD064}"/>
              </a:ext>
            </a:extLst>
          </p:cNvPr>
          <p:cNvGraphicFramePr/>
          <p:nvPr>
            <p:extLst>
              <p:ext uri="{D42A27DB-BD31-4B8C-83A1-F6EECF244321}">
                <p14:modId xmlns:p14="http://schemas.microsoft.com/office/powerpoint/2010/main" val="7440706"/>
              </p:ext>
            </p:extLst>
          </p:nvPr>
        </p:nvGraphicFramePr>
        <p:xfrm>
          <a:off x="1257300" y="2743200"/>
          <a:ext cx="15773400" cy="65288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4249629"/>
      </p:ext>
    </p:extLst>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a:extLst>
            <a:ext uri="{FF2B5EF4-FFF2-40B4-BE49-F238E27FC236}">
              <a16:creationId xmlns:a16="http://schemas.microsoft.com/office/drawing/2014/main" id="{2CA28FD2-BF5C-A6F6-86D0-58CC79D3520B}"/>
            </a:ext>
          </a:extLst>
        </p:cNvPr>
        <p:cNvGrpSpPr/>
        <p:nvPr/>
      </p:nvGrpSpPr>
      <p:grpSpPr>
        <a:xfrm>
          <a:off x="0" y="0"/>
          <a:ext cx="0" cy="0"/>
          <a:chOff x="0" y="0"/>
          <a:chExt cx="0" cy="0"/>
        </a:xfrm>
      </p:grpSpPr>
      <p:sp>
        <p:nvSpPr>
          <p:cNvPr id="48" name="Freeform 48">
            <a:extLst>
              <a:ext uri="{FF2B5EF4-FFF2-40B4-BE49-F238E27FC236}">
                <a16:creationId xmlns:a16="http://schemas.microsoft.com/office/drawing/2014/main" id="{37DCA54D-CBE8-C7C9-1BB1-A2AC85BB5929}"/>
              </a:ext>
            </a:extLst>
          </p:cNvPr>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3"/>
            <a:stretch>
              <a:fillRect/>
            </a:stretch>
          </a:blipFill>
        </p:spPr>
        <p:txBody>
          <a:bodyPr/>
          <a:lstStyle/>
          <a:p>
            <a:endParaRPr lang="en-IN"/>
          </a:p>
        </p:txBody>
      </p:sp>
      <p:sp>
        <p:nvSpPr>
          <p:cNvPr id="2" name="Title 1">
            <a:extLst>
              <a:ext uri="{FF2B5EF4-FFF2-40B4-BE49-F238E27FC236}">
                <a16:creationId xmlns:a16="http://schemas.microsoft.com/office/drawing/2014/main" id="{C71D4344-7665-DCD9-D0DE-17958B90D18F}"/>
              </a:ext>
            </a:extLst>
          </p:cNvPr>
          <p:cNvSpPr txBox="1">
            <a:spLocks/>
          </p:cNvSpPr>
          <p:nvPr/>
        </p:nvSpPr>
        <p:spPr>
          <a:xfrm>
            <a:off x="719091" y="1606200"/>
            <a:ext cx="5909532" cy="8374689"/>
          </a:xfrm>
          <a:prstGeom prst="rect">
            <a:avLst/>
          </a:prstGeom>
        </p:spPr>
        <p:txBody>
          <a:bodyPr vert="horz" lIns="137160" tIns="68580" rIns="137160" bIns="6858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a:t>Communication and Escalation Rules</a:t>
            </a:r>
          </a:p>
        </p:txBody>
      </p:sp>
      <p:graphicFrame>
        <p:nvGraphicFramePr>
          <p:cNvPr id="3" name="Text Placeholder 2">
            <a:extLst>
              <a:ext uri="{FF2B5EF4-FFF2-40B4-BE49-F238E27FC236}">
                <a16:creationId xmlns:a16="http://schemas.microsoft.com/office/drawing/2014/main" id="{90CC004F-2F1F-FF38-445F-CCB5E971B214}"/>
              </a:ext>
            </a:extLst>
          </p:cNvPr>
          <p:cNvGraphicFramePr/>
          <p:nvPr/>
        </p:nvGraphicFramePr>
        <p:xfrm>
          <a:off x="7662803" y="1606201"/>
          <a:ext cx="9367898" cy="83840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57941637"/>
      </p:ext>
    </p:extLst>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a:extLst>
            <a:ext uri="{FF2B5EF4-FFF2-40B4-BE49-F238E27FC236}">
              <a16:creationId xmlns:a16="http://schemas.microsoft.com/office/drawing/2014/main" id="{90D520BF-2BEE-AAA4-A383-6F225FB6D33E}"/>
            </a:ext>
          </a:extLst>
        </p:cNvPr>
        <p:cNvGrpSpPr/>
        <p:nvPr/>
      </p:nvGrpSpPr>
      <p:grpSpPr>
        <a:xfrm>
          <a:off x="0" y="0"/>
          <a:ext cx="0" cy="0"/>
          <a:chOff x="0" y="0"/>
          <a:chExt cx="0" cy="0"/>
        </a:xfrm>
      </p:grpSpPr>
      <p:sp>
        <p:nvSpPr>
          <p:cNvPr id="48" name="Freeform 48">
            <a:extLst>
              <a:ext uri="{FF2B5EF4-FFF2-40B4-BE49-F238E27FC236}">
                <a16:creationId xmlns:a16="http://schemas.microsoft.com/office/drawing/2014/main" id="{70CD8F48-8B5D-F0E7-9F2B-D79F067CB1C3}"/>
              </a:ext>
            </a:extLst>
          </p:cNvPr>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3"/>
            <a:stretch>
              <a:fillRect/>
            </a:stretch>
          </a:blipFill>
        </p:spPr>
        <p:txBody>
          <a:bodyPr/>
          <a:lstStyle/>
          <a:p>
            <a:endParaRPr lang="en-IN"/>
          </a:p>
        </p:txBody>
      </p:sp>
      <p:sp>
        <p:nvSpPr>
          <p:cNvPr id="8" name="Title 1">
            <a:extLst>
              <a:ext uri="{FF2B5EF4-FFF2-40B4-BE49-F238E27FC236}">
                <a16:creationId xmlns:a16="http://schemas.microsoft.com/office/drawing/2014/main" id="{FDB76F50-A384-B057-8D3C-3B5127B0E743}"/>
              </a:ext>
            </a:extLst>
          </p:cNvPr>
          <p:cNvSpPr txBox="1">
            <a:spLocks/>
          </p:cNvSpPr>
          <p:nvPr/>
        </p:nvSpPr>
        <p:spPr>
          <a:xfrm>
            <a:off x="899526" y="2154720"/>
            <a:ext cx="6035040" cy="4806201"/>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en-US" sz="7200"/>
              <a:t>DSR</a:t>
            </a:r>
            <a:endParaRPr lang="en-US" sz="7200" dirty="0"/>
          </a:p>
        </p:txBody>
      </p:sp>
      <p:pic>
        <p:nvPicPr>
          <p:cNvPr id="9" name="Picture 8">
            <a:extLst>
              <a:ext uri="{FF2B5EF4-FFF2-40B4-BE49-F238E27FC236}">
                <a16:creationId xmlns:a16="http://schemas.microsoft.com/office/drawing/2014/main" id="{B2C4537D-9D1C-106C-8545-99D2E67A4CD2}"/>
              </a:ext>
            </a:extLst>
          </p:cNvPr>
          <p:cNvPicPr>
            <a:picLocks noChangeAspect="1"/>
          </p:cNvPicPr>
          <p:nvPr/>
        </p:nvPicPr>
        <p:blipFill>
          <a:blip r:embed="rId4"/>
          <a:stretch>
            <a:fillRect/>
          </a:stretch>
        </p:blipFill>
        <p:spPr>
          <a:xfrm>
            <a:off x="7924800" y="1409700"/>
            <a:ext cx="9378877" cy="8183070"/>
          </a:xfrm>
          <a:prstGeom prst="rect">
            <a:avLst/>
          </a:prstGeom>
        </p:spPr>
      </p:pic>
    </p:spTree>
    <p:extLst>
      <p:ext uri="{BB962C8B-B14F-4D97-AF65-F5344CB8AC3E}">
        <p14:creationId xmlns:p14="http://schemas.microsoft.com/office/powerpoint/2010/main" val="2343639288"/>
      </p:ext>
    </p:extLst>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a:extLst>
            <a:ext uri="{FF2B5EF4-FFF2-40B4-BE49-F238E27FC236}">
              <a16:creationId xmlns:a16="http://schemas.microsoft.com/office/drawing/2014/main" id="{180F6B61-8C42-8ACB-1869-4405961600A8}"/>
            </a:ext>
          </a:extLst>
        </p:cNvPr>
        <p:cNvGrpSpPr/>
        <p:nvPr/>
      </p:nvGrpSpPr>
      <p:grpSpPr>
        <a:xfrm>
          <a:off x="0" y="0"/>
          <a:ext cx="0" cy="0"/>
          <a:chOff x="0" y="0"/>
          <a:chExt cx="0" cy="0"/>
        </a:xfrm>
      </p:grpSpPr>
      <p:sp>
        <p:nvSpPr>
          <p:cNvPr id="48" name="Freeform 48">
            <a:extLst>
              <a:ext uri="{FF2B5EF4-FFF2-40B4-BE49-F238E27FC236}">
                <a16:creationId xmlns:a16="http://schemas.microsoft.com/office/drawing/2014/main" id="{2AA3C2DE-F40F-049F-E565-EEDCB540C354}"/>
              </a:ext>
            </a:extLst>
          </p:cNvPr>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3"/>
            <a:stretch>
              <a:fillRect/>
            </a:stretch>
          </a:blipFill>
        </p:spPr>
        <p:txBody>
          <a:bodyPr/>
          <a:lstStyle/>
          <a:p>
            <a:endParaRPr lang="en-IN"/>
          </a:p>
        </p:txBody>
      </p:sp>
      <p:sp>
        <p:nvSpPr>
          <p:cNvPr id="2" name="Title 1">
            <a:extLst>
              <a:ext uri="{FF2B5EF4-FFF2-40B4-BE49-F238E27FC236}">
                <a16:creationId xmlns:a16="http://schemas.microsoft.com/office/drawing/2014/main" id="{14976369-91AA-E855-32C9-2A59D25D04D1}"/>
              </a:ext>
            </a:extLst>
          </p:cNvPr>
          <p:cNvSpPr txBox="1">
            <a:spLocks/>
          </p:cNvSpPr>
          <p:nvPr/>
        </p:nvSpPr>
        <p:spPr>
          <a:xfrm>
            <a:off x="1623729" y="3695700"/>
            <a:ext cx="5357715" cy="5360274"/>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en-US" sz="9900" dirty="0"/>
              <a:t>Help Needed</a:t>
            </a:r>
            <a:br>
              <a:rPr lang="en-US" sz="9900" dirty="0"/>
            </a:br>
            <a:r>
              <a:rPr lang="en-US" sz="9900" dirty="0"/>
              <a:t>Emails</a:t>
            </a:r>
          </a:p>
        </p:txBody>
      </p:sp>
      <p:pic>
        <p:nvPicPr>
          <p:cNvPr id="3" name="Picture 2">
            <a:extLst>
              <a:ext uri="{FF2B5EF4-FFF2-40B4-BE49-F238E27FC236}">
                <a16:creationId xmlns:a16="http://schemas.microsoft.com/office/drawing/2014/main" id="{846C0CC8-1485-4F96-2D2D-AA89CF612F5B}"/>
              </a:ext>
            </a:extLst>
          </p:cNvPr>
          <p:cNvPicPr>
            <a:picLocks noChangeAspect="1"/>
          </p:cNvPicPr>
          <p:nvPr/>
        </p:nvPicPr>
        <p:blipFill>
          <a:blip r:embed="rId4"/>
          <a:stretch>
            <a:fillRect/>
          </a:stretch>
        </p:blipFill>
        <p:spPr>
          <a:xfrm>
            <a:off x="6981444" y="1697064"/>
            <a:ext cx="10821924" cy="7358910"/>
          </a:xfrm>
          <a:prstGeom prst="rect">
            <a:avLst/>
          </a:prstGeom>
        </p:spPr>
      </p:pic>
    </p:spTree>
    <p:extLst>
      <p:ext uri="{BB962C8B-B14F-4D97-AF65-F5344CB8AC3E}">
        <p14:creationId xmlns:p14="http://schemas.microsoft.com/office/powerpoint/2010/main" val="3722436139"/>
      </p:ext>
    </p:extLst>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 name="Freeform 2"/>
          <p:cNvSpPr/>
          <p:nvPr/>
        </p:nvSpPr>
        <p:spPr>
          <a:xfrm>
            <a:off x="7746220" y="916263"/>
            <a:ext cx="3652820" cy="9258300"/>
          </a:xfrm>
          <a:custGeom>
            <a:avLst/>
            <a:gdLst/>
            <a:ahLst/>
            <a:cxnLst/>
            <a:rect l="l" t="t" r="r" b="b"/>
            <a:pathLst>
              <a:path w="3652820" h="9258300">
                <a:moveTo>
                  <a:pt x="0" y="0"/>
                </a:moveTo>
                <a:lnTo>
                  <a:pt x="3652821" y="0"/>
                </a:lnTo>
                <a:lnTo>
                  <a:pt x="3652821" y="9258300"/>
                </a:lnTo>
                <a:lnTo>
                  <a:pt x="0" y="9258300"/>
                </a:lnTo>
                <a:lnTo>
                  <a:pt x="0" y="0"/>
                </a:lnTo>
                <a:close/>
              </a:path>
            </a:pathLst>
          </a:custGeom>
          <a:blipFill>
            <a:blip r:embed="rId3">
              <a:alphaModFix amt="72000"/>
            </a:blip>
            <a:stretch>
              <a:fillRect/>
            </a:stretch>
          </a:blipFill>
        </p:spPr>
        <p:txBody>
          <a:bodyPr/>
          <a:lstStyle/>
          <a:p>
            <a:endParaRPr lang="en-IN"/>
          </a:p>
        </p:txBody>
      </p:sp>
      <p:grpSp>
        <p:nvGrpSpPr>
          <p:cNvPr id="3" name="Group 3"/>
          <p:cNvGrpSpPr/>
          <p:nvPr/>
        </p:nvGrpSpPr>
        <p:grpSpPr>
          <a:xfrm>
            <a:off x="-4768342" y="916263"/>
            <a:ext cx="15364248" cy="9258300"/>
            <a:chOff x="0" y="0"/>
            <a:chExt cx="3710839" cy="2236104"/>
          </a:xfrm>
        </p:grpSpPr>
        <p:sp>
          <p:nvSpPr>
            <p:cNvPr id="4" name="Freeform 4"/>
            <p:cNvSpPr/>
            <p:nvPr/>
          </p:nvSpPr>
          <p:spPr>
            <a:xfrm>
              <a:off x="0" y="0"/>
              <a:ext cx="3710839" cy="2236104"/>
            </a:xfrm>
            <a:custGeom>
              <a:avLst/>
              <a:gdLst/>
              <a:ahLst/>
              <a:cxnLst/>
              <a:rect l="l" t="t" r="r" b="b"/>
              <a:pathLst>
                <a:path w="3710839" h="2236104">
                  <a:moveTo>
                    <a:pt x="50389" y="0"/>
                  </a:moveTo>
                  <a:lnTo>
                    <a:pt x="3660450" y="0"/>
                  </a:lnTo>
                  <a:cubicBezTo>
                    <a:pt x="3673814" y="0"/>
                    <a:pt x="3686631" y="5309"/>
                    <a:pt x="3696081" y="14759"/>
                  </a:cubicBezTo>
                  <a:cubicBezTo>
                    <a:pt x="3705530" y="24208"/>
                    <a:pt x="3710839" y="37025"/>
                    <a:pt x="3710839" y="50389"/>
                  </a:cubicBezTo>
                  <a:lnTo>
                    <a:pt x="3710839" y="2185715"/>
                  </a:lnTo>
                  <a:cubicBezTo>
                    <a:pt x="3710839" y="2199079"/>
                    <a:pt x="3705530" y="2211896"/>
                    <a:pt x="3696081" y="2221346"/>
                  </a:cubicBezTo>
                  <a:cubicBezTo>
                    <a:pt x="3686631" y="2230796"/>
                    <a:pt x="3673814" y="2236104"/>
                    <a:pt x="3660450" y="2236104"/>
                  </a:cubicBezTo>
                  <a:lnTo>
                    <a:pt x="50389" y="2236104"/>
                  </a:lnTo>
                  <a:cubicBezTo>
                    <a:pt x="37025" y="2236104"/>
                    <a:pt x="24208" y="2230796"/>
                    <a:pt x="14759" y="2221346"/>
                  </a:cubicBezTo>
                  <a:cubicBezTo>
                    <a:pt x="5309" y="2211896"/>
                    <a:pt x="0" y="2199079"/>
                    <a:pt x="0" y="2185715"/>
                  </a:cubicBezTo>
                  <a:lnTo>
                    <a:pt x="0" y="50389"/>
                  </a:lnTo>
                  <a:cubicBezTo>
                    <a:pt x="0" y="37025"/>
                    <a:pt x="5309" y="24208"/>
                    <a:pt x="14759" y="14759"/>
                  </a:cubicBezTo>
                  <a:cubicBezTo>
                    <a:pt x="24208" y="5309"/>
                    <a:pt x="37025" y="0"/>
                    <a:pt x="50389" y="0"/>
                  </a:cubicBezTo>
                  <a:close/>
                </a:path>
              </a:pathLst>
            </a:custGeom>
            <a:solidFill>
              <a:srgbClr val="066CF4"/>
            </a:solidFill>
          </p:spPr>
          <p:txBody>
            <a:bodyPr/>
            <a:lstStyle/>
            <a:p>
              <a:endParaRPr lang="en-IN"/>
            </a:p>
          </p:txBody>
        </p:sp>
        <p:sp>
          <p:nvSpPr>
            <p:cNvPr id="5" name="TextBox 5"/>
            <p:cNvSpPr txBox="1"/>
            <p:nvPr/>
          </p:nvSpPr>
          <p:spPr>
            <a:xfrm>
              <a:off x="0" y="-57150"/>
              <a:ext cx="3710839" cy="2293254"/>
            </a:xfrm>
            <a:prstGeom prst="rect">
              <a:avLst/>
            </a:prstGeom>
          </p:spPr>
          <p:txBody>
            <a:bodyPr lIns="50800" tIns="50800" rIns="50800" bIns="50800" rtlCol="0" anchor="ctr"/>
            <a:lstStyle/>
            <a:p>
              <a:pPr algn="ctr">
                <a:lnSpc>
                  <a:spcPts val="3634"/>
                </a:lnSpc>
              </a:pPr>
              <a:endParaRPr/>
            </a:p>
          </p:txBody>
        </p:sp>
      </p:grpSp>
      <p:sp>
        <p:nvSpPr>
          <p:cNvPr id="6" name="TextBox 6"/>
          <p:cNvSpPr txBox="1"/>
          <p:nvPr/>
        </p:nvSpPr>
        <p:spPr>
          <a:xfrm>
            <a:off x="553238" y="4089404"/>
            <a:ext cx="9902352" cy="2149474"/>
          </a:xfrm>
          <a:prstGeom prst="rect">
            <a:avLst/>
          </a:prstGeom>
        </p:spPr>
        <p:txBody>
          <a:bodyPr lIns="0" tIns="0" rIns="0" bIns="0" rtlCol="0" anchor="t">
            <a:spAutoFit/>
          </a:bodyPr>
          <a:lstStyle/>
          <a:p>
            <a:pPr algn="ctr">
              <a:lnSpc>
                <a:spcPts val="17500"/>
              </a:lnSpc>
            </a:pPr>
            <a:r>
              <a:rPr lang="en-US" sz="12500" b="1">
                <a:solidFill>
                  <a:srgbClr val="FFFFFF"/>
                </a:solidFill>
                <a:latin typeface="Canva Sans Bold"/>
                <a:ea typeface="Canva Sans Bold"/>
                <a:cs typeface="Canva Sans Bold"/>
                <a:sym typeface="Canva Sans Bold"/>
              </a:rPr>
              <a:t>Let’s Begin...</a:t>
            </a:r>
          </a:p>
        </p:txBody>
      </p:sp>
      <p:sp>
        <p:nvSpPr>
          <p:cNvPr id="7" name="Freeform 7"/>
          <p:cNvSpPr/>
          <p:nvPr/>
        </p:nvSpPr>
        <p:spPr>
          <a:xfrm>
            <a:off x="16752158" y="521558"/>
            <a:ext cx="1014283" cy="1014283"/>
          </a:xfrm>
          <a:custGeom>
            <a:avLst/>
            <a:gdLst/>
            <a:ahLst/>
            <a:cxnLst/>
            <a:rect l="l" t="t" r="r" b="b"/>
            <a:pathLst>
              <a:path w="1014283" h="1014283">
                <a:moveTo>
                  <a:pt x="0" y="0"/>
                </a:moveTo>
                <a:lnTo>
                  <a:pt x="1014284" y="0"/>
                </a:lnTo>
                <a:lnTo>
                  <a:pt x="1014284" y="1014284"/>
                </a:lnTo>
                <a:lnTo>
                  <a:pt x="0" y="1014284"/>
                </a:lnTo>
                <a:lnTo>
                  <a:pt x="0" y="0"/>
                </a:lnTo>
                <a:close/>
              </a:path>
            </a:pathLst>
          </a:custGeom>
          <a:blipFill>
            <a:blip r:embed="rId4"/>
            <a:stretch>
              <a:fillRect/>
            </a:stretch>
          </a:blipFill>
        </p:spPr>
        <p:txBody>
          <a:bodyPr/>
          <a:lstStyle/>
          <a:p>
            <a:endParaRPr lang="en-IN"/>
          </a:p>
        </p:txBody>
      </p:sp>
      <p:grpSp>
        <p:nvGrpSpPr>
          <p:cNvPr id="8" name="Group 8"/>
          <p:cNvGrpSpPr/>
          <p:nvPr/>
        </p:nvGrpSpPr>
        <p:grpSpPr>
          <a:xfrm>
            <a:off x="15732042" y="8426294"/>
            <a:ext cx="2040233" cy="1664013"/>
            <a:chOff x="0" y="0"/>
            <a:chExt cx="2720310" cy="2218684"/>
          </a:xfrm>
        </p:grpSpPr>
        <p:sp>
          <p:nvSpPr>
            <p:cNvPr id="9" name="Freeform 9"/>
            <p:cNvSpPr/>
            <p:nvPr/>
          </p:nvSpPr>
          <p:spPr>
            <a:xfrm>
              <a:off x="515067" y="0"/>
              <a:ext cx="2205243" cy="1915080"/>
            </a:xfrm>
            <a:custGeom>
              <a:avLst/>
              <a:gdLst/>
              <a:ahLst/>
              <a:cxnLst/>
              <a:rect l="l" t="t" r="r" b="b"/>
              <a:pathLst>
                <a:path w="2205243" h="1915080">
                  <a:moveTo>
                    <a:pt x="0" y="0"/>
                  </a:moveTo>
                  <a:lnTo>
                    <a:pt x="2205243" y="0"/>
                  </a:lnTo>
                  <a:lnTo>
                    <a:pt x="2205243" y="1915080"/>
                  </a:lnTo>
                  <a:lnTo>
                    <a:pt x="0" y="1915080"/>
                  </a:lnTo>
                  <a:lnTo>
                    <a:pt x="0" y="0"/>
                  </a:lnTo>
                  <a:close/>
                </a:path>
              </a:pathLst>
            </a:custGeom>
            <a:blipFill>
              <a:blip r:embed="rId5"/>
              <a:stretch>
                <a:fillRect/>
              </a:stretch>
            </a:blipFill>
          </p:spPr>
          <p:txBody>
            <a:bodyPr/>
            <a:lstStyle/>
            <a:p>
              <a:endParaRPr lang="en-IN"/>
            </a:p>
          </p:txBody>
        </p:sp>
        <p:sp>
          <p:nvSpPr>
            <p:cNvPr id="10" name="TextBox 10"/>
            <p:cNvSpPr txBox="1"/>
            <p:nvPr/>
          </p:nvSpPr>
          <p:spPr>
            <a:xfrm>
              <a:off x="0" y="1324114"/>
              <a:ext cx="1253065" cy="894569"/>
            </a:xfrm>
            <a:prstGeom prst="rect">
              <a:avLst/>
            </a:prstGeom>
          </p:spPr>
          <p:txBody>
            <a:bodyPr lIns="0" tIns="0" rIns="0" bIns="0" rtlCol="0" anchor="t">
              <a:spAutoFit/>
            </a:bodyPr>
            <a:lstStyle/>
            <a:p>
              <a:pPr algn="ctr">
                <a:lnSpc>
                  <a:spcPts val="2095"/>
                </a:lnSpc>
              </a:pPr>
              <a:r>
                <a:rPr lang="en-US" sz="2354">
                  <a:solidFill>
                    <a:srgbClr val="000000"/>
                  </a:solidFill>
                  <a:latin typeface="Canva Sans"/>
                  <a:ea typeface="Canva Sans"/>
                  <a:cs typeface="Canva Sans"/>
                  <a:sym typeface="Canva Sans"/>
                </a:rPr>
                <a:t>Skill</a:t>
              </a:r>
            </a:p>
            <a:p>
              <a:pPr algn="ctr">
                <a:lnSpc>
                  <a:spcPts val="2804"/>
                </a:lnSpc>
              </a:pPr>
              <a:r>
                <a:rPr lang="en-US" sz="3150">
                  <a:solidFill>
                    <a:srgbClr val="000000"/>
                  </a:solidFill>
                  <a:latin typeface="Canva Sans"/>
                  <a:ea typeface="Canva Sans"/>
                  <a:cs typeface="Canva Sans"/>
                  <a:sym typeface="Canva Sans"/>
                </a:rPr>
                <a:t>Sync</a:t>
              </a:r>
            </a:p>
          </p:txBody>
        </p:sp>
      </p:gr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3552</Words>
  <Application>Microsoft Office PowerPoint</Application>
  <PresentationFormat>Custom</PresentationFormat>
  <Paragraphs>213</Paragraphs>
  <Slides>26</Slides>
  <Notes>26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26</vt:i4>
      </vt:variant>
    </vt:vector>
  </HeadingPairs>
  <TitlesOfParts>
    <vt:vector size="40" baseType="lpstr">
      <vt:lpstr>Aptos</vt:lpstr>
      <vt:lpstr>Open Sauce Bold</vt:lpstr>
      <vt:lpstr>Calibri</vt:lpstr>
      <vt:lpstr>TT Fors Bold</vt:lpstr>
      <vt:lpstr>Canva Sans</vt:lpstr>
      <vt:lpstr>Gotham Bold</vt:lpstr>
      <vt:lpstr>Arial</vt:lpstr>
      <vt:lpstr>Canva Sans Bold</vt:lpstr>
      <vt:lpstr>Helvetica World Italics</vt:lpstr>
      <vt:lpstr>Helvetica World</vt:lpstr>
      <vt:lpstr>Gotham</vt:lpstr>
      <vt:lpstr>TT Fors</vt:lpstr>
      <vt:lpstr>Helvetica World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White Blue Simple Business Pitch Deck Presentation</dc:title>
  <cp:lastModifiedBy>Aishwar C Nigam</cp:lastModifiedBy>
  <cp:revision>1</cp:revision>
  <dcterms:created xsi:type="dcterms:W3CDTF">2006-08-16T00:00:00Z</dcterms:created>
  <dcterms:modified xsi:type="dcterms:W3CDTF">2026-03-13T08:38:44Z</dcterms:modified>
  <dc:identifier>DAHDwUYst6g</dc:identifier>
</cp:coreProperties>
</file>