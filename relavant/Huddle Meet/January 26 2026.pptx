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8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9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0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1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4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5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18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19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0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26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27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9" r:id="rId3"/>
    <p:sldId id="296" r:id="rId4"/>
    <p:sldId id="260" r:id="rId5"/>
    <p:sldId id="261" r:id="rId6"/>
    <p:sldId id="288" r:id="rId7"/>
    <p:sldId id="289" r:id="rId8"/>
    <p:sldId id="290" r:id="rId9"/>
    <p:sldId id="292" r:id="rId10"/>
    <p:sldId id="293" r:id="rId11"/>
    <p:sldId id="294" r:id="rId12"/>
    <p:sldId id="295" r:id="rId13"/>
    <p:sldId id="291" r:id="rId14"/>
    <p:sldId id="262" r:id="rId15"/>
    <p:sldId id="263" r:id="rId16"/>
    <p:sldId id="264" r:id="rId17"/>
    <p:sldId id="265" r:id="rId18"/>
    <p:sldId id="286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97" r:id="rId31"/>
    <p:sldId id="298" r:id="rId32"/>
    <p:sldId id="278" r:id="rId33"/>
    <p:sldId id="279" r:id="rId34"/>
    <p:sldId id="28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4EB020BB-530E-4EE8-97C3-3EB4C80E2F74}">
          <p14:sldIdLst>
            <p14:sldId id="256"/>
            <p14:sldId id="259"/>
            <p14:sldId id="296"/>
            <p14:sldId id="260"/>
          </p14:sldIdLst>
        </p14:section>
        <p14:section name="CORE BLOCK" id="{5FC5ED70-1BA5-41B2-A417-ED368748FAFA}">
          <p14:sldIdLst>
            <p14:sldId id="261"/>
            <p14:sldId id="288"/>
            <p14:sldId id="289"/>
            <p14:sldId id="290"/>
            <p14:sldId id="292"/>
            <p14:sldId id="293"/>
            <p14:sldId id="294"/>
            <p14:sldId id="295"/>
          </p14:sldIdLst>
        </p14:section>
        <p14:section name="COMMUNICATION DISCIPLINE" id="{ADB62CDD-33FE-4C9D-8FB9-58AC6A2E9818}">
          <p14:sldIdLst>
            <p14:sldId id="291"/>
            <p14:sldId id="262"/>
            <p14:sldId id="263"/>
            <p14:sldId id="264"/>
            <p14:sldId id="265"/>
          </p14:sldIdLst>
        </p14:section>
        <p14:section name="DECISION-MAKING &amp; OWNERSHIP" id="{0D645F27-B342-4A0D-8D1B-2102950A6151}">
          <p14:sldIdLst>
            <p14:sldId id="286"/>
          </p14:sldIdLst>
        </p14:section>
        <p14:section name="INDIVIDUAL DISCUSSION: ABHINAV" id="{70527105-8BAD-48B3-B69F-649B9EB2AB8D}">
          <p14:sldIdLst>
            <p14:sldId id="266"/>
            <p14:sldId id="267"/>
            <p14:sldId id="268"/>
            <p14:sldId id="269"/>
          </p14:sldIdLst>
        </p14:section>
        <p14:section name="INDIVIDUAL DISCUSSION: HARMANDEEP" id="{B141E55B-BEC4-41E5-A5D1-80AC2C6E9F0D}">
          <p14:sldIdLst>
            <p14:sldId id="270"/>
            <p14:sldId id="271"/>
            <p14:sldId id="272"/>
            <p14:sldId id="273"/>
            <p14:sldId id="274"/>
          </p14:sldIdLst>
        </p14:section>
        <p14:section name="CLOSURE &amp; GOVERNANCE" id="{2DE7445B-9878-4A8D-9DD7-B24D90EF3A0D}">
          <p14:sldIdLst>
            <p14:sldId id="275"/>
            <p14:sldId id="276"/>
            <p14:sldId id="297"/>
            <p14:sldId id="298"/>
            <p14:sldId id="278"/>
            <p14:sldId id="279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33193" autoAdjust="0"/>
    <p:restoredTop sz="26667" autoAdjust="0"/>
  </p:normalViewPr>
  <p:slideViewPr>
    <p:cSldViewPr snapToGrid="0">
      <p:cViewPr varScale="1">
        <p:scale>
          <a:sx n="22" d="100"/>
          <a:sy n="22" d="100"/>
        </p:scale>
        <p:origin x="2189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shwar C Nigam" userId="b0b382f3-1a41-4da3-92e1-f09e111328a1" providerId="ADAL" clId="{8A957FB4-2AE3-4D3E-A618-130ED577C9FB}"/>
    <pc:docChg chg="undo custSel addSld delSld modSld sldOrd addSection delSection modSection">
      <pc:chgData name="Aishwar C Nigam" userId="b0b382f3-1a41-4da3-92e1-f09e111328a1" providerId="ADAL" clId="{8A957FB4-2AE3-4D3E-A618-130ED577C9FB}" dt="2026-01-03T13:36:59.830" v="471" actId="26606"/>
      <pc:docMkLst>
        <pc:docMk/>
      </pc:docMkLst>
      <pc:sldChg chg="add">
        <pc:chgData name="Aishwar C Nigam" userId="b0b382f3-1a41-4da3-92e1-f09e111328a1" providerId="ADAL" clId="{8A957FB4-2AE3-4D3E-A618-130ED577C9FB}" dt="2026-01-03T13:23:50.890" v="409"/>
        <pc:sldMkLst>
          <pc:docMk/>
          <pc:sldMk cId="0" sldId="256"/>
        </pc:sldMkLst>
      </pc:sldChg>
      <pc:sldChg chg="addSp delSp modSp add mod ord setBg">
        <pc:chgData name="Aishwar C Nigam" userId="b0b382f3-1a41-4da3-92e1-f09e111328a1" providerId="ADAL" clId="{8A957FB4-2AE3-4D3E-A618-130ED577C9FB}" dt="2026-01-03T13:25:48.843" v="417"/>
        <pc:sldMkLst>
          <pc:docMk/>
          <pc:sldMk cId="701958410" sldId="259"/>
        </pc:sldMkLst>
        <pc:spChg chg="mod">
          <ac:chgData name="Aishwar C Nigam" userId="b0b382f3-1a41-4da3-92e1-f09e111328a1" providerId="ADAL" clId="{8A957FB4-2AE3-4D3E-A618-130ED577C9FB}" dt="2026-01-03T13:25:48.843" v="417"/>
          <ac:spMkLst>
            <pc:docMk/>
            <pc:sldMk cId="701958410" sldId="259"/>
            <ac:spMk id="2" creationId="{AFF1D412-BB13-E752-CE37-FC6E1F4AFEFB}"/>
          </ac:spMkLst>
        </pc:spChg>
        <pc:spChg chg="add mod">
          <ac:chgData name="Aishwar C Nigam" userId="b0b382f3-1a41-4da3-92e1-f09e111328a1" providerId="ADAL" clId="{8A957FB4-2AE3-4D3E-A618-130ED577C9FB}" dt="2026-01-03T12:48:50.974" v="249" actId="26606"/>
          <ac:spMkLst>
            <pc:docMk/>
            <pc:sldMk cId="701958410" sldId="259"/>
            <ac:spMk id="4" creationId="{33C7151E-2C40-DBA9-116B-B081B80F1F91}"/>
          </ac:spMkLst>
        </pc:spChg>
        <pc:spChg chg="add">
          <ac:chgData name="Aishwar C Nigam" userId="b0b382f3-1a41-4da3-92e1-f09e111328a1" providerId="ADAL" clId="{8A957FB4-2AE3-4D3E-A618-130ED577C9FB}" dt="2026-01-03T12:48:50.974" v="249" actId="26606"/>
          <ac:spMkLst>
            <pc:docMk/>
            <pc:sldMk cId="701958410" sldId="259"/>
            <ac:spMk id="67" creationId="{D9A7F3BF-8763-4074-AD77-92790AF314D1}"/>
          </ac:spMkLst>
        </pc:spChg>
        <pc:grpChg chg="add">
          <ac:chgData name="Aishwar C Nigam" userId="b0b382f3-1a41-4da3-92e1-f09e111328a1" providerId="ADAL" clId="{8A957FB4-2AE3-4D3E-A618-130ED577C9FB}" dt="2026-01-03T12:48:50.974" v="249" actId="26606"/>
          <ac:grpSpMkLst>
            <pc:docMk/>
            <pc:sldMk cId="701958410" sldId="259"/>
            <ac:grpSpMk id="69" creationId="{7A9648D6-B41B-42D0-A817-AE2607B0B5B8}"/>
          </ac:grpSpMkLst>
        </pc:grpChg>
        <pc:graphicFrameChg chg="add mod modGraphic">
          <ac:chgData name="Aishwar C Nigam" userId="b0b382f3-1a41-4da3-92e1-f09e111328a1" providerId="ADAL" clId="{8A957FB4-2AE3-4D3E-A618-130ED577C9FB}" dt="2026-01-03T13:25:42.262" v="416"/>
          <ac:graphicFrameMkLst>
            <pc:docMk/>
            <pc:sldMk cId="701958410" sldId="259"/>
            <ac:graphicFrameMk id="6" creationId="{F899A258-B269-979F-D40F-2EC6DD91B99E}"/>
          </ac:graphicFrameMkLst>
        </pc:graphicFrameChg>
        <pc:cxnChg chg="add">
          <ac:chgData name="Aishwar C Nigam" userId="b0b382f3-1a41-4da3-92e1-f09e111328a1" providerId="ADAL" clId="{8A957FB4-2AE3-4D3E-A618-130ED577C9FB}" dt="2026-01-03T12:48:50.974" v="249" actId="26606"/>
          <ac:cxnSpMkLst>
            <pc:docMk/>
            <pc:sldMk cId="701958410" sldId="259"/>
            <ac:cxnSpMk id="74" creationId="{C49DA8F6-BCC1-4447-B54C-57856834B94B}"/>
          </ac:cxnSpMkLst>
        </pc:cxnChg>
      </pc:sldChg>
      <pc:sldChg chg="addSp delSp modSp add mod ord setBg modNotesTx">
        <pc:chgData name="Aishwar C Nigam" userId="b0b382f3-1a41-4da3-92e1-f09e111328a1" providerId="ADAL" clId="{8A957FB4-2AE3-4D3E-A618-130ED577C9FB}" dt="2026-01-03T13:25:05.119" v="413"/>
        <pc:sldMkLst>
          <pc:docMk/>
          <pc:sldMk cId="84845859" sldId="260"/>
        </pc:sldMkLst>
        <pc:spChg chg="mod">
          <ac:chgData name="Aishwar C Nigam" userId="b0b382f3-1a41-4da3-92e1-f09e111328a1" providerId="ADAL" clId="{8A957FB4-2AE3-4D3E-A618-130ED577C9FB}" dt="2026-01-03T12:47:59.534" v="241" actId="26606"/>
          <ac:spMkLst>
            <pc:docMk/>
            <pc:sldMk cId="84845859" sldId="260"/>
            <ac:spMk id="2" creationId="{DA18024F-68F0-E59F-A81E-DE7DA27E65D8}"/>
          </ac:spMkLst>
        </pc:spChg>
        <pc:spChg chg="add mod">
          <ac:chgData name="Aishwar C Nigam" userId="b0b382f3-1a41-4da3-92e1-f09e111328a1" providerId="ADAL" clId="{8A957FB4-2AE3-4D3E-A618-130ED577C9FB}" dt="2026-01-03T12:47:59.534" v="241" actId="26606"/>
          <ac:spMkLst>
            <pc:docMk/>
            <pc:sldMk cId="84845859" sldId="260"/>
            <ac:spMk id="4" creationId="{603D854A-3FEE-749F-088A-D4678847E42A}"/>
          </ac:spMkLst>
        </pc:spChg>
        <pc:spChg chg="add">
          <ac:chgData name="Aishwar C Nigam" userId="b0b382f3-1a41-4da3-92e1-f09e111328a1" providerId="ADAL" clId="{8A957FB4-2AE3-4D3E-A618-130ED577C9FB}" dt="2026-01-03T12:47:59.534" v="241" actId="26606"/>
          <ac:spMkLst>
            <pc:docMk/>
            <pc:sldMk cId="84845859" sldId="260"/>
            <ac:spMk id="55" creationId="{16AC3602-3348-4F31-9E43-076B03514ECB}"/>
          </ac:spMkLst>
        </pc:spChg>
        <pc:spChg chg="add">
          <ac:chgData name="Aishwar C Nigam" userId="b0b382f3-1a41-4da3-92e1-f09e111328a1" providerId="ADAL" clId="{8A957FB4-2AE3-4D3E-A618-130ED577C9FB}" dt="2026-01-03T12:47:59.534" v="241" actId="26606"/>
          <ac:spMkLst>
            <pc:docMk/>
            <pc:sldMk cId="84845859" sldId="260"/>
            <ac:spMk id="57" creationId="{394094B0-A6C9-44BE-9042-66EF0612F625}"/>
          </ac:spMkLst>
        </pc:spChg>
        <pc:spChg chg="add">
          <ac:chgData name="Aishwar C Nigam" userId="b0b382f3-1a41-4da3-92e1-f09e111328a1" providerId="ADAL" clId="{8A957FB4-2AE3-4D3E-A618-130ED577C9FB}" dt="2026-01-03T12:47:59.534" v="241" actId="26606"/>
          <ac:spMkLst>
            <pc:docMk/>
            <pc:sldMk cId="84845859" sldId="260"/>
            <ac:spMk id="59" creationId="{64C2CA96-0B16-4AA7-B340-33044D238597}"/>
          </ac:spMkLst>
        </pc:spChg>
        <pc:spChg chg="add">
          <ac:chgData name="Aishwar C Nigam" userId="b0b382f3-1a41-4da3-92e1-f09e111328a1" providerId="ADAL" clId="{8A957FB4-2AE3-4D3E-A618-130ED577C9FB}" dt="2026-01-03T12:47:59.534" v="241" actId="26606"/>
          <ac:spMkLst>
            <pc:docMk/>
            <pc:sldMk cId="84845859" sldId="260"/>
            <ac:spMk id="61" creationId="{1D50D7A8-F1D5-4306-8A9B-DD7A73EB8BCE}"/>
          </ac:spMkLst>
        </pc:spChg>
        <pc:graphicFrameChg chg="modGraphic">
          <ac:chgData name="Aishwar C Nigam" userId="b0b382f3-1a41-4da3-92e1-f09e111328a1" providerId="ADAL" clId="{8A957FB4-2AE3-4D3E-A618-130ED577C9FB}" dt="2026-01-03T12:48:45.800" v="248" actId="26606"/>
          <ac:graphicFrameMkLst>
            <pc:docMk/>
            <pc:sldMk cId="84845859" sldId="260"/>
            <ac:graphicFrameMk id="51" creationId="{C8ED7F09-8604-9EEC-A3FC-DE0CEC9BAF2F}"/>
          </ac:graphicFrameMkLst>
        </pc:graphicFrameChg>
      </pc:sldChg>
      <pc:sldChg chg="addSp delSp modSp add mod setBg modNotesTx">
        <pc:chgData name="Aishwar C Nigam" userId="b0b382f3-1a41-4da3-92e1-f09e111328a1" providerId="ADAL" clId="{8A957FB4-2AE3-4D3E-A618-130ED577C9FB}" dt="2026-01-03T12:59:07.204" v="323" actId="20577"/>
        <pc:sldMkLst>
          <pc:docMk/>
          <pc:sldMk cId="3952567247" sldId="261"/>
        </pc:sldMkLst>
        <pc:spChg chg="mod">
          <ac:chgData name="Aishwar C Nigam" userId="b0b382f3-1a41-4da3-92e1-f09e111328a1" providerId="ADAL" clId="{8A957FB4-2AE3-4D3E-A618-130ED577C9FB}" dt="2026-01-03T12:48:11.591" v="244" actId="26606"/>
          <ac:spMkLst>
            <pc:docMk/>
            <pc:sldMk cId="3952567247" sldId="261"/>
            <ac:spMk id="2" creationId="{99300FED-2C31-5A2F-7823-2A5C258C3C0A}"/>
          </ac:spMkLst>
        </pc:spChg>
        <pc:spChg chg="add mod">
          <ac:chgData name="Aishwar C Nigam" userId="b0b382f3-1a41-4da3-92e1-f09e111328a1" providerId="ADAL" clId="{8A957FB4-2AE3-4D3E-A618-130ED577C9FB}" dt="2026-01-03T12:48:11.591" v="244" actId="26606"/>
          <ac:spMkLst>
            <pc:docMk/>
            <pc:sldMk cId="3952567247" sldId="261"/>
            <ac:spMk id="4" creationId="{DEA9D288-35E9-9F7E-A27D-FDA8DF98103E}"/>
          </ac:spMkLst>
        </pc:spChg>
        <pc:spChg chg="add">
          <ac:chgData name="Aishwar C Nigam" userId="b0b382f3-1a41-4da3-92e1-f09e111328a1" providerId="ADAL" clId="{8A957FB4-2AE3-4D3E-A618-130ED577C9FB}" dt="2026-01-03T12:48:11.591" v="244" actId="26606"/>
          <ac:spMkLst>
            <pc:docMk/>
            <pc:sldMk cId="3952567247" sldId="261"/>
            <ac:spMk id="24" creationId="{B50AB553-2A96-4A92-96F2-93548E096954}"/>
          </ac:spMkLst>
        </pc:spChg>
        <pc:graphicFrameChg chg="add mod modGraphic">
          <ac:chgData name="Aishwar C Nigam" userId="b0b382f3-1a41-4da3-92e1-f09e111328a1" providerId="ADAL" clId="{8A957FB4-2AE3-4D3E-A618-130ED577C9FB}" dt="2026-01-03T12:49:06.603" v="256" actId="26606"/>
          <ac:graphicFrameMkLst>
            <pc:docMk/>
            <pc:sldMk cId="3952567247" sldId="261"/>
            <ac:graphicFrameMk id="6" creationId="{D7BF89E7-15EB-3F29-0FF7-AA3CC41828B2}"/>
          </ac:graphicFrameMkLst>
        </pc:graphicFrameChg>
        <pc:picChg chg="add">
          <ac:chgData name="Aishwar C Nigam" userId="b0b382f3-1a41-4da3-92e1-f09e111328a1" providerId="ADAL" clId="{8A957FB4-2AE3-4D3E-A618-130ED577C9FB}" dt="2026-01-03T12:48:11.591" v="244" actId="26606"/>
          <ac:picMkLst>
            <pc:docMk/>
            <pc:sldMk cId="3952567247" sldId="261"/>
            <ac:picMk id="20" creationId="{DEB9AD3C-2FCA-20C0-8224-649182EBD449}"/>
          </ac:picMkLst>
        </pc:picChg>
      </pc:sldChg>
      <pc:sldChg chg="addSp delSp modSp add mod setBg">
        <pc:chgData name="Aishwar C Nigam" userId="b0b382f3-1a41-4da3-92e1-f09e111328a1" providerId="ADAL" clId="{8A957FB4-2AE3-4D3E-A618-130ED577C9FB}" dt="2026-01-03T12:48:23.731" v="247" actId="26606"/>
        <pc:sldMkLst>
          <pc:docMk/>
          <pc:sldMk cId="3506507272" sldId="262"/>
        </pc:sldMkLst>
        <pc:spChg chg="mod">
          <ac:chgData name="Aishwar C Nigam" userId="b0b382f3-1a41-4da3-92e1-f09e111328a1" providerId="ADAL" clId="{8A957FB4-2AE3-4D3E-A618-130ED577C9FB}" dt="2026-01-03T12:48:23.731" v="247" actId="26606"/>
          <ac:spMkLst>
            <pc:docMk/>
            <pc:sldMk cId="3506507272" sldId="262"/>
            <ac:spMk id="2" creationId="{C62C220A-598B-698D-DF20-AF19FBFBDCB0}"/>
          </ac:spMkLst>
        </pc:spChg>
        <pc:spChg chg="add mod">
          <ac:chgData name="Aishwar C Nigam" userId="b0b382f3-1a41-4da3-92e1-f09e111328a1" providerId="ADAL" clId="{8A957FB4-2AE3-4D3E-A618-130ED577C9FB}" dt="2026-01-03T12:48:23.731" v="247" actId="26606"/>
          <ac:spMkLst>
            <pc:docMk/>
            <pc:sldMk cId="3506507272" sldId="262"/>
            <ac:spMk id="4" creationId="{5D1A98D0-F154-CC53-C1E8-D40D32A9790D}"/>
          </ac:spMkLst>
        </pc:spChg>
        <pc:spChg chg="add">
          <ac:chgData name="Aishwar C Nigam" userId="b0b382f3-1a41-4da3-92e1-f09e111328a1" providerId="ADAL" clId="{8A957FB4-2AE3-4D3E-A618-130ED577C9FB}" dt="2026-01-03T12:48:23.731" v="247" actId="26606"/>
          <ac:spMkLst>
            <pc:docMk/>
            <pc:sldMk cId="3506507272" sldId="262"/>
            <ac:spMk id="23" creationId="{D9A7F3BF-8763-4074-AD77-92790AF314D1}"/>
          </ac:spMkLst>
        </pc:spChg>
        <pc:grpChg chg="add">
          <ac:chgData name="Aishwar C Nigam" userId="b0b382f3-1a41-4da3-92e1-f09e111328a1" providerId="ADAL" clId="{8A957FB4-2AE3-4D3E-A618-130ED577C9FB}" dt="2026-01-03T12:48:23.731" v="247" actId="26606"/>
          <ac:grpSpMkLst>
            <pc:docMk/>
            <pc:sldMk cId="3506507272" sldId="262"/>
            <ac:grpSpMk id="25" creationId="{7A9648D6-B41B-42D0-A817-AE2607B0B5B8}"/>
          </ac:grpSpMkLst>
        </pc:grpChg>
        <pc:graphicFrameChg chg="add mod modGraphic">
          <ac:chgData name="Aishwar C Nigam" userId="b0b382f3-1a41-4da3-92e1-f09e111328a1" providerId="ADAL" clId="{8A957FB4-2AE3-4D3E-A618-130ED577C9FB}" dt="2026-01-03T12:48:23.731" v="247" actId="26606"/>
          <ac:graphicFrameMkLst>
            <pc:docMk/>
            <pc:sldMk cId="3506507272" sldId="262"/>
            <ac:graphicFrameMk id="6" creationId="{A213F46B-2AA2-6DC9-8228-5F9D0B5FB394}"/>
          </ac:graphicFrameMkLst>
        </pc:graphicFrameChg>
      </pc:sldChg>
      <pc:sldChg chg="addSp delSp modSp add mod setBg">
        <pc:chgData name="Aishwar C Nigam" userId="b0b382f3-1a41-4da3-92e1-f09e111328a1" providerId="ADAL" clId="{8A957FB4-2AE3-4D3E-A618-130ED577C9FB}" dt="2026-01-03T12:49:19.787" v="257" actId="26606"/>
        <pc:sldMkLst>
          <pc:docMk/>
          <pc:sldMk cId="2546303204" sldId="263"/>
        </pc:sldMkLst>
        <pc:spChg chg="mod">
          <ac:chgData name="Aishwar C Nigam" userId="b0b382f3-1a41-4da3-92e1-f09e111328a1" providerId="ADAL" clId="{8A957FB4-2AE3-4D3E-A618-130ED577C9FB}" dt="2026-01-03T12:49:19.787" v="257" actId="26606"/>
          <ac:spMkLst>
            <pc:docMk/>
            <pc:sldMk cId="2546303204" sldId="263"/>
            <ac:spMk id="2" creationId="{A39CB1B1-7B6F-E82D-F69C-8DC2CC0CDD3E}"/>
          </ac:spMkLst>
        </pc:spChg>
        <pc:spChg chg="add mod">
          <ac:chgData name="Aishwar C Nigam" userId="b0b382f3-1a41-4da3-92e1-f09e111328a1" providerId="ADAL" clId="{8A957FB4-2AE3-4D3E-A618-130ED577C9FB}" dt="2026-01-03T12:49:19.787" v="257" actId="26606"/>
          <ac:spMkLst>
            <pc:docMk/>
            <pc:sldMk cId="2546303204" sldId="263"/>
            <ac:spMk id="4" creationId="{F99FFB7A-D6DD-B68A-1214-6D2410F48A12}"/>
          </ac:spMkLst>
        </pc:spChg>
        <pc:spChg chg="add">
          <ac:chgData name="Aishwar C Nigam" userId="b0b382f3-1a41-4da3-92e1-f09e111328a1" providerId="ADAL" clId="{8A957FB4-2AE3-4D3E-A618-130ED577C9FB}" dt="2026-01-03T12:49:19.787" v="257" actId="26606"/>
          <ac:spMkLst>
            <pc:docMk/>
            <pc:sldMk cId="2546303204" sldId="263"/>
            <ac:spMk id="23" creationId="{2659FDB4-FCBE-4A89-B46D-43D4FA54464D}"/>
          </ac:spMkLst>
        </pc:spChg>
        <pc:graphicFrameChg chg="add mod modGraphic">
          <ac:chgData name="Aishwar C Nigam" userId="b0b382f3-1a41-4da3-92e1-f09e111328a1" providerId="ADAL" clId="{8A957FB4-2AE3-4D3E-A618-130ED577C9FB}" dt="2026-01-03T12:49:19.787" v="257" actId="26606"/>
          <ac:graphicFrameMkLst>
            <pc:docMk/>
            <pc:sldMk cId="2546303204" sldId="263"/>
            <ac:graphicFrameMk id="6" creationId="{23F50B9F-0765-F2B7-DA53-7D1CD35E6F2A}"/>
          </ac:graphicFrameMkLst>
        </pc:graphicFrameChg>
        <pc:cxnChg chg="add">
          <ac:chgData name="Aishwar C Nigam" userId="b0b382f3-1a41-4da3-92e1-f09e111328a1" providerId="ADAL" clId="{8A957FB4-2AE3-4D3E-A618-130ED577C9FB}" dt="2026-01-03T12:49:19.787" v="257" actId="26606"/>
          <ac:cxnSpMkLst>
            <pc:docMk/>
            <pc:sldMk cId="2546303204" sldId="263"/>
            <ac:cxnSpMk id="25" creationId="{C8F51B3F-8331-4E4A-AE96-D47B1006EEAD}"/>
          </ac:cxnSpMkLst>
        </pc:cxnChg>
      </pc:sldChg>
      <pc:sldChg chg="addSp delSp modSp add mod setBg">
        <pc:chgData name="Aishwar C Nigam" userId="b0b382f3-1a41-4da3-92e1-f09e111328a1" providerId="ADAL" clId="{8A957FB4-2AE3-4D3E-A618-130ED577C9FB}" dt="2026-01-03T12:14:38.298" v="127" actId="26606"/>
        <pc:sldMkLst>
          <pc:docMk/>
          <pc:sldMk cId="2836998862" sldId="264"/>
        </pc:sldMkLst>
        <pc:spChg chg="mod">
          <ac:chgData name="Aishwar C Nigam" userId="b0b382f3-1a41-4da3-92e1-f09e111328a1" providerId="ADAL" clId="{8A957FB4-2AE3-4D3E-A618-130ED577C9FB}" dt="2026-01-03T12:14:38.298" v="127" actId="26606"/>
          <ac:spMkLst>
            <pc:docMk/>
            <pc:sldMk cId="2836998862" sldId="264"/>
            <ac:spMk id="2" creationId="{6E444C27-BCF1-98B7-C22D-79E2F0198D96}"/>
          </ac:spMkLst>
        </pc:spChg>
        <pc:spChg chg="add mod">
          <ac:chgData name="Aishwar C Nigam" userId="b0b382f3-1a41-4da3-92e1-f09e111328a1" providerId="ADAL" clId="{8A957FB4-2AE3-4D3E-A618-130ED577C9FB}" dt="2026-01-03T12:14:38.298" v="127" actId="26606"/>
          <ac:spMkLst>
            <pc:docMk/>
            <pc:sldMk cId="2836998862" sldId="264"/>
            <ac:spMk id="4" creationId="{A835F170-CA4B-1332-59DE-0678E84AC9B3}"/>
          </ac:spMkLst>
        </pc:spChg>
        <pc:spChg chg="add">
          <ac:chgData name="Aishwar C Nigam" userId="b0b382f3-1a41-4da3-92e1-f09e111328a1" providerId="ADAL" clId="{8A957FB4-2AE3-4D3E-A618-130ED577C9FB}" dt="2026-01-03T12:14:38.298" v="127" actId="26606"/>
          <ac:spMkLst>
            <pc:docMk/>
            <pc:sldMk cId="2836998862" sldId="264"/>
            <ac:spMk id="20" creationId="{7517A47C-B2E5-4B79-8061-D74B1311AF6E}"/>
          </ac:spMkLst>
        </pc:spChg>
        <pc:spChg chg="add">
          <ac:chgData name="Aishwar C Nigam" userId="b0b382f3-1a41-4da3-92e1-f09e111328a1" providerId="ADAL" clId="{8A957FB4-2AE3-4D3E-A618-130ED577C9FB}" dt="2026-01-03T12:14:38.298" v="127" actId="26606"/>
          <ac:spMkLst>
            <pc:docMk/>
            <pc:sldMk cId="2836998862" sldId="264"/>
            <ac:spMk id="21" creationId="{C505E780-2083-4CB5-A42A-5E0E2908ECC3}"/>
          </ac:spMkLst>
        </pc:spChg>
        <pc:spChg chg="add">
          <ac:chgData name="Aishwar C Nigam" userId="b0b382f3-1a41-4da3-92e1-f09e111328a1" providerId="ADAL" clId="{8A957FB4-2AE3-4D3E-A618-130ED577C9FB}" dt="2026-01-03T12:14:38.298" v="127" actId="26606"/>
          <ac:spMkLst>
            <pc:docMk/>
            <pc:sldMk cId="2836998862" sldId="264"/>
            <ac:spMk id="22" creationId="{D2C0AE1C-0118-41AE-8A10-7CDCBF10E96F}"/>
          </ac:spMkLst>
        </pc:spChg>
        <pc:spChg chg="add">
          <ac:chgData name="Aishwar C Nigam" userId="b0b382f3-1a41-4da3-92e1-f09e111328a1" providerId="ADAL" clId="{8A957FB4-2AE3-4D3E-A618-130ED577C9FB}" dt="2026-01-03T12:14:38.298" v="127" actId="26606"/>
          <ac:spMkLst>
            <pc:docMk/>
            <pc:sldMk cId="2836998862" sldId="264"/>
            <ac:spMk id="23" creationId="{463EEC44-1BA3-44ED-81FC-A644B04B2A44}"/>
          </ac:spMkLst>
        </pc:spChg>
        <pc:graphicFrameChg chg="add">
          <ac:chgData name="Aishwar C Nigam" userId="b0b382f3-1a41-4da3-92e1-f09e111328a1" providerId="ADAL" clId="{8A957FB4-2AE3-4D3E-A618-130ED577C9FB}" dt="2026-01-03T12:14:38.298" v="127" actId="26606"/>
          <ac:graphicFrameMkLst>
            <pc:docMk/>
            <pc:sldMk cId="2836998862" sldId="264"/>
            <ac:graphicFrameMk id="24" creationId="{E1D74C41-058E-98BA-2300-A8573DDD7004}"/>
          </ac:graphicFrameMkLst>
        </pc:graphicFrameChg>
      </pc:sldChg>
      <pc:sldChg chg="addSp delSp modSp add mod setBg">
        <pc:chgData name="Aishwar C Nigam" userId="b0b382f3-1a41-4da3-92e1-f09e111328a1" providerId="ADAL" clId="{8A957FB4-2AE3-4D3E-A618-130ED577C9FB}" dt="2026-01-03T12:14:49.606" v="128" actId="26606"/>
        <pc:sldMkLst>
          <pc:docMk/>
          <pc:sldMk cId="505252775" sldId="265"/>
        </pc:sldMkLst>
        <pc:spChg chg="mod">
          <ac:chgData name="Aishwar C Nigam" userId="b0b382f3-1a41-4da3-92e1-f09e111328a1" providerId="ADAL" clId="{8A957FB4-2AE3-4D3E-A618-130ED577C9FB}" dt="2026-01-03T12:14:49.606" v="128" actId="26606"/>
          <ac:spMkLst>
            <pc:docMk/>
            <pc:sldMk cId="505252775" sldId="265"/>
            <ac:spMk id="2" creationId="{03DF1B7E-A12C-7141-5BEF-F7ABFE28845C}"/>
          </ac:spMkLst>
        </pc:spChg>
        <pc:spChg chg="add mod">
          <ac:chgData name="Aishwar C Nigam" userId="b0b382f3-1a41-4da3-92e1-f09e111328a1" providerId="ADAL" clId="{8A957FB4-2AE3-4D3E-A618-130ED577C9FB}" dt="2026-01-03T12:14:49.606" v="128" actId="26606"/>
          <ac:spMkLst>
            <pc:docMk/>
            <pc:sldMk cId="505252775" sldId="265"/>
            <ac:spMk id="4" creationId="{92701134-9AFF-734B-11C1-B5E9CAF6B133}"/>
          </ac:spMkLst>
        </pc:spChg>
        <pc:spChg chg="add">
          <ac:chgData name="Aishwar C Nigam" userId="b0b382f3-1a41-4da3-92e1-f09e111328a1" providerId="ADAL" clId="{8A957FB4-2AE3-4D3E-A618-130ED577C9FB}" dt="2026-01-03T12:14:49.606" v="128" actId="26606"/>
          <ac:spMkLst>
            <pc:docMk/>
            <pc:sldMk cId="505252775" sldId="265"/>
            <ac:spMk id="10" creationId="{7517A47C-B2E5-4B79-8061-D74B1311AF6E}"/>
          </ac:spMkLst>
        </pc:spChg>
        <pc:spChg chg="add">
          <ac:chgData name="Aishwar C Nigam" userId="b0b382f3-1a41-4da3-92e1-f09e111328a1" providerId="ADAL" clId="{8A957FB4-2AE3-4D3E-A618-130ED577C9FB}" dt="2026-01-03T12:14:49.606" v="128" actId="26606"/>
          <ac:spMkLst>
            <pc:docMk/>
            <pc:sldMk cId="505252775" sldId="265"/>
            <ac:spMk id="12" creationId="{C505E780-2083-4CB5-A42A-5E0E2908ECC3}"/>
          </ac:spMkLst>
        </pc:spChg>
        <pc:spChg chg="add">
          <ac:chgData name="Aishwar C Nigam" userId="b0b382f3-1a41-4da3-92e1-f09e111328a1" providerId="ADAL" clId="{8A957FB4-2AE3-4D3E-A618-130ED577C9FB}" dt="2026-01-03T12:14:49.606" v="128" actId="26606"/>
          <ac:spMkLst>
            <pc:docMk/>
            <pc:sldMk cId="505252775" sldId="265"/>
            <ac:spMk id="14" creationId="{D2C0AE1C-0118-41AE-8A10-7CDCBF10E96F}"/>
          </ac:spMkLst>
        </pc:spChg>
        <pc:spChg chg="add">
          <ac:chgData name="Aishwar C Nigam" userId="b0b382f3-1a41-4da3-92e1-f09e111328a1" providerId="ADAL" clId="{8A957FB4-2AE3-4D3E-A618-130ED577C9FB}" dt="2026-01-03T12:14:49.606" v="128" actId="26606"/>
          <ac:spMkLst>
            <pc:docMk/>
            <pc:sldMk cId="505252775" sldId="265"/>
            <ac:spMk id="16" creationId="{463EEC44-1BA3-44ED-81FC-A644B04B2A44}"/>
          </ac:spMkLst>
        </pc:spChg>
        <pc:graphicFrameChg chg="add">
          <ac:chgData name="Aishwar C Nigam" userId="b0b382f3-1a41-4da3-92e1-f09e111328a1" providerId="ADAL" clId="{8A957FB4-2AE3-4D3E-A618-130ED577C9FB}" dt="2026-01-03T12:14:49.606" v="128" actId="26606"/>
          <ac:graphicFrameMkLst>
            <pc:docMk/>
            <pc:sldMk cId="505252775" sldId="265"/>
            <ac:graphicFrameMk id="6" creationId="{F204BD86-FFF2-EA28-E481-3D30E06C7D2F}"/>
          </ac:graphicFrameMkLst>
        </pc:graphicFrameChg>
      </pc:sldChg>
      <pc:sldChg chg="addSp delSp modSp add mod setBg addAnim">
        <pc:chgData name="Aishwar C Nigam" userId="b0b382f3-1a41-4da3-92e1-f09e111328a1" providerId="ADAL" clId="{8A957FB4-2AE3-4D3E-A618-130ED577C9FB}" dt="2026-01-03T12:49:47.847" v="260"/>
        <pc:sldMkLst>
          <pc:docMk/>
          <pc:sldMk cId="3305282459" sldId="266"/>
        </pc:sldMkLst>
        <pc:spChg chg="mod">
          <ac:chgData name="Aishwar C Nigam" userId="b0b382f3-1a41-4da3-92e1-f09e111328a1" providerId="ADAL" clId="{8A957FB4-2AE3-4D3E-A618-130ED577C9FB}" dt="2026-01-03T12:49:47.846" v="259" actId="26606"/>
          <ac:spMkLst>
            <pc:docMk/>
            <pc:sldMk cId="3305282459" sldId="266"/>
            <ac:spMk id="2" creationId="{898CDD29-20A1-6454-212D-4FDEBAEB74B6}"/>
          </ac:spMkLst>
        </pc:spChg>
        <pc:spChg chg="add mod">
          <ac:chgData name="Aishwar C Nigam" userId="b0b382f3-1a41-4da3-92e1-f09e111328a1" providerId="ADAL" clId="{8A957FB4-2AE3-4D3E-A618-130ED577C9FB}" dt="2026-01-03T12:49:47.846" v="259" actId="26606"/>
          <ac:spMkLst>
            <pc:docMk/>
            <pc:sldMk cId="3305282459" sldId="266"/>
            <ac:spMk id="3" creationId="{627D2142-3304-9BF8-B39A-35B447223096}"/>
          </ac:spMkLst>
        </pc:spChg>
        <pc:spChg chg="add">
          <ac:chgData name="Aishwar C Nigam" userId="b0b382f3-1a41-4da3-92e1-f09e111328a1" providerId="ADAL" clId="{8A957FB4-2AE3-4D3E-A618-130ED577C9FB}" dt="2026-01-03T12:49:47.846" v="259" actId="26606"/>
          <ac:spMkLst>
            <pc:docMk/>
            <pc:sldMk cId="3305282459" sldId="266"/>
            <ac:spMk id="17" creationId="{8F9CBE3F-79A8-4F8F-88D9-DAD03D0D281F}"/>
          </ac:spMkLst>
        </pc:spChg>
        <pc:spChg chg="add">
          <ac:chgData name="Aishwar C Nigam" userId="b0b382f3-1a41-4da3-92e1-f09e111328a1" providerId="ADAL" clId="{8A957FB4-2AE3-4D3E-A618-130ED577C9FB}" dt="2026-01-03T12:49:47.846" v="259" actId="26606"/>
          <ac:spMkLst>
            <pc:docMk/>
            <pc:sldMk cId="3305282459" sldId="266"/>
            <ac:spMk id="19" creationId="{508BEF50-7B1E-49A4-BC19-5F4F1D755E64}"/>
          </ac:spMkLst>
        </pc:spChg>
        <pc:spChg chg="add">
          <ac:chgData name="Aishwar C Nigam" userId="b0b382f3-1a41-4da3-92e1-f09e111328a1" providerId="ADAL" clId="{8A957FB4-2AE3-4D3E-A618-130ED577C9FB}" dt="2026-01-03T12:49:47.846" v="259" actId="26606"/>
          <ac:spMkLst>
            <pc:docMk/>
            <pc:sldMk cId="3305282459" sldId="266"/>
            <ac:spMk id="23" creationId="{AEA7509D-F04F-40CB-A0B3-EEF16499CC9F}"/>
          </ac:spMkLst>
        </pc:spChg>
        <pc:spChg chg="add">
          <ac:chgData name="Aishwar C Nigam" userId="b0b382f3-1a41-4da3-92e1-f09e111328a1" providerId="ADAL" clId="{8A957FB4-2AE3-4D3E-A618-130ED577C9FB}" dt="2026-01-03T12:49:47.846" v="259" actId="26606"/>
          <ac:spMkLst>
            <pc:docMk/>
            <pc:sldMk cId="3305282459" sldId="266"/>
            <ac:spMk id="25" creationId="{C39ADB8F-D187-49D7-BDCF-C1B6DC727068}"/>
          </ac:spMkLst>
        </pc:spChg>
        <pc:spChg chg="add">
          <ac:chgData name="Aishwar C Nigam" userId="b0b382f3-1a41-4da3-92e1-f09e111328a1" providerId="ADAL" clId="{8A957FB4-2AE3-4D3E-A618-130ED577C9FB}" dt="2026-01-03T12:49:47.846" v="259" actId="26606"/>
          <ac:spMkLst>
            <pc:docMk/>
            <pc:sldMk cId="3305282459" sldId="266"/>
            <ac:spMk id="27" creationId="{712D4376-A578-4FF1-94FC-245E7A6A489F}"/>
          </ac:spMkLst>
        </pc:spChg>
        <pc:spChg chg="add">
          <ac:chgData name="Aishwar C Nigam" userId="b0b382f3-1a41-4da3-92e1-f09e111328a1" providerId="ADAL" clId="{8A957FB4-2AE3-4D3E-A618-130ED577C9FB}" dt="2026-01-03T12:49:47.846" v="259" actId="26606"/>
          <ac:spMkLst>
            <pc:docMk/>
            <pc:sldMk cId="3305282459" sldId="266"/>
            <ac:spMk id="29" creationId="{3FBAD350-5664-4811-A208-657FB882D350}"/>
          </ac:spMkLst>
        </pc:spChg>
      </pc:sldChg>
      <pc:sldChg chg="addSp delSp modSp add mod">
        <pc:chgData name="Aishwar C Nigam" userId="b0b382f3-1a41-4da3-92e1-f09e111328a1" providerId="ADAL" clId="{8A957FB4-2AE3-4D3E-A618-130ED577C9FB}" dt="2026-01-03T12:15:11.079" v="130" actId="26606"/>
        <pc:sldMkLst>
          <pc:docMk/>
          <pc:sldMk cId="1252641537" sldId="267"/>
        </pc:sldMkLst>
        <pc:spChg chg="mod">
          <ac:chgData name="Aishwar C Nigam" userId="b0b382f3-1a41-4da3-92e1-f09e111328a1" providerId="ADAL" clId="{8A957FB4-2AE3-4D3E-A618-130ED577C9FB}" dt="2026-01-03T12:05:28.315" v="39" actId="20577"/>
          <ac:spMkLst>
            <pc:docMk/>
            <pc:sldMk cId="1252641537" sldId="267"/>
            <ac:spMk id="2" creationId="{4117D8F7-3187-5B56-E069-4293BCDE3CF2}"/>
          </ac:spMkLst>
        </pc:spChg>
        <pc:spChg chg="add mod">
          <ac:chgData name="Aishwar C Nigam" userId="b0b382f3-1a41-4da3-92e1-f09e111328a1" providerId="ADAL" clId="{8A957FB4-2AE3-4D3E-A618-130ED577C9FB}" dt="2026-01-03T12:05:28.317" v="41"/>
          <ac:spMkLst>
            <pc:docMk/>
            <pc:sldMk cId="1252641537" sldId="267"/>
            <ac:spMk id="4" creationId="{777D3E23-B01F-1317-62F4-90EAE9F7F16D}"/>
          </ac:spMkLst>
        </pc:spChg>
        <pc:graphicFrameChg chg="add">
          <ac:chgData name="Aishwar C Nigam" userId="b0b382f3-1a41-4da3-92e1-f09e111328a1" providerId="ADAL" clId="{8A957FB4-2AE3-4D3E-A618-130ED577C9FB}" dt="2026-01-03T12:15:11.079" v="130" actId="26606"/>
          <ac:graphicFrameMkLst>
            <pc:docMk/>
            <pc:sldMk cId="1252641537" sldId="267"/>
            <ac:graphicFrameMk id="6" creationId="{2B93C69B-5592-8173-76CB-B7C82EF9594F}"/>
          </ac:graphicFrameMkLst>
        </pc:graphicFrameChg>
      </pc:sldChg>
      <pc:sldChg chg="addSp delSp modSp add mod setBg">
        <pc:chgData name="Aishwar C Nigam" userId="b0b382f3-1a41-4da3-92e1-f09e111328a1" providerId="ADAL" clId="{8A957FB4-2AE3-4D3E-A618-130ED577C9FB}" dt="2026-01-03T12:15:17.208" v="131" actId="26606"/>
        <pc:sldMkLst>
          <pc:docMk/>
          <pc:sldMk cId="30466918" sldId="268"/>
        </pc:sldMkLst>
        <pc:spChg chg="mod">
          <ac:chgData name="Aishwar C Nigam" userId="b0b382f3-1a41-4da3-92e1-f09e111328a1" providerId="ADAL" clId="{8A957FB4-2AE3-4D3E-A618-130ED577C9FB}" dt="2026-01-03T12:15:17.208" v="131" actId="26606"/>
          <ac:spMkLst>
            <pc:docMk/>
            <pc:sldMk cId="30466918" sldId="268"/>
            <ac:spMk id="2" creationId="{2A33AD05-74C8-0F46-B9F6-171BFFB8E26C}"/>
          </ac:spMkLst>
        </pc:spChg>
        <pc:spChg chg="add mod">
          <ac:chgData name="Aishwar C Nigam" userId="b0b382f3-1a41-4da3-92e1-f09e111328a1" providerId="ADAL" clId="{8A957FB4-2AE3-4D3E-A618-130ED577C9FB}" dt="2026-01-03T12:15:17.208" v="131" actId="26606"/>
          <ac:spMkLst>
            <pc:docMk/>
            <pc:sldMk cId="30466918" sldId="268"/>
            <ac:spMk id="4" creationId="{12121836-04A0-2F6D-F18A-C96B29A22DCB}"/>
          </ac:spMkLst>
        </pc:spChg>
        <pc:spChg chg="add">
          <ac:chgData name="Aishwar C Nigam" userId="b0b382f3-1a41-4da3-92e1-f09e111328a1" providerId="ADAL" clId="{8A957FB4-2AE3-4D3E-A618-130ED577C9FB}" dt="2026-01-03T12:15:17.208" v="131" actId="26606"/>
          <ac:spMkLst>
            <pc:docMk/>
            <pc:sldMk cId="30466918" sldId="268"/>
            <ac:spMk id="10" creationId="{7517A47C-B2E5-4B79-8061-D74B1311AF6E}"/>
          </ac:spMkLst>
        </pc:spChg>
        <pc:spChg chg="add">
          <ac:chgData name="Aishwar C Nigam" userId="b0b382f3-1a41-4da3-92e1-f09e111328a1" providerId="ADAL" clId="{8A957FB4-2AE3-4D3E-A618-130ED577C9FB}" dt="2026-01-03T12:15:17.208" v="131" actId="26606"/>
          <ac:spMkLst>
            <pc:docMk/>
            <pc:sldMk cId="30466918" sldId="268"/>
            <ac:spMk id="12" creationId="{C505E780-2083-4CB5-A42A-5E0E2908ECC3}"/>
          </ac:spMkLst>
        </pc:spChg>
        <pc:spChg chg="add">
          <ac:chgData name="Aishwar C Nigam" userId="b0b382f3-1a41-4da3-92e1-f09e111328a1" providerId="ADAL" clId="{8A957FB4-2AE3-4D3E-A618-130ED577C9FB}" dt="2026-01-03T12:15:17.208" v="131" actId="26606"/>
          <ac:spMkLst>
            <pc:docMk/>
            <pc:sldMk cId="30466918" sldId="268"/>
            <ac:spMk id="14" creationId="{D2C0AE1C-0118-41AE-8A10-7CDCBF10E96F}"/>
          </ac:spMkLst>
        </pc:spChg>
        <pc:spChg chg="add">
          <ac:chgData name="Aishwar C Nigam" userId="b0b382f3-1a41-4da3-92e1-f09e111328a1" providerId="ADAL" clId="{8A957FB4-2AE3-4D3E-A618-130ED577C9FB}" dt="2026-01-03T12:15:17.208" v="131" actId="26606"/>
          <ac:spMkLst>
            <pc:docMk/>
            <pc:sldMk cId="30466918" sldId="268"/>
            <ac:spMk id="16" creationId="{463EEC44-1BA3-44ED-81FC-A644B04B2A44}"/>
          </ac:spMkLst>
        </pc:spChg>
        <pc:graphicFrameChg chg="add">
          <ac:chgData name="Aishwar C Nigam" userId="b0b382f3-1a41-4da3-92e1-f09e111328a1" providerId="ADAL" clId="{8A957FB4-2AE3-4D3E-A618-130ED577C9FB}" dt="2026-01-03T12:15:17.208" v="131" actId="26606"/>
          <ac:graphicFrameMkLst>
            <pc:docMk/>
            <pc:sldMk cId="30466918" sldId="268"/>
            <ac:graphicFrameMk id="6" creationId="{CA84849B-4077-FFE9-A4AA-2377B186BF5A}"/>
          </ac:graphicFrameMkLst>
        </pc:graphicFrameChg>
      </pc:sldChg>
      <pc:sldChg chg="addSp delSp modSp add mod setBg">
        <pc:chgData name="Aishwar C Nigam" userId="b0b382f3-1a41-4da3-92e1-f09e111328a1" providerId="ADAL" clId="{8A957FB4-2AE3-4D3E-A618-130ED577C9FB}" dt="2026-01-03T12:15:23.166" v="134" actId="26606"/>
        <pc:sldMkLst>
          <pc:docMk/>
          <pc:sldMk cId="330945449" sldId="269"/>
        </pc:sldMkLst>
        <pc:spChg chg="mod">
          <ac:chgData name="Aishwar C Nigam" userId="b0b382f3-1a41-4da3-92e1-f09e111328a1" providerId="ADAL" clId="{8A957FB4-2AE3-4D3E-A618-130ED577C9FB}" dt="2026-01-03T12:15:23.166" v="134" actId="26606"/>
          <ac:spMkLst>
            <pc:docMk/>
            <pc:sldMk cId="330945449" sldId="269"/>
            <ac:spMk id="2" creationId="{4D2F1F9F-1088-65D0-5734-191B663712A7}"/>
          </ac:spMkLst>
        </pc:spChg>
        <pc:spChg chg="add mod">
          <ac:chgData name="Aishwar C Nigam" userId="b0b382f3-1a41-4da3-92e1-f09e111328a1" providerId="ADAL" clId="{8A957FB4-2AE3-4D3E-A618-130ED577C9FB}" dt="2026-01-03T12:15:23.166" v="134" actId="26606"/>
          <ac:spMkLst>
            <pc:docMk/>
            <pc:sldMk cId="330945449" sldId="269"/>
            <ac:spMk id="4" creationId="{17E66B74-A0C1-CA24-08A2-FEA3CAB01134}"/>
          </ac:spMkLst>
        </pc:spChg>
        <pc:spChg chg="add">
          <ac:chgData name="Aishwar C Nigam" userId="b0b382f3-1a41-4da3-92e1-f09e111328a1" providerId="ADAL" clId="{8A957FB4-2AE3-4D3E-A618-130ED577C9FB}" dt="2026-01-03T12:15:23.166" v="134" actId="26606"/>
          <ac:spMkLst>
            <pc:docMk/>
            <pc:sldMk cId="330945449" sldId="269"/>
            <ac:spMk id="18" creationId="{98DED6BC-9A3E-48D4-AD7C-A56D63F547E8}"/>
          </ac:spMkLst>
        </pc:spChg>
        <pc:spChg chg="add">
          <ac:chgData name="Aishwar C Nigam" userId="b0b382f3-1a41-4da3-92e1-f09e111328a1" providerId="ADAL" clId="{8A957FB4-2AE3-4D3E-A618-130ED577C9FB}" dt="2026-01-03T12:15:23.166" v="134" actId="26606"/>
          <ac:spMkLst>
            <pc:docMk/>
            <pc:sldMk cId="330945449" sldId="269"/>
            <ac:spMk id="19" creationId="{6B6E033A-DB2E-49B8-B600-B38E0C280263}"/>
          </ac:spMkLst>
        </pc:spChg>
        <pc:graphicFrameChg chg="add">
          <ac:chgData name="Aishwar C Nigam" userId="b0b382f3-1a41-4da3-92e1-f09e111328a1" providerId="ADAL" clId="{8A957FB4-2AE3-4D3E-A618-130ED577C9FB}" dt="2026-01-03T12:15:23.166" v="134" actId="26606"/>
          <ac:graphicFrameMkLst>
            <pc:docMk/>
            <pc:sldMk cId="330945449" sldId="269"/>
            <ac:graphicFrameMk id="20" creationId="{BC71A62F-2CCF-3A07-F7B5-5920CB219071}"/>
          </ac:graphicFrameMkLst>
        </pc:graphicFrameChg>
      </pc:sldChg>
      <pc:sldChg chg="addSp delSp modSp add mod setBg">
        <pc:chgData name="Aishwar C Nigam" userId="b0b382f3-1a41-4da3-92e1-f09e111328a1" providerId="ADAL" clId="{8A957FB4-2AE3-4D3E-A618-130ED577C9FB}" dt="2026-01-03T12:49:42.975" v="258" actId="26606"/>
        <pc:sldMkLst>
          <pc:docMk/>
          <pc:sldMk cId="3969415307" sldId="270"/>
        </pc:sldMkLst>
        <pc:spChg chg="mod">
          <ac:chgData name="Aishwar C Nigam" userId="b0b382f3-1a41-4da3-92e1-f09e111328a1" providerId="ADAL" clId="{8A957FB4-2AE3-4D3E-A618-130ED577C9FB}" dt="2026-01-03T12:49:42.975" v="258" actId="26606"/>
          <ac:spMkLst>
            <pc:docMk/>
            <pc:sldMk cId="3969415307" sldId="270"/>
            <ac:spMk id="2" creationId="{9D59F8B5-928B-07AF-AF5C-B8561558D48B}"/>
          </ac:spMkLst>
        </pc:spChg>
        <pc:spChg chg="add mod">
          <ac:chgData name="Aishwar C Nigam" userId="b0b382f3-1a41-4da3-92e1-f09e111328a1" providerId="ADAL" clId="{8A957FB4-2AE3-4D3E-A618-130ED577C9FB}" dt="2026-01-03T12:49:42.975" v="258" actId="26606"/>
          <ac:spMkLst>
            <pc:docMk/>
            <pc:sldMk cId="3969415307" sldId="270"/>
            <ac:spMk id="3" creationId="{4DB93607-B739-F65A-1AF6-A5392C6EFE97}"/>
          </ac:spMkLst>
        </pc:spChg>
        <pc:spChg chg="add">
          <ac:chgData name="Aishwar C Nigam" userId="b0b382f3-1a41-4da3-92e1-f09e111328a1" providerId="ADAL" clId="{8A957FB4-2AE3-4D3E-A618-130ED577C9FB}" dt="2026-01-03T12:49:42.975" v="258" actId="26606"/>
          <ac:spMkLst>
            <pc:docMk/>
            <pc:sldMk cId="3969415307" sldId="270"/>
            <ac:spMk id="24" creationId="{508BEF50-7B1E-49A4-BC19-5F4F1D755E64}"/>
          </ac:spMkLst>
        </pc:spChg>
        <pc:spChg chg="add">
          <ac:chgData name="Aishwar C Nigam" userId="b0b382f3-1a41-4da3-92e1-f09e111328a1" providerId="ADAL" clId="{8A957FB4-2AE3-4D3E-A618-130ED577C9FB}" dt="2026-01-03T12:49:42.975" v="258" actId="26606"/>
          <ac:spMkLst>
            <pc:docMk/>
            <pc:sldMk cId="3969415307" sldId="270"/>
            <ac:spMk id="26" creationId="{C5CB530E-515E-412C-9DF1-5F8FFBD6F383}"/>
          </ac:spMkLst>
        </pc:spChg>
        <pc:spChg chg="add">
          <ac:chgData name="Aishwar C Nigam" userId="b0b382f3-1a41-4da3-92e1-f09e111328a1" providerId="ADAL" clId="{8A957FB4-2AE3-4D3E-A618-130ED577C9FB}" dt="2026-01-03T12:49:42.975" v="258" actId="26606"/>
          <ac:spMkLst>
            <pc:docMk/>
            <pc:sldMk cId="3969415307" sldId="270"/>
            <ac:spMk id="28" creationId="{AEA7509D-F04F-40CB-A0B3-EEF16499CC9F}"/>
          </ac:spMkLst>
        </pc:spChg>
        <pc:spChg chg="add">
          <ac:chgData name="Aishwar C Nigam" userId="b0b382f3-1a41-4da3-92e1-f09e111328a1" providerId="ADAL" clId="{8A957FB4-2AE3-4D3E-A618-130ED577C9FB}" dt="2026-01-03T12:49:42.975" v="258" actId="26606"/>
          <ac:spMkLst>
            <pc:docMk/>
            <pc:sldMk cId="3969415307" sldId="270"/>
            <ac:spMk id="30" creationId="{C39ADB8F-D187-49D7-BDCF-C1B6DC727068}"/>
          </ac:spMkLst>
        </pc:spChg>
        <pc:spChg chg="add">
          <ac:chgData name="Aishwar C Nigam" userId="b0b382f3-1a41-4da3-92e1-f09e111328a1" providerId="ADAL" clId="{8A957FB4-2AE3-4D3E-A618-130ED577C9FB}" dt="2026-01-03T12:49:42.975" v="258" actId="26606"/>
          <ac:spMkLst>
            <pc:docMk/>
            <pc:sldMk cId="3969415307" sldId="270"/>
            <ac:spMk id="32" creationId="{712D4376-A578-4FF1-94FC-245E7A6A489F}"/>
          </ac:spMkLst>
        </pc:spChg>
      </pc:sldChg>
      <pc:sldChg chg="addSp delSp modSp add mod setBg">
        <pc:chgData name="Aishwar C Nigam" userId="b0b382f3-1a41-4da3-92e1-f09e111328a1" providerId="ADAL" clId="{8A957FB4-2AE3-4D3E-A618-130ED577C9FB}" dt="2026-01-03T12:50:05.932" v="261" actId="26606"/>
        <pc:sldMkLst>
          <pc:docMk/>
          <pc:sldMk cId="3363281740" sldId="271"/>
        </pc:sldMkLst>
        <pc:spChg chg="mod">
          <ac:chgData name="Aishwar C Nigam" userId="b0b382f3-1a41-4da3-92e1-f09e111328a1" providerId="ADAL" clId="{8A957FB4-2AE3-4D3E-A618-130ED577C9FB}" dt="2026-01-03T12:15:38.077" v="136" actId="26606"/>
          <ac:spMkLst>
            <pc:docMk/>
            <pc:sldMk cId="3363281740" sldId="271"/>
            <ac:spMk id="2" creationId="{1186EC3D-E38B-4A6C-A523-7C9BCE2F0A41}"/>
          </ac:spMkLst>
        </pc:spChg>
        <pc:spChg chg="add mod">
          <ac:chgData name="Aishwar C Nigam" userId="b0b382f3-1a41-4da3-92e1-f09e111328a1" providerId="ADAL" clId="{8A957FB4-2AE3-4D3E-A618-130ED577C9FB}" dt="2026-01-03T12:15:38.077" v="136" actId="26606"/>
          <ac:spMkLst>
            <pc:docMk/>
            <pc:sldMk cId="3363281740" sldId="271"/>
            <ac:spMk id="4" creationId="{51794531-09B7-A324-A231-8124B8541051}"/>
          </ac:spMkLst>
        </pc:spChg>
        <pc:spChg chg="add">
          <ac:chgData name="Aishwar C Nigam" userId="b0b382f3-1a41-4da3-92e1-f09e111328a1" providerId="ADAL" clId="{8A957FB4-2AE3-4D3E-A618-130ED577C9FB}" dt="2026-01-03T12:15:38.077" v="136" actId="26606"/>
          <ac:spMkLst>
            <pc:docMk/>
            <pc:sldMk cId="3363281740" sldId="271"/>
            <ac:spMk id="11" creationId="{B50AB553-2A96-4A92-96F2-93548E096954}"/>
          </ac:spMkLst>
        </pc:spChg>
        <pc:graphicFrameChg chg="add modGraphic">
          <ac:chgData name="Aishwar C Nigam" userId="b0b382f3-1a41-4da3-92e1-f09e111328a1" providerId="ADAL" clId="{8A957FB4-2AE3-4D3E-A618-130ED577C9FB}" dt="2026-01-03T12:50:05.932" v="261" actId="26606"/>
          <ac:graphicFrameMkLst>
            <pc:docMk/>
            <pc:sldMk cId="3363281740" sldId="271"/>
            <ac:graphicFrameMk id="6" creationId="{09C9AEC1-3581-6CD5-5809-256498529855}"/>
          </ac:graphicFrameMkLst>
        </pc:graphicFrameChg>
        <pc:picChg chg="add">
          <ac:chgData name="Aishwar C Nigam" userId="b0b382f3-1a41-4da3-92e1-f09e111328a1" providerId="ADAL" clId="{8A957FB4-2AE3-4D3E-A618-130ED577C9FB}" dt="2026-01-03T12:15:38.077" v="136" actId="26606"/>
          <ac:picMkLst>
            <pc:docMk/>
            <pc:sldMk cId="3363281740" sldId="271"/>
            <ac:picMk id="7" creationId="{5BB8F552-EDF1-1182-3437-822C65A6DA12}"/>
          </ac:picMkLst>
        </pc:picChg>
      </pc:sldChg>
      <pc:sldChg chg="addSp delSp modSp add mod setBg">
        <pc:chgData name="Aishwar C Nigam" userId="b0b382f3-1a41-4da3-92e1-f09e111328a1" providerId="ADAL" clId="{8A957FB4-2AE3-4D3E-A618-130ED577C9FB}" dt="2026-01-03T12:50:14.036" v="262" actId="26606"/>
        <pc:sldMkLst>
          <pc:docMk/>
          <pc:sldMk cId="364385656" sldId="272"/>
        </pc:sldMkLst>
        <pc:spChg chg="mod">
          <ac:chgData name="Aishwar C Nigam" userId="b0b382f3-1a41-4da3-92e1-f09e111328a1" providerId="ADAL" clId="{8A957FB4-2AE3-4D3E-A618-130ED577C9FB}" dt="2026-01-03T12:15:41.919" v="137" actId="26606"/>
          <ac:spMkLst>
            <pc:docMk/>
            <pc:sldMk cId="364385656" sldId="272"/>
            <ac:spMk id="2" creationId="{F1850839-F4CE-BB18-8537-4BD32221B7E2}"/>
          </ac:spMkLst>
        </pc:spChg>
        <pc:spChg chg="add mod">
          <ac:chgData name="Aishwar C Nigam" userId="b0b382f3-1a41-4da3-92e1-f09e111328a1" providerId="ADAL" clId="{8A957FB4-2AE3-4D3E-A618-130ED577C9FB}" dt="2026-01-03T12:15:41.919" v="137" actId="26606"/>
          <ac:spMkLst>
            <pc:docMk/>
            <pc:sldMk cId="364385656" sldId="272"/>
            <ac:spMk id="4" creationId="{B08C3071-F96C-0B8D-9DC4-7D99DA5F975B}"/>
          </ac:spMkLst>
        </pc:spChg>
        <pc:spChg chg="add">
          <ac:chgData name="Aishwar C Nigam" userId="b0b382f3-1a41-4da3-92e1-f09e111328a1" providerId="ADAL" clId="{8A957FB4-2AE3-4D3E-A618-130ED577C9FB}" dt="2026-01-03T12:15:41.919" v="137" actId="26606"/>
          <ac:spMkLst>
            <pc:docMk/>
            <pc:sldMk cId="364385656" sldId="272"/>
            <ac:spMk id="11" creationId="{B50AB553-2A96-4A92-96F2-93548E096954}"/>
          </ac:spMkLst>
        </pc:spChg>
        <pc:graphicFrameChg chg="add modGraphic">
          <ac:chgData name="Aishwar C Nigam" userId="b0b382f3-1a41-4da3-92e1-f09e111328a1" providerId="ADAL" clId="{8A957FB4-2AE3-4D3E-A618-130ED577C9FB}" dt="2026-01-03T12:50:14.036" v="262" actId="26606"/>
          <ac:graphicFrameMkLst>
            <pc:docMk/>
            <pc:sldMk cId="364385656" sldId="272"/>
            <ac:graphicFrameMk id="6" creationId="{E95FC41E-E4D5-780D-2C9E-02FB621DBEC9}"/>
          </ac:graphicFrameMkLst>
        </pc:graphicFrameChg>
        <pc:picChg chg="add">
          <ac:chgData name="Aishwar C Nigam" userId="b0b382f3-1a41-4da3-92e1-f09e111328a1" providerId="ADAL" clId="{8A957FB4-2AE3-4D3E-A618-130ED577C9FB}" dt="2026-01-03T12:15:41.919" v="137" actId="26606"/>
          <ac:picMkLst>
            <pc:docMk/>
            <pc:sldMk cId="364385656" sldId="272"/>
            <ac:picMk id="7" creationId="{8925AF21-4FE5-6A9E-2387-61C168D63DBD}"/>
          </ac:picMkLst>
        </pc:picChg>
      </pc:sldChg>
      <pc:sldChg chg="addSp delSp modSp add mod setBg">
        <pc:chgData name="Aishwar C Nigam" userId="b0b382f3-1a41-4da3-92e1-f09e111328a1" providerId="ADAL" clId="{8A957FB4-2AE3-4D3E-A618-130ED577C9FB}" dt="2026-01-03T12:50:24.024" v="263" actId="26606"/>
        <pc:sldMkLst>
          <pc:docMk/>
          <pc:sldMk cId="2546944910" sldId="273"/>
        </pc:sldMkLst>
        <pc:spChg chg="mod">
          <ac:chgData name="Aishwar C Nigam" userId="b0b382f3-1a41-4da3-92e1-f09e111328a1" providerId="ADAL" clId="{8A957FB4-2AE3-4D3E-A618-130ED577C9FB}" dt="2026-01-03T12:15:45.934" v="138" actId="26606"/>
          <ac:spMkLst>
            <pc:docMk/>
            <pc:sldMk cId="2546944910" sldId="273"/>
            <ac:spMk id="2" creationId="{687DAFA4-A170-1E92-886B-A9EE2DEFD4A2}"/>
          </ac:spMkLst>
        </pc:spChg>
        <pc:spChg chg="add mod">
          <ac:chgData name="Aishwar C Nigam" userId="b0b382f3-1a41-4da3-92e1-f09e111328a1" providerId="ADAL" clId="{8A957FB4-2AE3-4D3E-A618-130ED577C9FB}" dt="2026-01-03T12:15:45.934" v="138" actId="26606"/>
          <ac:spMkLst>
            <pc:docMk/>
            <pc:sldMk cId="2546944910" sldId="273"/>
            <ac:spMk id="4" creationId="{C26BE366-14DC-B660-296A-9C5F033A2AEB}"/>
          </ac:spMkLst>
        </pc:spChg>
        <pc:spChg chg="add">
          <ac:chgData name="Aishwar C Nigam" userId="b0b382f3-1a41-4da3-92e1-f09e111328a1" providerId="ADAL" clId="{8A957FB4-2AE3-4D3E-A618-130ED577C9FB}" dt="2026-01-03T12:15:45.934" v="138" actId="26606"/>
          <ac:spMkLst>
            <pc:docMk/>
            <pc:sldMk cId="2546944910" sldId="273"/>
            <ac:spMk id="11" creationId="{257363FD-7E77-4145-9483-331A807ADF0E}"/>
          </ac:spMkLst>
        </pc:spChg>
        <pc:graphicFrameChg chg="add modGraphic">
          <ac:chgData name="Aishwar C Nigam" userId="b0b382f3-1a41-4da3-92e1-f09e111328a1" providerId="ADAL" clId="{8A957FB4-2AE3-4D3E-A618-130ED577C9FB}" dt="2026-01-03T12:50:24.024" v="263" actId="26606"/>
          <ac:graphicFrameMkLst>
            <pc:docMk/>
            <pc:sldMk cId="2546944910" sldId="273"/>
            <ac:graphicFrameMk id="6" creationId="{00402B53-5DAA-2C5C-4E74-4988496E6BC5}"/>
          </ac:graphicFrameMkLst>
        </pc:graphicFrameChg>
        <pc:picChg chg="add">
          <ac:chgData name="Aishwar C Nigam" userId="b0b382f3-1a41-4da3-92e1-f09e111328a1" providerId="ADAL" clId="{8A957FB4-2AE3-4D3E-A618-130ED577C9FB}" dt="2026-01-03T12:15:45.934" v="138" actId="26606"/>
          <ac:picMkLst>
            <pc:docMk/>
            <pc:sldMk cId="2546944910" sldId="273"/>
            <ac:picMk id="7" creationId="{2EBB7E73-5A41-8F5B-263A-0A159E09BEB9}"/>
          </ac:picMkLst>
        </pc:picChg>
      </pc:sldChg>
      <pc:sldChg chg="addSp delSp modSp add mod setBg">
        <pc:chgData name="Aishwar C Nigam" userId="b0b382f3-1a41-4da3-92e1-f09e111328a1" providerId="ADAL" clId="{8A957FB4-2AE3-4D3E-A618-130ED577C9FB}" dt="2026-01-03T12:15:51.208" v="139" actId="26606"/>
        <pc:sldMkLst>
          <pc:docMk/>
          <pc:sldMk cId="1701678170" sldId="274"/>
        </pc:sldMkLst>
        <pc:spChg chg="mod">
          <ac:chgData name="Aishwar C Nigam" userId="b0b382f3-1a41-4da3-92e1-f09e111328a1" providerId="ADAL" clId="{8A957FB4-2AE3-4D3E-A618-130ED577C9FB}" dt="2026-01-03T12:15:51.208" v="139" actId="26606"/>
          <ac:spMkLst>
            <pc:docMk/>
            <pc:sldMk cId="1701678170" sldId="274"/>
            <ac:spMk id="2" creationId="{B01CF317-6B92-BC80-4E7A-214B2105F5F7}"/>
          </ac:spMkLst>
        </pc:spChg>
        <pc:spChg chg="add mod">
          <ac:chgData name="Aishwar C Nigam" userId="b0b382f3-1a41-4da3-92e1-f09e111328a1" providerId="ADAL" clId="{8A957FB4-2AE3-4D3E-A618-130ED577C9FB}" dt="2026-01-03T12:15:51.208" v="139" actId="26606"/>
          <ac:spMkLst>
            <pc:docMk/>
            <pc:sldMk cId="1701678170" sldId="274"/>
            <ac:spMk id="4" creationId="{AE18DA14-0072-6EF4-89F7-707ACCAC1D17}"/>
          </ac:spMkLst>
        </pc:spChg>
        <pc:spChg chg="add">
          <ac:chgData name="Aishwar C Nigam" userId="b0b382f3-1a41-4da3-92e1-f09e111328a1" providerId="ADAL" clId="{8A957FB4-2AE3-4D3E-A618-130ED577C9FB}" dt="2026-01-03T12:15:51.208" v="139" actId="26606"/>
          <ac:spMkLst>
            <pc:docMk/>
            <pc:sldMk cId="1701678170" sldId="274"/>
            <ac:spMk id="11" creationId="{B50AB553-2A96-4A92-96F2-93548E096954}"/>
          </ac:spMkLst>
        </pc:spChg>
        <pc:graphicFrameChg chg="add">
          <ac:chgData name="Aishwar C Nigam" userId="b0b382f3-1a41-4da3-92e1-f09e111328a1" providerId="ADAL" clId="{8A957FB4-2AE3-4D3E-A618-130ED577C9FB}" dt="2026-01-03T12:15:51.208" v="139" actId="26606"/>
          <ac:graphicFrameMkLst>
            <pc:docMk/>
            <pc:sldMk cId="1701678170" sldId="274"/>
            <ac:graphicFrameMk id="6" creationId="{9EC5CAEE-D711-7091-9266-AF195F3EF326}"/>
          </ac:graphicFrameMkLst>
        </pc:graphicFrameChg>
        <pc:picChg chg="add">
          <ac:chgData name="Aishwar C Nigam" userId="b0b382f3-1a41-4da3-92e1-f09e111328a1" providerId="ADAL" clId="{8A957FB4-2AE3-4D3E-A618-130ED577C9FB}" dt="2026-01-03T12:15:51.208" v="139" actId="26606"/>
          <ac:picMkLst>
            <pc:docMk/>
            <pc:sldMk cId="1701678170" sldId="274"/>
            <ac:picMk id="7" creationId="{40987A4F-C745-F512-8A35-2EFFD7CFDE56}"/>
          </ac:picMkLst>
        </pc:picChg>
      </pc:sldChg>
      <pc:sldChg chg="addSp delSp modSp add mod setBg addAnim">
        <pc:chgData name="Aishwar C Nigam" userId="b0b382f3-1a41-4da3-92e1-f09e111328a1" providerId="ADAL" clId="{8A957FB4-2AE3-4D3E-A618-130ED577C9FB}" dt="2026-01-03T12:50:47.272" v="264" actId="26606"/>
        <pc:sldMkLst>
          <pc:docMk/>
          <pc:sldMk cId="3957953710" sldId="275"/>
        </pc:sldMkLst>
        <pc:spChg chg="mod">
          <ac:chgData name="Aishwar C Nigam" userId="b0b382f3-1a41-4da3-92e1-f09e111328a1" providerId="ADAL" clId="{8A957FB4-2AE3-4D3E-A618-130ED577C9FB}" dt="2026-01-03T12:50:47.272" v="264" actId="26606"/>
          <ac:spMkLst>
            <pc:docMk/>
            <pc:sldMk cId="3957953710" sldId="275"/>
            <ac:spMk id="2" creationId="{5293BAE5-340D-9B46-FC2B-BDE0F87CA95C}"/>
          </ac:spMkLst>
        </pc:spChg>
        <pc:spChg chg="add mod">
          <ac:chgData name="Aishwar C Nigam" userId="b0b382f3-1a41-4da3-92e1-f09e111328a1" providerId="ADAL" clId="{8A957FB4-2AE3-4D3E-A618-130ED577C9FB}" dt="2026-01-03T12:50:47.272" v="264" actId="26606"/>
          <ac:spMkLst>
            <pc:docMk/>
            <pc:sldMk cId="3957953710" sldId="275"/>
            <ac:spMk id="3" creationId="{4FFB428A-9467-6304-795A-01C4DA2C9787}"/>
          </ac:spMkLst>
        </pc:spChg>
        <pc:spChg chg="add">
          <ac:chgData name="Aishwar C Nigam" userId="b0b382f3-1a41-4da3-92e1-f09e111328a1" providerId="ADAL" clId="{8A957FB4-2AE3-4D3E-A618-130ED577C9FB}" dt="2026-01-03T12:50:47.272" v="264" actId="26606"/>
          <ac:spMkLst>
            <pc:docMk/>
            <pc:sldMk cId="3957953710" sldId="275"/>
            <ac:spMk id="19" creationId="{C27D7A02-907B-496F-BA7E-AA3780733CA7}"/>
          </ac:spMkLst>
        </pc:spChg>
        <pc:spChg chg="add">
          <ac:chgData name="Aishwar C Nigam" userId="b0b382f3-1a41-4da3-92e1-f09e111328a1" providerId="ADAL" clId="{8A957FB4-2AE3-4D3E-A618-130ED577C9FB}" dt="2026-01-03T12:50:47.272" v="264" actId="26606"/>
          <ac:spMkLst>
            <pc:docMk/>
            <pc:sldMk cId="3957953710" sldId="275"/>
            <ac:spMk id="21" creationId="{0FBA5268-0AE7-4CAD-9537-D0EB09E76406}"/>
          </ac:spMkLst>
        </pc:spChg>
        <pc:spChg chg="add">
          <ac:chgData name="Aishwar C Nigam" userId="b0b382f3-1a41-4da3-92e1-f09e111328a1" providerId="ADAL" clId="{8A957FB4-2AE3-4D3E-A618-130ED577C9FB}" dt="2026-01-03T12:50:47.272" v="264" actId="26606"/>
          <ac:spMkLst>
            <pc:docMk/>
            <pc:sldMk cId="3957953710" sldId="275"/>
            <ac:spMk id="23" creationId="{088D065B-39DA-4077-B9CF-E489CE4C0169}"/>
          </ac:spMkLst>
        </pc:spChg>
      </pc:sldChg>
      <pc:sldChg chg="addSp delSp modSp add mod setBg">
        <pc:chgData name="Aishwar C Nigam" userId="b0b382f3-1a41-4da3-92e1-f09e111328a1" providerId="ADAL" clId="{8A957FB4-2AE3-4D3E-A618-130ED577C9FB}" dt="2026-01-03T12:50:56.274" v="265" actId="26606"/>
        <pc:sldMkLst>
          <pc:docMk/>
          <pc:sldMk cId="1546343547" sldId="276"/>
        </pc:sldMkLst>
        <pc:spChg chg="mod">
          <ac:chgData name="Aishwar C Nigam" userId="b0b382f3-1a41-4da3-92e1-f09e111328a1" providerId="ADAL" clId="{8A957FB4-2AE3-4D3E-A618-130ED577C9FB}" dt="2026-01-03T12:50:56.274" v="265" actId="26606"/>
          <ac:spMkLst>
            <pc:docMk/>
            <pc:sldMk cId="1546343547" sldId="276"/>
            <ac:spMk id="2" creationId="{3A3C6A19-5D2D-43C2-908E-CEB259674C40}"/>
          </ac:spMkLst>
        </pc:spChg>
        <pc:spChg chg="add mod">
          <ac:chgData name="Aishwar C Nigam" userId="b0b382f3-1a41-4da3-92e1-f09e111328a1" providerId="ADAL" clId="{8A957FB4-2AE3-4D3E-A618-130ED577C9FB}" dt="2026-01-03T12:50:56.274" v="265" actId="26606"/>
          <ac:spMkLst>
            <pc:docMk/>
            <pc:sldMk cId="1546343547" sldId="276"/>
            <ac:spMk id="4" creationId="{57D0AA58-0582-590E-30DE-97A5873D816C}"/>
          </ac:spMkLst>
        </pc:spChg>
        <pc:spChg chg="add">
          <ac:chgData name="Aishwar C Nigam" userId="b0b382f3-1a41-4da3-92e1-f09e111328a1" providerId="ADAL" clId="{8A957FB4-2AE3-4D3E-A618-130ED577C9FB}" dt="2026-01-03T12:50:56.274" v="265" actId="26606"/>
          <ac:spMkLst>
            <pc:docMk/>
            <pc:sldMk cId="1546343547" sldId="276"/>
            <ac:spMk id="11" creationId="{BACC6370-2D7E-4714-9D71-7542949D7D5D}"/>
          </ac:spMkLst>
        </pc:spChg>
        <pc:spChg chg="add">
          <ac:chgData name="Aishwar C Nigam" userId="b0b382f3-1a41-4da3-92e1-f09e111328a1" providerId="ADAL" clId="{8A957FB4-2AE3-4D3E-A618-130ED577C9FB}" dt="2026-01-03T12:50:56.274" v="265" actId="26606"/>
          <ac:spMkLst>
            <pc:docMk/>
            <pc:sldMk cId="1546343547" sldId="276"/>
            <ac:spMk id="13" creationId="{F68B3F68-107C-434F-AA38-110D5EA91B85}"/>
          </ac:spMkLst>
        </pc:spChg>
        <pc:spChg chg="add">
          <ac:chgData name="Aishwar C Nigam" userId="b0b382f3-1a41-4da3-92e1-f09e111328a1" providerId="ADAL" clId="{8A957FB4-2AE3-4D3E-A618-130ED577C9FB}" dt="2026-01-03T12:50:56.274" v="265" actId="26606"/>
          <ac:spMkLst>
            <pc:docMk/>
            <pc:sldMk cId="1546343547" sldId="276"/>
            <ac:spMk id="15" creationId="{AAD0DBB9-1A4B-4391-81D4-CB19F9AB918A}"/>
          </ac:spMkLst>
        </pc:spChg>
        <pc:spChg chg="add">
          <ac:chgData name="Aishwar C Nigam" userId="b0b382f3-1a41-4da3-92e1-f09e111328a1" providerId="ADAL" clId="{8A957FB4-2AE3-4D3E-A618-130ED577C9FB}" dt="2026-01-03T12:50:56.274" v="265" actId="26606"/>
          <ac:spMkLst>
            <pc:docMk/>
            <pc:sldMk cId="1546343547" sldId="276"/>
            <ac:spMk id="17" creationId="{063BBA22-50EA-4C4D-BE05-F1CE4E63AA56}"/>
          </ac:spMkLst>
        </pc:spChg>
        <pc:graphicFrameChg chg="add mod modGraphic">
          <ac:chgData name="Aishwar C Nigam" userId="b0b382f3-1a41-4da3-92e1-f09e111328a1" providerId="ADAL" clId="{8A957FB4-2AE3-4D3E-A618-130ED577C9FB}" dt="2026-01-03T12:50:56.274" v="265" actId="26606"/>
          <ac:graphicFrameMkLst>
            <pc:docMk/>
            <pc:sldMk cId="1546343547" sldId="276"/>
            <ac:graphicFrameMk id="6" creationId="{67E9EAD2-8EFF-4232-323D-B1D7C78C36DA}"/>
          </ac:graphicFrameMkLst>
        </pc:graphicFrameChg>
      </pc:sldChg>
      <pc:sldChg chg="addSp delSp modSp add mod setBg">
        <pc:chgData name="Aishwar C Nigam" userId="b0b382f3-1a41-4da3-92e1-f09e111328a1" providerId="ADAL" clId="{8A957FB4-2AE3-4D3E-A618-130ED577C9FB}" dt="2026-01-03T12:51:45.174" v="272" actId="26606"/>
        <pc:sldMkLst>
          <pc:docMk/>
          <pc:sldMk cId="694044798" sldId="278"/>
        </pc:sldMkLst>
        <pc:spChg chg="mod">
          <ac:chgData name="Aishwar C Nigam" userId="b0b382f3-1a41-4da3-92e1-f09e111328a1" providerId="ADAL" clId="{8A957FB4-2AE3-4D3E-A618-130ED577C9FB}" dt="2026-01-03T12:51:45.174" v="272" actId="26606"/>
          <ac:spMkLst>
            <pc:docMk/>
            <pc:sldMk cId="694044798" sldId="278"/>
            <ac:spMk id="2" creationId="{4B1CE9A9-AAEE-E02E-E883-D88F59B62536}"/>
          </ac:spMkLst>
        </pc:spChg>
        <pc:spChg chg="add mod">
          <ac:chgData name="Aishwar C Nigam" userId="b0b382f3-1a41-4da3-92e1-f09e111328a1" providerId="ADAL" clId="{8A957FB4-2AE3-4D3E-A618-130ED577C9FB}" dt="2026-01-03T12:51:45.174" v="272" actId="26606"/>
          <ac:spMkLst>
            <pc:docMk/>
            <pc:sldMk cId="694044798" sldId="278"/>
            <ac:spMk id="4" creationId="{FF0B4E54-5EC0-85FE-86FE-9D865055C4A8}"/>
          </ac:spMkLst>
        </pc:spChg>
        <pc:spChg chg="add">
          <ac:chgData name="Aishwar C Nigam" userId="b0b382f3-1a41-4da3-92e1-f09e111328a1" providerId="ADAL" clId="{8A957FB4-2AE3-4D3E-A618-130ED577C9FB}" dt="2026-01-03T12:51:45.174" v="272" actId="26606"/>
          <ac:spMkLst>
            <pc:docMk/>
            <pc:sldMk cId="694044798" sldId="278"/>
            <ac:spMk id="36" creationId="{BACC6370-2D7E-4714-9D71-7542949D7D5D}"/>
          </ac:spMkLst>
        </pc:spChg>
        <pc:spChg chg="add">
          <ac:chgData name="Aishwar C Nigam" userId="b0b382f3-1a41-4da3-92e1-f09e111328a1" providerId="ADAL" clId="{8A957FB4-2AE3-4D3E-A618-130ED577C9FB}" dt="2026-01-03T12:51:45.174" v="272" actId="26606"/>
          <ac:spMkLst>
            <pc:docMk/>
            <pc:sldMk cId="694044798" sldId="278"/>
            <ac:spMk id="37" creationId="{F68B3F68-107C-434F-AA38-110D5EA91B85}"/>
          </ac:spMkLst>
        </pc:spChg>
        <pc:spChg chg="add">
          <ac:chgData name="Aishwar C Nigam" userId="b0b382f3-1a41-4da3-92e1-f09e111328a1" providerId="ADAL" clId="{8A957FB4-2AE3-4D3E-A618-130ED577C9FB}" dt="2026-01-03T12:51:45.174" v="272" actId="26606"/>
          <ac:spMkLst>
            <pc:docMk/>
            <pc:sldMk cId="694044798" sldId="278"/>
            <ac:spMk id="38" creationId="{AAD0DBB9-1A4B-4391-81D4-CB19F9AB918A}"/>
          </ac:spMkLst>
        </pc:spChg>
        <pc:spChg chg="add">
          <ac:chgData name="Aishwar C Nigam" userId="b0b382f3-1a41-4da3-92e1-f09e111328a1" providerId="ADAL" clId="{8A957FB4-2AE3-4D3E-A618-130ED577C9FB}" dt="2026-01-03T12:51:45.174" v="272" actId="26606"/>
          <ac:spMkLst>
            <pc:docMk/>
            <pc:sldMk cId="694044798" sldId="278"/>
            <ac:spMk id="39" creationId="{063BBA22-50EA-4C4D-BE05-F1CE4E63AA56}"/>
          </ac:spMkLst>
        </pc:spChg>
        <pc:graphicFrameChg chg="add mod modGraphic">
          <ac:chgData name="Aishwar C Nigam" userId="b0b382f3-1a41-4da3-92e1-f09e111328a1" providerId="ADAL" clId="{8A957FB4-2AE3-4D3E-A618-130ED577C9FB}" dt="2026-01-03T12:51:45.151" v="271" actId="26606"/>
          <ac:graphicFrameMkLst>
            <pc:docMk/>
            <pc:sldMk cId="694044798" sldId="278"/>
            <ac:graphicFrameMk id="6" creationId="{52AD9912-A755-5ED9-30F0-7A97368248F7}"/>
          </ac:graphicFrameMkLst>
        </pc:graphicFrameChg>
      </pc:sldChg>
      <pc:sldChg chg="addSp delSp modSp add mod setBg">
        <pc:chgData name="Aishwar C Nigam" userId="b0b382f3-1a41-4da3-92e1-f09e111328a1" providerId="ADAL" clId="{8A957FB4-2AE3-4D3E-A618-130ED577C9FB}" dt="2026-01-03T12:16:30.387" v="151" actId="26606"/>
        <pc:sldMkLst>
          <pc:docMk/>
          <pc:sldMk cId="214179473" sldId="279"/>
        </pc:sldMkLst>
        <pc:spChg chg="mod">
          <ac:chgData name="Aishwar C Nigam" userId="b0b382f3-1a41-4da3-92e1-f09e111328a1" providerId="ADAL" clId="{8A957FB4-2AE3-4D3E-A618-130ED577C9FB}" dt="2026-01-03T12:16:30.387" v="151" actId="26606"/>
          <ac:spMkLst>
            <pc:docMk/>
            <pc:sldMk cId="214179473" sldId="279"/>
            <ac:spMk id="2" creationId="{1AAB8536-92A8-DD0F-EA5C-1C3789A4C306}"/>
          </ac:spMkLst>
        </pc:spChg>
        <pc:spChg chg="add mod">
          <ac:chgData name="Aishwar C Nigam" userId="b0b382f3-1a41-4da3-92e1-f09e111328a1" providerId="ADAL" clId="{8A957FB4-2AE3-4D3E-A618-130ED577C9FB}" dt="2026-01-03T12:16:30.387" v="151" actId="26606"/>
          <ac:spMkLst>
            <pc:docMk/>
            <pc:sldMk cId="214179473" sldId="279"/>
            <ac:spMk id="4" creationId="{332A4D61-C3F6-5B8C-C27B-307635FB813D}"/>
          </ac:spMkLst>
        </pc:spChg>
        <pc:spChg chg="add">
          <ac:chgData name="Aishwar C Nigam" userId="b0b382f3-1a41-4da3-92e1-f09e111328a1" providerId="ADAL" clId="{8A957FB4-2AE3-4D3E-A618-130ED577C9FB}" dt="2026-01-03T12:16:30.387" v="151" actId="26606"/>
          <ac:spMkLst>
            <pc:docMk/>
            <pc:sldMk cId="214179473" sldId="279"/>
            <ac:spMk id="10" creationId="{7517A47C-B2E5-4B79-8061-D74B1311AF6E}"/>
          </ac:spMkLst>
        </pc:spChg>
        <pc:spChg chg="add">
          <ac:chgData name="Aishwar C Nigam" userId="b0b382f3-1a41-4da3-92e1-f09e111328a1" providerId="ADAL" clId="{8A957FB4-2AE3-4D3E-A618-130ED577C9FB}" dt="2026-01-03T12:16:30.387" v="151" actId="26606"/>
          <ac:spMkLst>
            <pc:docMk/>
            <pc:sldMk cId="214179473" sldId="279"/>
            <ac:spMk id="12" creationId="{C505E780-2083-4CB5-A42A-5E0E2908ECC3}"/>
          </ac:spMkLst>
        </pc:spChg>
        <pc:spChg chg="add">
          <ac:chgData name="Aishwar C Nigam" userId="b0b382f3-1a41-4da3-92e1-f09e111328a1" providerId="ADAL" clId="{8A957FB4-2AE3-4D3E-A618-130ED577C9FB}" dt="2026-01-03T12:16:30.387" v="151" actId="26606"/>
          <ac:spMkLst>
            <pc:docMk/>
            <pc:sldMk cId="214179473" sldId="279"/>
            <ac:spMk id="14" creationId="{D2C0AE1C-0118-41AE-8A10-7CDCBF10E96F}"/>
          </ac:spMkLst>
        </pc:spChg>
        <pc:spChg chg="add">
          <ac:chgData name="Aishwar C Nigam" userId="b0b382f3-1a41-4da3-92e1-f09e111328a1" providerId="ADAL" clId="{8A957FB4-2AE3-4D3E-A618-130ED577C9FB}" dt="2026-01-03T12:16:30.387" v="151" actId="26606"/>
          <ac:spMkLst>
            <pc:docMk/>
            <pc:sldMk cId="214179473" sldId="279"/>
            <ac:spMk id="20" creationId="{463EEC44-1BA3-44ED-81FC-A644B04B2A44}"/>
          </ac:spMkLst>
        </pc:spChg>
        <pc:graphicFrameChg chg="add">
          <ac:chgData name="Aishwar C Nigam" userId="b0b382f3-1a41-4da3-92e1-f09e111328a1" providerId="ADAL" clId="{8A957FB4-2AE3-4D3E-A618-130ED577C9FB}" dt="2026-01-03T12:16:30.387" v="151" actId="26606"/>
          <ac:graphicFrameMkLst>
            <pc:docMk/>
            <pc:sldMk cId="214179473" sldId="279"/>
            <ac:graphicFrameMk id="6" creationId="{E1EDC011-DE8A-8CE6-36F5-FE8191E5C59B}"/>
          </ac:graphicFrameMkLst>
        </pc:graphicFrameChg>
      </pc:sldChg>
      <pc:sldChg chg="delSp add setBg delDesignElem">
        <pc:chgData name="Aishwar C Nigam" userId="b0b382f3-1a41-4da3-92e1-f09e111328a1" providerId="ADAL" clId="{8A957FB4-2AE3-4D3E-A618-130ED577C9FB}" dt="2026-01-03T13:28:28.055" v="436"/>
        <pc:sldMkLst>
          <pc:docMk/>
          <pc:sldMk cId="2637934264" sldId="285"/>
        </pc:sldMkLst>
      </pc:sldChg>
      <pc:sldChg chg="addSp delSp modSp new mod ord setBg">
        <pc:chgData name="Aishwar C Nigam" userId="b0b382f3-1a41-4da3-92e1-f09e111328a1" providerId="ADAL" clId="{8A957FB4-2AE3-4D3E-A618-130ED577C9FB}" dt="2026-01-03T13:32:36.295" v="439"/>
        <pc:sldMkLst>
          <pc:docMk/>
          <pc:sldMk cId="624145730" sldId="286"/>
        </pc:sldMkLst>
        <pc:spChg chg="mod">
          <ac:chgData name="Aishwar C Nigam" userId="b0b382f3-1a41-4da3-92e1-f09e111328a1" providerId="ADAL" clId="{8A957FB4-2AE3-4D3E-A618-130ED577C9FB}" dt="2026-01-03T13:14:10.046" v="405" actId="26606"/>
          <ac:spMkLst>
            <pc:docMk/>
            <pc:sldMk cId="624145730" sldId="286"/>
            <ac:spMk id="2" creationId="{0C866AF0-10AE-499A-11B8-018393CE3DA9}"/>
          </ac:spMkLst>
        </pc:spChg>
        <pc:spChg chg="add">
          <ac:chgData name="Aishwar C Nigam" userId="b0b382f3-1a41-4da3-92e1-f09e111328a1" providerId="ADAL" clId="{8A957FB4-2AE3-4D3E-A618-130ED577C9FB}" dt="2026-01-03T13:14:10.046" v="405" actId="26606"/>
          <ac:spMkLst>
            <pc:docMk/>
            <pc:sldMk cId="624145730" sldId="286"/>
            <ac:spMk id="24" creationId="{BA79A7CF-01AF-4178-9369-94E0C90EB046}"/>
          </ac:spMkLst>
        </pc:spChg>
        <pc:spChg chg="add">
          <ac:chgData name="Aishwar C Nigam" userId="b0b382f3-1a41-4da3-92e1-f09e111328a1" providerId="ADAL" clId="{8A957FB4-2AE3-4D3E-A618-130ED577C9FB}" dt="2026-01-03T13:14:10.046" v="405" actId="26606"/>
          <ac:spMkLst>
            <pc:docMk/>
            <pc:sldMk cId="624145730" sldId="286"/>
            <ac:spMk id="26" creationId="{99413ED5-9ED4-4772-BCE4-2BCAE6B12E35}"/>
          </ac:spMkLst>
        </pc:spChg>
        <pc:spChg chg="add">
          <ac:chgData name="Aishwar C Nigam" userId="b0b382f3-1a41-4da3-92e1-f09e111328a1" providerId="ADAL" clId="{8A957FB4-2AE3-4D3E-A618-130ED577C9FB}" dt="2026-01-03T13:14:10.046" v="405" actId="26606"/>
          <ac:spMkLst>
            <pc:docMk/>
            <pc:sldMk cId="624145730" sldId="286"/>
            <ac:spMk id="28" creationId="{04357C93-F0CB-4A1C-8F77-4E9063789819}"/>
          </ac:spMkLst>
        </pc:spChg>
        <pc:spChg chg="add">
          <ac:chgData name="Aishwar C Nigam" userId="b0b382f3-1a41-4da3-92e1-f09e111328a1" providerId="ADAL" clId="{8A957FB4-2AE3-4D3E-A618-130ED577C9FB}" dt="2026-01-03T13:14:10.046" v="405" actId="26606"/>
          <ac:spMkLst>
            <pc:docMk/>
            <pc:sldMk cId="624145730" sldId="286"/>
            <ac:spMk id="30" creationId="{90F533E9-6690-41A8-A372-4C6C622D028D}"/>
          </ac:spMkLst>
        </pc:spChg>
        <pc:picChg chg="add mod">
          <ac:chgData name="Aishwar C Nigam" userId="b0b382f3-1a41-4da3-92e1-f09e111328a1" providerId="ADAL" clId="{8A957FB4-2AE3-4D3E-A618-130ED577C9FB}" dt="2026-01-03T13:14:10.046" v="405" actId="26606"/>
          <ac:picMkLst>
            <pc:docMk/>
            <pc:sldMk cId="624145730" sldId="286"/>
            <ac:picMk id="5" creationId="{2609AB12-4884-8D9E-2932-3C5BCC0BD1A4}"/>
          </ac:picMkLst>
        </pc:picChg>
      </pc:sldChg>
      <pc:sldChg chg="addSp delSp modSp add mod setBg">
        <pc:chgData name="Aishwar C Nigam" userId="b0b382f3-1a41-4da3-92e1-f09e111328a1" providerId="ADAL" clId="{8A957FB4-2AE3-4D3E-A618-130ED577C9FB}" dt="2026-01-03T13:12:25.042" v="397" actId="26606"/>
        <pc:sldMkLst>
          <pc:docMk/>
          <pc:sldMk cId="3681231528" sldId="288"/>
        </pc:sldMkLst>
        <pc:spChg chg="mod">
          <ac:chgData name="Aishwar C Nigam" userId="b0b382f3-1a41-4da3-92e1-f09e111328a1" providerId="ADAL" clId="{8A957FB4-2AE3-4D3E-A618-130ED577C9FB}" dt="2026-01-03T13:12:25.042" v="397" actId="26606"/>
          <ac:spMkLst>
            <pc:docMk/>
            <pc:sldMk cId="3681231528" sldId="288"/>
            <ac:spMk id="2" creationId="{C2E2B389-1177-0F6B-FF11-1A4EC3F8AEFF}"/>
          </ac:spMkLst>
        </pc:spChg>
        <pc:spChg chg="mod">
          <ac:chgData name="Aishwar C Nigam" userId="b0b382f3-1a41-4da3-92e1-f09e111328a1" providerId="ADAL" clId="{8A957FB4-2AE3-4D3E-A618-130ED577C9FB}" dt="2026-01-03T13:12:25.042" v="397" actId="26606"/>
          <ac:spMkLst>
            <pc:docMk/>
            <pc:sldMk cId="3681231528" sldId="288"/>
            <ac:spMk id="4" creationId="{75DF6611-D7F1-520B-F048-823459939D2B}"/>
          </ac:spMkLst>
        </pc:spChg>
        <pc:spChg chg="add">
          <ac:chgData name="Aishwar C Nigam" userId="b0b382f3-1a41-4da3-92e1-f09e111328a1" providerId="ADAL" clId="{8A957FB4-2AE3-4D3E-A618-130ED577C9FB}" dt="2026-01-03T13:12:25.042" v="397" actId="26606"/>
          <ac:spMkLst>
            <pc:docMk/>
            <pc:sldMk cId="3681231528" sldId="288"/>
            <ac:spMk id="10" creationId="{16AC3602-3348-4F31-9E43-076B03514ECB}"/>
          </ac:spMkLst>
        </pc:spChg>
        <pc:spChg chg="add">
          <ac:chgData name="Aishwar C Nigam" userId="b0b382f3-1a41-4da3-92e1-f09e111328a1" providerId="ADAL" clId="{8A957FB4-2AE3-4D3E-A618-130ED577C9FB}" dt="2026-01-03T13:12:25.042" v="397" actId="26606"/>
          <ac:spMkLst>
            <pc:docMk/>
            <pc:sldMk cId="3681231528" sldId="288"/>
            <ac:spMk id="12" creationId="{394094B0-A6C9-44BE-9042-66EF0612F625}"/>
          </ac:spMkLst>
        </pc:spChg>
        <pc:spChg chg="add">
          <ac:chgData name="Aishwar C Nigam" userId="b0b382f3-1a41-4da3-92e1-f09e111328a1" providerId="ADAL" clId="{8A957FB4-2AE3-4D3E-A618-130ED577C9FB}" dt="2026-01-03T13:12:25.042" v="397" actId="26606"/>
          <ac:spMkLst>
            <pc:docMk/>
            <pc:sldMk cId="3681231528" sldId="288"/>
            <ac:spMk id="14" creationId="{64C2CA96-0B16-4AA7-B340-33044D238597}"/>
          </ac:spMkLst>
        </pc:spChg>
        <pc:spChg chg="add">
          <ac:chgData name="Aishwar C Nigam" userId="b0b382f3-1a41-4da3-92e1-f09e111328a1" providerId="ADAL" clId="{8A957FB4-2AE3-4D3E-A618-130ED577C9FB}" dt="2026-01-03T13:12:25.042" v="397" actId="26606"/>
          <ac:spMkLst>
            <pc:docMk/>
            <pc:sldMk cId="3681231528" sldId="288"/>
            <ac:spMk id="16" creationId="{1D50D7A8-F1D5-4306-8A9B-DD7A73EB8BCE}"/>
          </ac:spMkLst>
        </pc:spChg>
        <pc:graphicFrameChg chg="add">
          <ac:chgData name="Aishwar C Nigam" userId="b0b382f3-1a41-4da3-92e1-f09e111328a1" providerId="ADAL" clId="{8A957FB4-2AE3-4D3E-A618-130ED577C9FB}" dt="2026-01-03T13:12:25.042" v="397" actId="26606"/>
          <ac:graphicFrameMkLst>
            <pc:docMk/>
            <pc:sldMk cId="3681231528" sldId="288"/>
            <ac:graphicFrameMk id="6" creationId="{65994335-332C-C1B9-125D-07106FFE82C8}"/>
          </ac:graphicFrameMkLst>
        </pc:graphicFrameChg>
      </pc:sldChg>
      <pc:sldChg chg="addSp delSp modSp add mod setBg">
        <pc:chgData name="Aishwar C Nigam" userId="b0b382f3-1a41-4da3-92e1-f09e111328a1" providerId="ADAL" clId="{8A957FB4-2AE3-4D3E-A618-130ED577C9FB}" dt="2026-01-03T13:12:30.757" v="398" actId="26606"/>
        <pc:sldMkLst>
          <pc:docMk/>
          <pc:sldMk cId="2215180337" sldId="289"/>
        </pc:sldMkLst>
        <pc:spChg chg="mod">
          <ac:chgData name="Aishwar C Nigam" userId="b0b382f3-1a41-4da3-92e1-f09e111328a1" providerId="ADAL" clId="{8A957FB4-2AE3-4D3E-A618-130ED577C9FB}" dt="2026-01-03T13:12:30.757" v="398" actId="26606"/>
          <ac:spMkLst>
            <pc:docMk/>
            <pc:sldMk cId="2215180337" sldId="289"/>
            <ac:spMk id="2" creationId="{163EFD33-4734-EEBB-9CB4-E01F82043A5C}"/>
          </ac:spMkLst>
        </pc:spChg>
        <pc:spChg chg="mod">
          <ac:chgData name="Aishwar C Nigam" userId="b0b382f3-1a41-4da3-92e1-f09e111328a1" providerId="ADAL" clId="{8A957FB4-2AE3-4D3E-A618-130ED577C9FB}" dt="2026-01-03T13:12:30.757" v="398" actId="26606"/>
          <ac:spMkLst>
            <pc:docMk/>
            <pc:sldMk cId="2215180337" sldId="289"/>
            <ac:spMk id="4" creationId="{9914C6B9-0BEF-353C-9BEC-1F1E526892A9}"/>
          </ac:spMkLst>
        </pc:spChg>
        <pc:spChg chg="add">
          <ac:chgData name="Aishwar C Nigam" userId="b0b382f3-1a41-4da3-92e1-f09e111328a1" providerId="ADAL" clId="{8A957FB4-2AE3-4D3E-A618-130ED577C9FB}" dt="2026-01-03T13:12:30.757" v="398" actId="26606"/>
          <ac:spMkLst>
            <pc:docMk/>
            <pc:sldMk cId="2215180337" sldId="289"/>
            <ac:spMk id="10" creationId="{BACC6370-2D7E-4714-9D71-7542949D7D5D}"/>
          </ac:spMkLst>
        </pc:spChg>
        <pc:spChg chg="add">
          <ac:chgData name="Aishwar C Nigam" userId="b0b382f3-1a41-4da3-92e1-f09e111328a1" providerId="ADAL" clId="{8A957FB4-2AE3-4D3E-A618-130ED577C9FB}" dt="2026-01-03T13:12:30.757" v="398" actId="26606"/>
          <ac:spMkLst>
            <pc:docMk/>
            <pc:sldMk cId="2215180337" sldId="289"/>
            <ac:spMk id="12" creationId="{F68B3F68-107C-434F-AA38-110D5EA91B85}"/>
          </ac:spMkLst>
        </pc:spChg>
        <pc:spChg chg="add">
          <ac:chgData name="Aishwar C Nigam" userId="b0b382f3-1a41-4da3-92e1-f09e111328a1" providerId="ADAL" clId="{8A957FB4-2AE3-4D3E-A618-130ED577C9FB}" dt="2026-01-03T13:12:30.757" v="398" actId="26606"/>
          <ac:spMkLst>
            <pc:docMk/>
            <pc:sldMk cId="2215180337" sldId="289"/>
            <ac:spMk id="14" creationId="{AAD0DBB9-1A4B-4391-81D4-CB19F9AB918A}"/>
          </ac:spMkLst>
        </pc:spChg>
        <pc:spChg chg="add">
          <ac:chgData name="Aishwar C Nigam" userId="b0b382f3-1a41-4da3-92e1-f09e111328a1" providerId="ADAL" clId="{8A957FB4-2AE3-4D3E-A618-130ED577C9FB}" dt="2026-01-03T13:12:30.757" v="398" actId="26606"/>
          <ac:spMkLst>
            <pc:docMk/>
            <pc:sldMk cId="2215180337" sldId="289"/>
            <ac:spMk id="16" creationId="{063BBA22-50EA-4C4D-BE05-F1CE4E63AA56}"/>
          </ac:spMkLst>
        </pc:spChg>
        <pc:graphicFrameChg chg="add">
          <ac:chgData name="Aishwar C Nigam" userId="b0b382f3-1a41-4da3-92e1-f09e111328a1" providerId="ADAL" clId="{8A957FB4-2AE3-4D3E-A618-130ED577C9FB}" dt="2026-01-03T13:12:30.757" v="398" actId="26606"/>
          <ac:graphicFrameMkLst>
            <pc:docMk/>
            <pc:sldMk cId="2215180337" sldId="289"/>
            <ac:graphicFrameMk id="6" creationId="{DCEF200C-53EA-3786-AF5D-2F4B7FA9FF5B}"/>
          </ac:graphicFrameMkLst>
        </pc:graphicFrameChg>
      </pc:sldChg>
      <pc:sldChg chg="addSp delSp modSp add mod setBg">
        <pc:chgData name="Aishwar C Nigam" userId="b0b382f3-1a41-4da3-92e1-f09e111328a1" providerId="ADAL" clId="{8A957FB4-2AE3-4D3E-A618-130ED577C9FB}" dt="2026-01-03T13:12:36.870" v="399" actId="26606"/>
        <pc:sldMkLst>
          <pc:docMk/>
          <pc:sldMk cId="4146090473" sldId="290"/>
        </pc:sldMkLst>
        <pc:spChg chg="mod">
          <ac:chgData name="Aishwar C Nigam" userId="b0b382f3-1a41-4da3-92e1-f09e111328a1" providerId="ADAL" clId="{8A957FB4-2AE3-4D3E-A618-130ED577C9FB}" dt="2026-01-03T13:12:36.870" v="399" actId="26606"/>
          <ac:spMkLst>
            <pc:docMk/>
            <pc:sldMk cId="4146090473" sldId="290"/>
            <ac:spMk id="2" creationId="{BB247292-0281-7611-876F-EACAF3D6E6A7}"/>
          </ac:spMkLst>
        </pc:spChg>
        <pc:spChg chg="mod">
          <ac:chgData name="Aishwar C Nigam" userId="b0b382f3-1a41-4da3-92e1-f09e111328a1" providerId="ADAL" clId="{8A957FB4-2AE3-4D3E-A618-130ED577C9FB}" dt="2026-01-03T13:12:36.870" v="399" actId="26606"/>
          <ac:spMkLst>
            <pc:docMk/>
            <pc:sldMk cId="4146090473" sldId="290"/>
            <ac:spMk id="4" creationId="{9985F0F8-73E7-A35D-E2F3-2A87E42D6A57}"/>
          </ac:spMkLst>
        </pc:spChg>
        <pc:spChg chg="add">
          <ac:chgData name="Aishwar C Nigam" userId="b0b382f3-1a41-4da3-92e1-f09e111328a1" providerId="ADAL" clId="{8A957FB4-2AE3-4D3E-A618-130ED577C9FB}" dt="2026-01-03T13:12:36.870" v="399" actId="26606"/>
          <ac:spMkLst>
            <pc:docMk/>
            <pc:sldMk cId="4146090473" sldId="290"/>
            <ac:spMk id="10" creationId="{BACC6370-2D7E-4714-9D71-7542949D7D5D}"/>
          </ac:spMkLst>
        </pc:spChg>
        <pc:spChg chg="add">
          <ac:chgData name="Aishwar C Nigam" userId="b0b382f3-1a41-4da3-92e1-f09e111328a1" providerId="ADAL" clId="{8A957FB4-2AE3-4D3E-A618-130ED577C9FB}" dt="2026-01-03T13:12:36.870" v="399" actId="26606"/>
          <ac:spMkLst>
            <pc:docMk/>
            <pc:sldMk cId="4146090473" sldId="290"/>
            <ac:spMk id="12" creationId="{F68B3F68-107C-434F-AA38-110D5EA91B85}"/>
          </ac:spMkLst>
        </pc:spChg>
        <pc:spChg chg="add">
          <ac:chgData name="Aishwar C Nigam" userId="b0b382f3-1a41-4da3-92e1-f09e111328a1" providerId="ADAL" clId="{8A957FB4-2AE3-4D3E-A618-130ED577C9FB}" dt="2026-01-03T13:12:36.870" v="399" actId="26606"/>
          <ac:spMkLst>
            <pc:docMk/>
            <pc:sldMk cId="4146090473" sldId="290"/>
            <ac:spMk id="14" creationId="{AAD0DBB9-1A4B-4391-81D4-CB19F9AB918A}"/>
          </ac:spMkLst>
        </pc:spChg>
        <pc:spChg chg="add">
          <ac:chgData name="Aishwar C Nigam" userId="b0b382f3-1a41-4da3-92e1-f09e111328a1" providerId="ADAL" clId="{8A957FB4-2AE3-4D3E-A618-130ED577C9FB}" dt="2026-01-03T13:12:36.870" v="399" actId="26606"/>
          <ac:spMkLst>
            <pc:docMk/>
            <pc:sldMk cId="4146090473" sldId="290"/>
            <ac:spMk id="16" creationId="{063BBA22-50EA-4C4D-BE05-F1CE4E63AA56}"/>
          </ac:spMkLst>
        </pc:spChg>
        <pc:graphicFrameChg chg="add">
          <ac:chgData name="Aishwar C Nigam" userId="b0b382f3-1a41-4da3-92e1-f09e111328a1" providerId="ADAL" clId="{8A957FB4-2AE3-4D3E-A618-130ED577C9FB}" dt="2026-01-03T13:12:36.870" v="399" actId="26606"/>
          <ac:graphicFrameMkLst>
            <pc:docMk/>
            <pc:sldMk cId="4146090473" sldId="290"/>
            <ac:graphicFrameMk id="6" creationId="{95839D5D-EED9-60E2-4494-1ABFD9F0D60C}"/>
          </ac:graphicFrameMkLst>
        </pc:graphicFrameChg>
      </pc:sldChg>
      <pc:sldChg chg="addSp delSp modSp add mod setBg delDesignElem">
        <pc:chgData name="Aishwar C Nigam" userId="b0b382f3-1a41-4da3-92e1-f09e111328a1" providerId="ADAL" clId="{8A957FB4-2AE3-4D3E-A618-130ED577C9FB}" dt="2026-01-03T13:33:45.337" v="453"/>
        <pc:sldMkLst>
          <pc:docMk/>
          <pc:sldMk cId="3025221836" sldId="291"/>
        </pc:sldMkLst>
        <pc:spChg chg="add mod">
          <ac:chgData name="Aishwar C Nigam" userId="b0b382f3-1a41-4da3-92e1-f09e111328a1" providerId="ADAL" clId="{8A957FB4-2AE3-4D3E-A618-130ED577C9FB}" dt="2026-01-03T13:33:44.797" v="451" actId="1076"/>
          <ac:spMkLst>
            <pc:docMk/>
            <pc:sldMk cId="3025221836" sldId="291"/>
            <ac:spMk id="7" creationId="{921D475F-7954-696D-022D-EF9FEC939996}"/>
          </ac:spMkLst>
        </pc:spChg>
      </pc:sldChg>
      <pc:sldChg chg="addSp delSp modSp add mod setBg">
        <pc:chgData name="Aishwar C Nigam" userId="b0b382f3-1a41-4da3-92e1-f09e111328a1" providerId="ADAL" clId="{8A957FB4-2AE3-4D3E-A618-130ED577C9FB}" dt="2026-01-03T13:12:49.618" v="401" actId="26606"/>
        <pc:sldMkLst>
          <pc:docMk/>
          <pc:sldMk cId="1012644169" sldId="292"/>
        </pc:sldMkLst>
        <pc:spChg chg="mod">
          <ac:chgData name="Aishwar C Nigam" userId="b0b382f3-1a41-4da3-92e1-f09e111328a1" providerId="ADAL" clId="{8A957FB4-2AE3-4D3E-A618-130ED577C9FB}" dt="2026-01-03T13:12:49.618" v="401" actId="26606"/>
          <ac:spMkLst>
            <pc:docMk/>
            <pc:sldMk cId="1012644169" sldId="292"/>
            <ac:spMk id="2" creationId="{F0D240BA-880E-CFA3-AD2C-75C5F96C5F72}"/>
          </ac:spMkLst>
        </pc:spChg>
        <pc:spChg chg="mod">
          <ac:chgData name="Aishwar C Nigam" userId="b0b382f3-1a41-4da3-92e1-f09e111328a1" providerId="ADAL" clId="{8A957FB4-2AE3-4D3E-A618-130ED577C9FB}" dt="2026-01-03T13:12:49.618" v="401" actId="26606"/>
          <ac:spMkLst>
            <pc:docMk/>
            <pc:sldMk cId="1012644169" sldId="292"/>
            <ac:spMk id="4" creationId="{24682439-FB40-6B1C-46FE-DD12A62B9888}"/>
          </ac:spMkLst>
        </pc:spChg>
        <pc:spChg chg="add">
          <ac:chgData name="Aishwar C Nigam" userId="b0b382f3-1a41-4da3-92e1-f09e111328a1" providerId="ADAL" clId="{8A957FB4-2AE3-4D3E-A618-130ED577C9FB}" dt="2026-01-03T13:12:49.618" v="401" actId="26606"/>
          <ac:spMkLst>
            <pc:docMk/>
            <pc:sldMk cId="1012644169" sldId="292"/>
            <ac:spMk id="10" creationId="{BACC6370-2D7E-4714-9D71-7542949D7D5D}"/>
          </ac:spMkLst>
        </pc:spChg>
        <pc:spChg chg="add">
          <ac:chgData name="Aishwar C Nigam" userId="b0b382f3-1a41-4da3-92e1-f09e111328a1" providerId="ADAL" clId="{8A957FB4-2AE3-4D3E-A618-130ED577C9FB}" dt="2026-01-03T13:12:49.618" v="401" actId="26606"/>
          <ac:spMkLst>
            <pc:docMk/>
            <pc:sldMk cId="1012644169" sldId="292"/>
            <ac:spMk id="12" creationId="{F68B3F68-107C-434F-AA38-110D5EA91B85}"/>
          </ac:spMkLst>
        </pc:spChg>
        <pc:spChg chg="add">
          <ac:chgData name="Aishwar C Nigam" userId="b0b382f3-1a41-4da3-92e1-f09e111328a1" providerId="ADAL" clId="{8A957FB4-2AE3-4D3E-A618-130ED577C9FB}" dt="2026-01-03T13:12:49.618" v="401" actId="26606"/>
          <ac:spMkLst>
            <pc:docMk/>
            <pc:sldMk cId="1012644169" sldId="292"/>
            <ac:spMk id="14" creationId="{AAD0DBB9-1A4B-4391-81D4-CB19F9AB918A}"/>
          </ac:spMkLst>
        </pc:spChg>
        <pc:spChg chg="add">
          <ac:chgData name="Aishwar C Nigam" userId="b0b382f3-1a41-4da3-92e1-f09e111328a1" providerId="ADAL" clId="{8A957FB4-2AE3-4D3E-A618-130ED577C9FB}" dt="2026-01-03T13:12:49.618" v="401" actId="26606"/>
          <ac:spMkLst>
            <pc:docMk/>
            <pc:sldMk cId="1012644169" sldId="292"/>
            <ac:spMk id="16" creationId="{063BBA22-50EA-4C4D-BE05-F1CE4E63AA56}"/>
          </ac:spMkLst>
        </pc:spChg>
        <pc:graphicFrameChg chg="add">
          <ac:chgData name="Aishwar C Nigam" userId="b0b382f3-1a41-4da3-92e1-f09e111328a1" providerId="ADAL" clId="{8A957FB4-2AE3-4D3E-A618-130ED577C9FB}" dt="2026-01-03T13:12:49.618" v="401" actId="26606"/>
          <ac:graphicFrameMkLst>
            <pc:docMk/>
            <pc:sldMk cId="1012644169" sldId="292"/>
            <ac:graphicFrameMk id="6" creationId="{B42409E1-2513-8E51-D0B3-F4009CA3291F}"/>
          </ac:graphicFrameMkLst>
        </pc:graphicFrameChg>
      </pc:sldChg>
      <pc:sldChg chg="addSp delSp modSp add mod setBg">
        <pc:chgData name="Aishwar C Nigam" userId="b0b382f3-1a41-4da3-92e1-f09e111328a1" providerId="ADAL" clId="{8A957FB4-2AE3-4D3E-A618-130ED577C9FB}" dt="2026-01-03T13:12:54.878" v="402" actId="26606"/>
        <pc:sldMkLst>
          <pc:docMk/>
          <pc:sldMk cId="1780750744" sldId="293"/>
        </pc:sldMkLst>
        <pc:spChg chg="mod">
          <ac:chgData name="Aishwar C Nigam" userId="b0b382f3-1a41-4da3-92e1-f09e111328a1" providerId="ADAL" clId="{8A957FB4-2AE3-4D3E-A618-130ED577C9FB}" dt="2026-01-03T13:12:54.878" v="402" actId="26606"/>
          <ac:spMkLst>
            <pc:docMk/>
            <pc:sldMk cId="1780750744" sldId="293"/>
            <ac:spMk id="2" creationId="{2E82F7C7-858B-B88E-E37F-97750DB780BB}"/>
          </ac:spMkLst>
        </pc:spChg>
        <pc:spChg chg="mod">
          <ac:chgData name="Aishwar C Nigam" userId="b0b382f3-1a41-4da3-92e1-f09e111328a1" providerId="ADAL" clId="{8A957FB4-2AE3-4D3E-A618-130ED577C9FB}" dt="2026-01-03T13:12:54.878" v="402" actId="26606"/>
          <ac:spMkLst>
            <pc:docMk/>
            <pc:sldMk cId="1780750744" sldId="293"/>
            <ac:spMk id="4" creationId="{F355DBAE-AC63-7595-F970-98A4BEA2EFEC}"/>
          </ac:spMkLst>
        </pc:spChg>
        <pc:spChg chg="add">
          <ac:chgData name="Aishwar C Nigam" userId="b0b382f3-1a41-4da3-92e1-f09e111328a1" providerId="ADAL" clId="{8A957FB4-2AE3-4D3E-A618-130ED577C9FB}" dt="2026-01-03T13:12:54.878" v="402" actId="26606"/>
          <ac:spMkLst>
            <pc:docMk/>
            <pc:sldMk cId="1780750744" sldId="293"/>
            <ac:spMk id="11" creationId="{B50AB553-2A96-4A92-96F2-93548E096954}"/>
          </ac:spMkLst>
        </pc:spChg>
        <pc:graphicFrameChg chg="add">
          <ac:chgData name="Aishwar C Nigam" userId="b0b382f3-1a41-4da3-92e1-f09e111328a1" providerId="ADAL" clId="{8A957FB4-2AE3-4D3E-A618-130ED577C9FB}" dt="2026-01-03T13:12:54.878" v="402" actId="26606"/>
          <ac:graphicFrameMkLst>
            <pc:docMk/>
            <pc:sldMk cId="1780750744" sldId="293"/>
            <ac:graphicFrameMk id="6" creationId="{5B47EE62-AE97-65FF-7D3E-664E688F3E28}"/>
          </ac:graphicFrameMkLst>
        </pc:graphicFrameChg>
        <pc:picChg chg="add">
          <ac:chgData name="Aishwar C Nigam" userId="b0b382f3-1a41-4da3-92e1-f09e111328a1" providerId="ADAL" clId="{8A957FB4-2AE3-4D3E-A618-130ED577C9FB}" dt="2026-01-03T13:12:54.878" v="402" actId="26606"/>
          <ac:picMkLst>
            <pc:docMk/>
            <pc:sldMk cId="1780750744" sldId="293"/>
            <ac:picMk id="7" creationId="{254BA04C-032E-AF69-E437-309EA2D020BC}"/>
          </ac:picMkLst>
        </pc:picChg>
      </pc:sldChg>
      <pc:sldChg chg="addSp delSp modSp add mod setBg">
        <pc:chgData name="Aishwar C Nigam" userId="b0b382f3-1a41-4da3-92e1-f09e111328a1" providerId="ADAL" clId="{8A957FB4-2AE3-4D3E-A618-130ED577C9FB}" dt="2026-01-03T13:12:58.127" v="403" actId="26606"/>
        <pc:sldMkLst>
          <pc:docMk/>
          <pc:sldMk cId="586232883" sldId="294"/>
        </pc:sldMkLst>
        <pc:spChg chg="mod">
          <ac:chgData name="Aishwar C Nigam" userId="b0b382f3-1a41-4da3-92e1-f09e111328a1" providerId="ADAL" clId="{8A957FB4-2AE3-4D3E-A618-130ED577C9FB}" dt="2026-01-03T13:12:58.127" v="403" actId="26606"/>
          <ac:spMkLst>
            <pc:docMk/>
            <pc:sldMk cId="586232883" sldId="294"/>
            <ac:spMk id="2" creationId="{07E58981-8F09-1712-0D7A-F03A5737AE9E}"/>
          </ac:spMkLst>
        </pc:spChg>
        <pc:spChg chg="mod">
          <ac:chgData name="Aishwar C Nigam" userId="b0b382f3-1a41-4da3-92e1-f09e111328a1" providerId="ADAL" clId="{8A957FB4-2AE3-4D3E-A618-130ED577C9FB}" dt="2026-01-03T13:12:58.127" v="403" actId="26606"/>
          <ac:spMkLst>
            <pc:docMk/>
            <pc:sldMk cId="586232883" sldId="294"/>
            <ac:spMk id="4" creationId="{63C7B9D8-F397-ED67-375F-295B8A98CBA4}"/>
          </ac:spMkLst>
        </pc:spChg>
        <pc:spChg chg="add">
          <ac:chgData name="Aishwar C Nigam" userId="b0b382f3-1a41-4da3-92e1-f09e111328a1" providerId="ADAL" clId="{8A957FB4-2AE3-4D3E-A618-130ED577C9FB}" dt="2026-01-03T13:12:58.127" v="403" actId="26606"/>
          <ac:spMkLst>
            <pc:docMk/>
            <pc:sldMk cId="586232883" sldId="294"/>
            <ac:spMk id="11" creationId="{B50AB553-2A96-4A92-96F2-93548E096954}"/>
          </ac:spMkLst>
        </pc:spChg>
        <pc:graphicFrameChg chg="add">
          <ac:chgData name="Aishwar C Nigam" userId="b0b382f3-1a41-4da3-92e1-f09e111328a1" providerId="ADAL" clId="{8A957FB4-2AE3-4D3E-A618-130ED577C9FB}" dt="2026-01-03T13:12:58.127" v="403" actId="26606"/>
          <ac:graphicFrameMkLst>
            <pc:docMk/>
            <pc:sldMk cId="586232883" sldId="294"/>
            <ac:graphicFrameMk id="6" creationId="{29BB58A1-83FE-BF21-69AF-8BA7794C8ED2}"/>
          </ac:graphicFrameMkLst>
        </pc:graphicFrameChg>
        <pc:picChg chg="add">
          <ac:chgData name="Aishwar C Nigam" userId="b0b382f3-1a41-4da3-92e1-f09e111328a1" providerId="ADAL" clId="{8A957FB4-2AE3-4D3E-A618-130ED577C9FB}" dt="2026-01-03T13:12:58.127" v="403" actId="26606"/>
          <ac:picMkLst>
            <pc:docMk/>
            <pc:sldMk cId="586232883" sldId="294"/>
            <ac:picMk id="7" creationId="{0F3864DF-386A-9CEC-D8DA-7EF18ADEEFDA}"/>
          </ac:picMkLst>
        </pc:picChg>
      </pc:sldChg>
      <pc:sldChg chg="addSp delSp modSp add mod setBg">
        <pc:chgData name="Aishwar C Nigam" userId="b0b382f3-1a41-4da3-92e1-f09e111328a1" providerId="ADAL" clId="{8A957FB4-2AE3-4D3E-A618-130ED577C9FB}" dt="2026-01-03T13:13:02.331" v="404" actId="26606"/>
        <pc:sldMkLst>
          <pc:docMk/>
          <pc:sldMk cId="4039978226" sldId="295"/>
        </pc:sldMkLst>
        <pc:spChg chg="mod">
          <ac:chgData name="Aishwar C Nigam" userId="b0b382f3-1a41-4da3-92e1-f09e111328a1" providerId="ADAL" clId="{8A957FB4-2AE3-4D3E-A618-130ED577C9FB}" dt="2026-01-03T13:13:02.331" v="404" actId="26606"/>
          <ac:spMkLst>
            <pc:docMk/>
            <pc:sldMk cId="4039978226" sldId="295"/>
            <ac:spMk id="2" creationId="{2DB619B3-8F70-320F-262C-5B1A59CF0C6C}"/>
          </ac:spMkLst>
        </pc:spChg>
        <pc:spChg chg="mod">
          <ac:chgData name="Aishwar C Nigam" userId="b0b382f3-1a41-4da3-92e1-f09e111328a1" providerId="ADAL" clId="{8A957FB4-2AE3-4D3E-A618-130ED577C9FB}" dt="2026-01-03T13:13:02.331" v="404" actId="26606"/>
          <ac:spMkLst>
            <pc:docMk/>
            <pc:sldMk cId="4039978226" sldId="295"/>
            <ac:spMk id="4" creationId="{345D8AF8-EE84-7FDD-0F6D-BE141AFF609E}"/>
          </ac:spMkLst>
        </pc:spChg>
        <pc:spChg chg="add">
          <ac:chgData name="Aishwar C Nigam" userId="b0b382f3-1a41-4da3-92e1-f09e111328a1" providerId="ADAL" clId="{8A957FB4-2AE3-4D3E-A618-130ED577C9FB}" dt="2026-01-03T13:13:02.331" v="404" actId="26606"/>
          <ac:spMkLst>
            <pc:docMk/>
            <pc:sldMk cId="4039978226" sldId="295"/>
            <ac:spMk id="11" creationId="{B50AB553-2A96-4A92-96F2-93548E096954}"/>
          </ac:spMkLst>
        </pc:spChg>
        <pc:graphicFrameChg chg="add">
          <ac:chgData name="Aishwar C Nigam" userId="b0b382f3-1a41-4da3-92e1-f09e111328a1" providerId="ADAL" clId="{8A957FB4-2AE3-4D3E-A618-130ED577C9FB}" dt="2026-01-03T13:13:02.331" v="404" actId="26606"/>
          <ac:graphicFrameMkLst>
            <pc:docMk/>
            <pc:sldMk cId="4039978226" sldId="295"/>
            <ac:graphicFrameMk id="6" creationId="{918068D6-7C6E-72F9-E13A-3A04DD91D5D9}"/>
          </ac:graphicFrameMkLst>
        </pc:graphicFrameChg>
        <pc:picChg chg="add">
          <ac:chgData name="Aishwar C Nigam" userId="b0b382f3-1a41-4da3-92e1-f09e111328a1" providerId="ADAL" clId="{8A957FB4-2AE3-4D3E-A618-130ED577C9FB}" dt="2026-01-03T13:13:02.331" v="404" actId="26606"/>
          <ac:picMkLst>
            <pc:docMk/>
            <pc:sldMk cId="4039978226" sldId="295"/>
            <ac:picMk id="7" creationId="{4EFD9660-E354-926A-C484-BBD19CEF1510}"/>
          </ac:picMkLst>
        </pc:picChg>
      </pc:sldChg>
      <pc:sldChg chg="add">
        <pc:chgData name="Aishwar C Nigam" userId="b0b382f3-1a41-4da3-92e1-f09e111328a1" providerId="ADAL" clId="{8A957FB4-2AE3-4D3E-A618-130ED577C9FB}" dt="2026-01-03T13:25:34.909" v="414" actId="2890"/>
        <pc:sldMkLst>
          <pc:docMk/>
          <pc:sldMk cId="3484576667" sldId="296"/>
        </pc:sldMkLst>
      </pc:sldChg>
      <pc:sldChg chg="addSp delSp modSp add mod">
        <pc:chgData name="Aishwar C Nigam" userId="b0b382f3-1a41-4da3-92e1-f09e111328a1" providerId="ADAL" clId="{8A957FB4-2AE3-4D3E-A618-130ED577C9FB}" dt="2026-01-03T13:36:41.228" v="469" actId="26606"/>
        <pc:sldMkLst>
          <pc:docMk/>
          <pc:sldMk cId="1522832203" sldId="297"/>
        </pc:sldMkLst>
        <pc:spChg chg="mod">
          <ac:chgData name="Aishwar C Nigam" userId="b0b382f3-1a41-4da3-92e1-f09e111328a1" providerId="ADAL" clId="{8A957FB4-2AE3-4D3E-A618-130ED577C9FB}" dt="2026-01-03T13:36:41.228" v="469" actId="26606"/>
          <ac:spMkLst>
            <pc:docMk/>
            <pc:sldMk cId="1522832203" sldId="297"/>
            <ac:spMk id="2" creationId="{1885C4DA-5A03-802C-7045-A1CEFFF2B1A9}"/>
          </ac:spMkLst>
        </pc:spChg>
        <pc:spChg chg="mod ord">
          <ac:chgData name="Aishwar C Nigam" userId="b0b382f3-1a41-4da3-92e1-f09e111328a1" providerId="ADAL" clId="{8A957FB4-2AE3-4D3E-A618-130ED577C9FB}" dt="2026-01-03T13:36:41.228" v="469" actId="26606"/>
          <ac:spMkLst>
            <pc:docMk/>
            <pc:sldMk cId="1522832203" sldId="297"/>
            <ac:spMk id="4" creationId="{41052A68-4DF1-90B9-6354-EFEB1AB2A601}"/>
          </ac:spMkLst>
        </pc:spChg>
        <pc:spChg chg="add">
          <ac:chgData name="Aishwar C Nigam" userId="b0b382f3-1a41-4da3-92e1-f09e111328a1" providerId="ADAL" clId="{8A957FB4-2AE3-4D3E-A618-130ED577C9FB}" dt="2026-01-03T13:36:41.228" v="469" actId="26606"/>
          <ac:spMkLst>
            <pc:docMk/>
            <pc:sldMk cId="1522832203" sldId="297"/>
            <ac:spMk id="39" creationId="{47942995-B07F-4636-9A06-C6A104B260A8}"/>
          </ac:spMkLst>
        </pc:spChg>
        <pc:spChg chg="add">
          <ac:chgData name="Aishwar C Nigam" userId="b0b382f3-1a41-4da3-92e1-f09e111328a1" providerId="ADAL" clId="{8A957FB4-2AE3-4D3E-A618-130ED577C9FB}" dt="2026-01-03T13:36:41.228" v="469" actId="26606"/>
          <ac:spMkLst>
            <pc:docMk/>
            <pc:sldMk cId="1522832203" sldId="297"/>
            <ac:spMk id="46" creationId="{B81933D1-5615-42C7-9C0B-4EB7105CCE2D}"/>
          </ac:spMkLst>
        </pc:spChg>
        <pc:spChg chg="add">
          <ac:chgData name="Aishwar C Nigam" userId="b0b382f3-1a41-4da3-92e1-f09e111328a1" providerId="ADAL" clId="{8A957FB4-2AE3-4D3E-A618-130ED577C9FB}" dt="2026-01-03T13:36:41.228" v="469" actId="26606"/>
          <ac:spMkLst>
            <pc:docMk/>
            <pc:sldMk cId="1522832203" sldId="297"/>
            <ac:spMk id="48" creationId="{19C9EAEA-39D0-4B0E-A0EB-51E7B26740B1}"/>
          </ac:spMkLst>
        </pc:spChg>
        <pc:picChg chg="add mod">
          <ac:chgData name="Aishwar C Nigam" userId="b0b382f3-1a41-4da3-92e1-f09e111328a1" providerId="ADAL" clId="{8A957FB4-2AE3-4D3E-A618-130ED577C9FB}" dt="2026-01-03T13:36:41.228" v="469" actId="26606"/>
          <ac:picMkLst>
            <pc:docMk/>
            <pc:sldMk cId="1522832203" sldId="297"/>
            <ac:picMk id="8" creationId="{83672F8F-71B0-B0E3-3F25-9CB110921C81}"/>
          </ac:picMkLst>
        </pc:picChg>
      </pc:sldChg>
      <pc:sldChg chg="addSp delSp modSp add mod">
        <pc:chgData name="Aishwar C Nigam" userId="b0b382f3-1a41-4da3-92e1-f09e111328a1" providerId="ADAL" clId="{8A957FB4-2AE3-4D3E-A618-130ED577C9FB}" dt="2026-01-03T13:36:59.830" v="471" actId="26606"/>
        <pc:sldMkLst>
          <pc:docMk/>
          <pc:sldMk cId="1338925341" sldId="298"/>
        </pc:sldMkLst>
        <pc:spChg chg="mod">
          <ac:chgData name="Aishwar C Nigam" userId="b0b382f3-1a41-4da3-92e1-f09e111328a1" providerId="ADAL" clId="{8A957FB4-2AE3-4D3E-A618-130ED577C9FB}" dt="2026-01-03T13:36:59.830" v="471" actId="26606"/>
          <ac:spMkLst>
            <pc:docMk/>
            <pc:sldMk cId="1338925341" sldId="298"/>
            <ac:spMk id="2" creationId="{5359A342-4B34-20F0-6328-FD1908A97797}"/>
          </ac:spMkLst>
        </pc:spChg>
        <pc:spChg chg="mod ord">
          <ac:chgData name="Aishwar C Nigam" userId="b0b382f3-1a41-4da3-92e1-f09e111328a1" providerId="ADAL" clId="{8A957FB4-2AE3-4D3E-A618-130ED577C9FB}" dt="2026-01-03T13:36:59.830" v="471" actId="26606"/>
          <ac:spMkLst>
            <pc:docMk/>
            <pc:sldMk cId="1338925341" sldId="298"/>
            <ac:spMk id="4" creationId="{87AC1301-1A62-1B85-8ED7-9A8618288DE3}"/>
          </ac:spMkLst>
        </pc:spChg>
        <pc:spChg chg="add">
          <ac:chgData name="Aishwar C Nigam" userId="b0b382f3-1a41-4da3-92e1-f09e111328a1" providerId="ADAL" clId="{8A957FB4-2AE3-4D3E-A618-130ED577C9FB}" dt="2026-01-03T13:36:59.830" v="471" actId="26606"/>
          <ac:spMkLst>
            <pc:docMk/>
            <pc:sldMk cId="1338925341" sldId="298"/>
            <ac:spMk id="39" creationId="{47942995-B07F-4636-9A06-C6A104B260A8}"/>
          </ac:spMkLst>
        </pc:spChg>
        <pc:spChg chg="add">
          <ac:chgData name="Aishwar C Nigam" userId="b0b382f3-1a41-4da3-92e1-f09e111328a1" providerId="ADAL" clId="{8A957FB4-2AE3-4D3E-A618-130ED577C9FB}" dt="2026-01-03T13:36:59.830" v="471" actId="26606"/>
          <ac:spMkLst>
            <pc:docMk/>
            <pc:sldMk cId="1338925341" sldId="298"/>
            <ac:spMk id="46" creationId="{B81933D1-5615-42C7-9C0B-4EB7105CCE2D}"/>
          </ac:spMkLst>
        </pc:spChg>
        <pc:spChg chg="add">
          <ac:chgData name="Aishwar C Nigam" userId="b0b382f3-1a41-4da3-92e1-f09e111328a1" providerId="ADAL" clId="{8A957FB4-2AE3-4D3E-A618-130ED577C9FB}" dt="2026-01-03T13:36:59.830" v="471" actId="26606"/>
          <ac:spMkLst>
            <pc:docMk/>
            <pc:sldMk cId="1338925341" sldId="298"/>
            <ac:spMk id="48" creationId="{19C9EAEA-39D0-4B0E-A0EB-51E7B26740B1}"/>
          </ac:spMkLst>
        </pc:spChg>
        <pc:grpChg chg="add">
          <ac:chgData name="Aishwar C Nigam" userId="b0b382f3-1a41-4da3-92e1-f09e111328a1" providerId="ADAL" clId="{8A957FB4-2AE3-4D3E-A618-130ED577C9FB}" dt="2026-01-03T13:36:59.830" v="471" actId="26606"/>
          <ac:grpSpMkLst>
            <pc:docMk/>
            <pc:sldMk cId="1338925341" sldId="298"/>
            <ac:grpSpMk id="41" creationId="{032D8612-31EB-44CF-A1D0-14FD4C705424}"/>
          </ac:grpSpMkLst>
        </pc:grpChg>
        <pc:picChg chg="add mod">
          <ac:chgData name="Aishwar C Nigam" userId="b0b382f3-1a41-4da3-92e1-f09e111328a1" providerId="ADAL" clId="{8A957FB4-2AE3-4D3E-A618-130ED577C9FB}" dt="2026-01-03T13:36:59.830" v="471" actId="26606"/>
          <ac:picMkLst>
            <pc:docMk/>
            <pc:sldMk cId="1338925341" sldId="298"/>
            <ac:picMk id="5" creationId="{F957B126-2A8B-12C7-D0DB-3E4935337DE4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7.png"/><Relationship Id="rId7" Type="http://schemas.openxmlformats.org/officeDocument/2006/relationships/image" Target="../media/image23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36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4" Type="http://schemas.openxmlformats.org/officeDocument/2006/relationships/image" Target="../media/image72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/Relationships>
</file>

<file path=ppt/diagrams/_rels/data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93.svg"/></Relationships>
</file>

<file path=ppt/diagrams/_rels/data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10" Type="http://schemas.openxmlformats.org/officeDocument/2006/relationships/image" Target="../media/image103.svg"/><Relationship Id="rId4" Type="http://schemas.openxmlformats.org/officeDocument/2006/relationships/image" Target="../media/image97.svg"/><Relationship Id="rId9" Type="http://schemas.openxmlformats.org/officeDocument/2006/relationships/image" Target="../media/image10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7.png"/><Relationship Id="rId7" Type="http://schemas.openxmlformats.org/officeDocument/2006/relationships/image" Target="../media/image23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36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4" Type="http://schemas.openxmlformats.org/officeDocument/2006/relationships/image" Target="../media/image72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/Relationships>
</file>

<file path=ppt/diagrams/_rels/drawing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93.svg"/></Relationships>
</file>

<file path=ppt/diagrams/_rels/drawing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10" Type="http://schemas.openxmlformats.org/officeDocument/2006/relationships/image" Target="../media/image103.svg"/><Relationship Id="rId4" Type="http://schemas.openxmlformats.org/officeDocument/2006/relationships/image" Target="../media/image97.svg"/><Relationship Id="rId9" Type="http://schemas.openxmlformats.org/officeDocument/2006/relationships/image" Target="../media/image10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620B1A-F7AB-4BF8-89B9-72F8586A934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4F663B7-5853-4089-8164-17C2BF88F966}">
      <dgm:prSet/>
      <dgm:spPr/>
      <dgm:t>
        <a:bodyPr/>
        <a:lstStyle/>
        <a:p>
          <a:pPr>
            <a:buNone/>
          </a:pPr>
          <a:r>
            <a:rPr lang="en-IN"/>
            <a:t>Align expectations for January</a:t>
          </a:r>
        </a:p>
      </dgm:t>
    </dgm:pt>
    <dgm:pt modelId="{402AAF88-BDF6-41E4-9795-D04B45168CB4}" type="parTrans" cxnId="{F8AB9B64-3766-44FF-8870-28D4422211F4}">
      <dgm:prSet/>
      <dgm:spPr/>
      <dgm:t>
        <a:bodyPr/>
        <a:lstStyle/>
        <a:p>
          <a:endParaRPr lang="en-IN"/>
        </a:p>
      </dgm:t>
    </dgm:pt>
    <dgm:pt modelId="{CC050AE6-0217-489F-99D5-AEC0E2DC8106}" type="sibTrans" cxnId="{F8AB9B64-3766-44FF-8870-28D4422211F4}">
      <dgm:prSet/>
      <dgm:spPr/>
      <dgm:t>
        <a:bodyPr/>
        <a:lstStyle/>
        <a:p>
          <a:endParaRPr lang="en-IN"/>
        </a:p>
      </dgm:t>
    </dgm:pt>
    <dgm:pt modelId="{2004BA16-EFE9-4366-979E-FAE975D5AD17}">
      <dgm:prSet/>
      <dgm:spPr/>
      <dgm:t>
        <a:bodyPr/>
        <a:lstStyle/>
        <a:p>
          <a:pPr>
            <a:buNone/>
          </a:pPr>
          <a:r>
            <a:rPr lang="en-US"/>
            <a:t>Clarify working model and discipline</a:t>
          </a:r>
        </a:p>
      </dgm:t>
    </dgm:pt>
    <dgm:pt modelId="{255D5A49-80B5-4655-B5D5-D9E4D73867AD}" type="parTrans" cxnId="{8031E60B-1D81-45DC-9690-FAB34FDF1D08}">
      <dgm:prSet/>
      <dgm:spPr/>
      <dgm:t>
        <a:bodyPr/>
        <a:lstStyle/>
        <a:p>
          <a:endParaRPr lang="en-IN"/>
        </a:p>
      </dgm:t>
    </dgm:pt>
    <dgm:pt modelId="{E3AD21D8-93E4-4F4E-99A8-7E39599C662A}" type="sibTrans" cxnId="{8031E60B-1D81-45DC-9690-FAB34FDF1D08}">
      <dgm:prSet/>
      <dgm:spPr/>
      <dgm:t>
        <a:bodyPr/>
        <a:lstStyle/>
        <a:p>
          <a:endParaRPr lang="en-IN"/>
        </a:p>
      </dgm:t>
    </dgm:pt>
    <dgm:pt modelId="{4D1EB01E-7259-4DBE-8115-DB8D2E3B5E90}">
      <dgm:prSet/>
      <dgm:spPr/>
      <dgm:t>
        <a:bodyPr/>
        <a:lstStyle/>
        <a:p>
          <a:pPr>
            <a:buNone/>
          </a:pPr>
          <a:r>
            <a:rPr lang="en-US"/>
            <a:t>Remove ambiguity around roles, communication, and ownership</a:t>
          </a:r>
        </a:p>
      </dgm:t>
    </dgm:pt>
    <dgm:pt modelId="{0543019D-B9F0-4B68-808A-FD2A7571FC1F}" type="parTrans" cxnId="{5049EB82-94DF-42C8-B01C-E4EF243A9EFF}">
      <dgm:prSet/>
      <dgm:spPr/>
      <dgm:t>
        <a:bodyPr/>
        <a:lstStyle/>
        <a:p>
          <a:endParaRPr lang="en-IN"/>
        </a:p>
      </dgm:t>
    </dgm:pt>
    <dgm:pt modelId="{D055B7AE-E030-4286-817D-4E3F454269B3}" type="sibTrans" cxnId="{5049EB82-94DF-42C8-B01C-E4EF243A9EFF}">
      <dgm:prSet/>
      <dgm:spPr/>
      <dgm:t>
        <a:bodyPr/>
        <a:lstStyle/>
        <a:p>
          <a:endParaRPr lang="en-IN"/>
        </a:p>
      </dgm:t>
    </dgm:pt>
    <dgm:pt modelId="{7A7509BA-0FE2-4952-A2D2-74FB947D28C5}">
      <dgm:prSet/>
      <dgm:spPr/>
      <dgm:t>
        <a:bodyPr/>
        <a:lstStyle/>
        <a:p>
          <a:pPr>
            <a:buNone/>
          </a:pPr>
          <a:r>
            <a:rPr lang="en-US"/>
            <a:t>Set a predictable execution framework</a:t>
          </a:r>
        </a:p>
      </dgm:t>
    </dgm:pt>
    <dgm:pt modelId="{64AE3E58-593A-4386-970A-85FF28E20E34}" type="parTrans" cxnId="{81B15700-1979-43DB-9615-13B0E8F31E58}">
      <dgm:prSet/>
      <dgm:spPr/>
      <dgm:t>
        <a:bodyPr/>
        <a:lstStyle/>
        <a:p>
          <a:endParaRPr lang="en-IN"/>
        </a:p>
      </dgm:t>
    </dgm:pt>
    <dgm:pt modelId="{F500D58B-BEF3-4ADA-A8D9-352012D57D5D}" type="sibTrans" cxnId="{81B15700-1979-43DB-9615-13B0E8F31E58}">
      <dgm:prSet/>
      <dgm:spPr/>
      <dgm:t>
        <a:bodyPr/>
        <a:lstStyle/>
        <a:p>
          <a:endParaRPr lang="en-IN"/>
        </a:p>
      </dgm:t>
    </dgm:pt>
    <dgm:pt modelId="{A4CDF8C2-A270-49B8-B5A1-974585FED3AF}" type="pres">
      <dgm:prSet presAssocID="{0B620B1A-F7AB-4BF8-89B9-72F8586A9347}" presName="outerComposite" presStyleCnt="0">
        <dgm:presLayoutVars>
          <dgm:chMax val="5"/>
          <dgm:dir/>
          <dgm:resizeHandles val="exact"/>
        </dgm:presLayoutVars>
      </dgm:prSet>
      <dgm:spPr/>
    </dgm:pt>
    <dgm:pt modelId="{547F116F-9952-4B9E-BD97-1C2D88D0BF45}" type="pres">
      <dgm:prSet presAssocID="{0B620B1A-F7AB-4BF8-89B9-72F8586A9347}" presName="dummyMaxCanvas" presStyleCnt="0">
        <dgm:presLayoutVars/>
      </dgm:prSet>
      <dgm:spPr/>
    </dgm:pt>
    <dgm:pt modelId="{FDFE72D2-39B8-4F9D-89D1-29539F09A1E5}" type="pres">
      <dgm:prSet presAssocID="{0B620B1A-F7AB-4BF8-89B9-72F8586A9347}" presName="FourNodes_1" presStyleLbl="node1" presStyleIdx="0" presStyleCnt="4">
        <dgm:presLayoutVars>
          <dgm:bulletEnabled val="1"/>
        </dgm:presLayoutVars>
      </dgm:prSet>
      <dgm:spPr/>
    </dgm:pt>
    <dgm:pt modelId="{F8878ABA-D76B-4FBD-BAF8-4B9156563E76}" type="pres">
      <dgm:prSet presAssocID="{0B620B1A-F7AB-4BF8-89B9-72F8586A9347}" presName="FourNodes_2" presStyleLbl="node1" presStyleIdx="1" presStyleCnt="4">
        <dgm:presLayoutVars>
          <dgm:bulletEnabled val="1"/>
        </dgm:presLayoutVars>
      </dgm:prSet>
      <dgm:spPr/>
    </dgm:pt>
    <dgm:pt modelId="{172C2A57-2D95-4A81-8EB7-B23D014F0956}" type="pres">
      <dgm:prSet presAssocID="{0B620B1A-F7AB-4BF8-89B9-72F8586A9347}" presName="FourNodes_3" presStyleLbl="node1" presStyleIdx="2" presStyleCnt="4">
        <dgm:presLayoutVars>
          <dgm:bulletEnabled val="1"/>
        </dgm:presLayoutVars>
      </dgm:prSet>
      <dgm:spPr/>
    </dgm:pt>
    <dgm:pt modelId="{013C9108-F232-41D0-B3EC-86C4E2157468}" type="pres">
      <dgm:prSet presAssocID="{0B620B1A-F7AB-4BF8-89B9-72F8586A9347}" presName="FourNodes_4" presStyleLbl="node1" presStyleIdx="3" presStyleCnt="4">
        <dgm:presLayoutVars>
          <dgm:bulletEnabled val="1"/>
        </dgm:presLayoutVars>
      </dgm:prSet>
      <dgm:spPr/>
    </dgm:pt>
    <dgm:pt modelId="{64FE9E23-2874-4016-8BFD-D4AF99640592}" type="pres">
      <dgm:prSet presAssocID="{0B620B1A-F7AB-4BF8-89B9-72F8586A9347}" presName="FourConn_1-2" presStyleLbl="fgAccFollowNode1" presStyleIdx="0" presStyleCnt="3">
        <dgm:presLayoutVars>
          <dgm:bulletEnabled val="1"/>
        </dgm:presLayoutVars>
      </dgm:prSet>
      <dgm:spPr/>
    </dgm:pt>
    <dgm:pt modelId="{830D8893-FC45-403A-A5A3-AE0E9772317D}" type="pres">
      <dgm:prSet presAssocID="{0B620B1A-F7AB-4BF8-89B9-72F8586A9347}" presName="FourConn_2-3" presStyleLbl="fgAccFollowNode1" presStyleIdx="1" presStyleCnt="3">
        <dgm:presLayoutVars>
          <dgm:bulletEnabled val="1"/>
        </dgm:presLayoutVars>
      </dgm:prSet>
      <dgm:spPr/>
    </dgm:pt>
    <dgm:pt modelId="{BAB8BA31-CE6E-4AFA-A002-B09A276F9DC6}" type="pres">
      <dgm:prSet presAssocID="{0B620B1A-F7AB-4BF8-89B9-72F8586A9347}" presName="FourConn_3-4" presStyleLbl="fgAccFollowNode1" presStyleIdx="2" presStyleCnt="3">
        <dgm:presLayoutVars>
          <dgm:bulletEnabled val="1"/>
        </dgm:presLayoutVars>
      </dgm:prSet>
      <dgm:spPr/>
    </dgm:pt>
    <dgm:pt modelId="{14EDBB1D-3E6B-47CE-A54B-FAA334DF78C7}" type="pres">
      <dgm:prSet presAssocID="{0B620B1A-F7AB-4BF8-89B9-72F8586A9347}" presName="FourNodes_1_text" presStyleLbl="node1" presStyleIdx="3" presStyleCnt="4">
        <dgm:presLayoutVars>
          <dgm:bulletEnabled val="1"/>
        </dgm:presLayoutVars>
      </dgm:prSet>
      <dgm:spPr/>
    </dgm:pt>
    <dgm:pt modelId="{A297E2D9-785B-45D6-9B79-F3EEDDF562C1}" type="pres">
      <dgm:prSet presAssocID="{0B620B1A-F7AB-4BF8-89B9-72F8586A9347}" presName="FourNodes_2_text" presStyleLbl="node1" presStyleIdx="3" presStyleCnt="4">
        <dgm:presLayoutVars>
          <dgm:bulletEnabled val="1"/>
        </dgm:presLayoutVars>
      </dgm:prSet>
      <dgm:spPr/>
    </dgm:pt>
    <dgm:pt modelId="{A4B7782D-5976-4D55-89AF-C2CF60188064}" type="pres">
      <dgm:prSet presAssocID="{0B620B1A-F7AB-4BF8-89B9-72F8586A9347}" presName="FourNodes_3_text" presStyleLbl="node1" presStyleIdx="3" presStyleCnt="4">
        <dgm:presLayoutVars>
          <dgm:bulletEnabled val="1"/>
        </dgm:presLayoutVars>
      </dgm:prSet>
      <dgm:spPr/>
    </dgm:pt>
    <dgm:pt modelId="{BD517A48-0944-4743-A11D-D54F7940FE8C}" type="pres">
      <dgm:prSet presAssocID="{0B620B1A-F7AB-4BF8-89B9-72F8586A934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1B15700-1979-43DB-9615-13B0E8F31E58}" srcId="{0B620B1A-F7AB-4BF8-89B9-72F8586A9347}" destId="{7A7509BA-0FE2-4952-A2D2-74FB947D28C5}" srcOrd="3" destOrd="0" parTransId="{64AE3E58-593A-4386-970A-85FF28E20E34}" sibTransId="{F500D58B-BEF3-4ADA-A8D9-352012D57D5D}"/>
    <dgm:cxn modelId="{8031E60B-1D81-45DC-9690-FAB34FDF1D08}" srcId="{0B620B1A-F7AB-4BF8-89B9-72F8586A9347}" destId="{2004BA16-EFE9-4366-979E-FAE975D5AD17}" srcOrd="1" destOrd="0" parTransId="{255D5A49-80B5-4655-B5D5-D9E4D73867AD}" sibTransId="{E3AD21D8-93E4-4F4E-99A8-7E39599C662A}"/>
    <dgm:cxn modelId="{7619240F-3756-4AFE-B8B0-D4A618301A5B}" type="presOf" srcId="{B4F663B7-5853-4089-8164-17C2BF88F966}" destId="{14EDBB1D-3E6B-47CE-A54B-FAA334DF78C7}" srcOrd="1" destOrd="0" presId="urn:microsoft.com/office/officeart/2005/8/layout/vProcess5"/>
    <dgm:cxn modelId="{D2434115-2DBF-4858-9CD5-E6E3E0B43346}" type="presOf" srcId="{0B620B1A-F7AB-4BF8-89B9-72F8586A9347}" destId="{A4CDF8C2-A270-49B8-B5A1-974585FED3AF}" srcOrd="0" destOrd="0" presId="urn:microsoft.com/office/officeart/2005/8/layout/vProcess5"/>
    <dgm:cxn modelId="{E405FE22-4A58-4838-9092-9B0231BEDF82}" type="presOf" srcId="{4D1EB01E-7259-4DBE-8115-DB8D2E3B5E90}" destId="{A4B7782D-5976-4D55-89AF-C2CF60188064}" srcOrd="1" destOrd="0" presId="urn:microsoft.com/office/officeart/2005/8/layout/vProcess5"/>
    <dgm:cxn modelId="{2F780135-7856-45CC-8FE7-E17D76CF809A}" type="presOf" srcId="{2004BA16-EFE9-4366-979E-FAE975D5AD17}" destId="{F8878ABA-D76B-4FBD-BAF8-4B9156563E76}" srcOrd="0" destOrd="0" presId="urn:microsoft.com/office/officeart/2005/8/layout/vProcess5"/>
    <dgm:cxn modelId="{F8AB9B64-3766-44FF-8870-28D4422211F4}" srcId="{0B620B1A-F7AB-4BF8-89B9-72F8586A9347}" destId="{B4F663B7-5853-4089-8164-17C2BF88F966}" srcOrd="0" destOrd="0" parTransId="{402AAF88-BDF6-41E4-9795-D04B45168CB4}" sibTransId="{CC050AE6-0217-489F-99D5-AEC0E2DC8106}"/>
    <dgm:cxn modelId="{18DB1B52-0A76-40D9-BDF4-06387BE23AD0}" type="presOf" srcId="{4D1EB01E-7259-4DBE-8115-DB8D2E3B5E90}" destId="{172C2A57-2D95-4A81-8EB7-B23D014F0956}" srcOrd="0" destOrd="0" presId="urn:microsoft.com/office/officeart/2005/8/layout/vProcess5"/>
    <dgm:cxn modelId="{03987158-0DAA-4796-AA44-F1336420E39D}" type="presOf" srcId="{7A7509BA-0FE2-4952-A2D2-74FB947D28C5}" destId="{013C9108-F232-41D0-B3EC-86C4E2157468}" srcOrd="0" destOrd="0" presId="urn:microsoft.com/office/officeart/2005/8/layout/vProcess5"/>
    <dgm:cxn modelId="{5049EB82-94DF-42C8-B01C-E4EF243A9EFF}" srcId="{0B620B1A-F7AB-4BF8-89B9-72F8586A9347}" destId="{4D1EB01E-7259-4DBE-8115-DB8D2E3B5E90}" srcOrd="2" destOrd="0" parTransId="{0543019D-B9F0-4B68-808A-FD2A7571FC1F}" sibTransId="{D055B7AE-E030-4286-817D-4E3F454269B3}"/>
    <dgm:cxn modelId="{1978B4A0-4984-4489-BCEC-E6EC62062930}" type="presOf" srcId="{E3AD21D8-93E4-4F4E-99A8-7E39599C662A}" destId="{830D8893-FC45-403A-A5A3-AE0E9772317D}" srcOrd="0" destOrd="0" presId="urn:microsoft.com/office/officeart/2005/8/layout/vProcess5"/>
    <dgm:cxn modelId="{DF27F3A1-2871-4945-AFBC-51103F5CC011}" type="presOf" srcId="{7A7509BA-0FE2-4952-A2D2-74FB947D28C5}" destId="{BD517A48-0944-4743-A11D-D54F7940FE8C}" srcOrd="1" destOrd="0" presId="urn:microsoft.com/office/officeart/2005/8/layout/vProcess5"/>
    <dgm:cxn modelId="{EB13B9B5-55FD-43AB-8AF0-9263B3D049B6}" type="presOf" srcId="{D055B7AE-E030-4286-817D-4E3F454269B3}" destId="{BAB8BA31-CE6E-4AFA-A002-B09A276F9DC6}" srcOrd="0" destOrd="0" presId="urn:microsoft.com/office/officeart/2005/8/layout/vProcess5"/>
    <dgm:cxn modelId="{D3E941C9-3691-4416-BC4E-7EEEE562D9F5}" type="presOf" srcId="{B4F663B7-5853-4089-8164-17C2BF88F966}" destId="{FDFE72D2-39B8-4F9D-89D1-29539F09A1E5}" srcOrd="0" destOrd="0" presId="urn:microsoft.com/office/officeart/2005/8/layout/vProcess5"/>
    <dgm:cxn modelId="{6A72C9CD-688A-4903-8C15-BE37B27A9F34}" type="presOf" srcId="{2004BA16-EFE9-4366-979E-FAE975D5AD17}" destId="{A297E2D9-785B-45D6-9B79-F3EEDDF562C1}" srcOrd="1" destOrd="0" presId="urn:microsoft.com/office/officeart/2005/8/layout/vProcess5"/>
    <dgm:cxn modelId="{9C3C38EF-EEE4-43F9-B6F8-4C076013DD81}" type="presOf" srcId="{CC050AE6-0217-489F-99D5-AEC0E2DC8106}" destId="{64FE9E23-2874-4016-8BFD-D4AF99640592}" srcOrd="0" destOrd="0" presId="urn:microsoft.com/office/officeart/2005/8/layout/vProcess5"/>
    <dgm:cxn modelId="{745CA35B-73C4-4D96-82D7-304D37F77D49}" type="presParOf" srcId="{A4CDF8C2-A270-49B8-B5A1-974585FED3AF}" destId="{547F116F-9952-4B9E-BD97-1C2D88D0BF45}" srcOrd="0" destOrd="0" presId="urn:microsoft.com/office/officeart/2005/8/layout/vProcess5"/>
    <dgm:cxn modelId="{0D91D3FC-AB09-4220-9F3E-1F8E9ACEAD35}" type="presParOf" srcId="{A4CDF8C2-A270-49B8-B5A1-974585FED3AF}" destId="{FDFE72D2-39B8-4F9D-89D1-29539F09A1E5}" srcOrd="1" destOrd="0" presId="urn:microsoft.com/office/officeart/2005/8/layout/vProcess5"/>
    <dgm:cxn modelId="{8EEAC0E2-5AD4-4BE7-BD81-19CB9A4F7907}" type="presParOf" srcId="{A4CDF8C2-A270-49B8-B5A1-974585FED3AF}" destId="{F8878ABA-D76B-4FBD-BAF8-4B9156563E76}" srcOrd="2" destOrd="0" presId="urn:microsoft.com/office/officeart/2005/8/layout/vProcess5"/>
    <dgm:cxn modelId="{05F18A66-059F-45BA-9A19-873042F89503}" type="presParOf" srcId="{A4CDF8C2-A270-49B8-B5A1-974585FED3AF}" destId="{172C2A57-2D95-4A81-8EB7-B23D014F0956}" srcOrd="3" destOrd="0" presId="urn:microsoft.com/office/officeart/2005/8/layout/vProcess5"/>
    <dgm:cxn modelId="{8082999A-BC71-4744-BEE4-EC57770D32EC}" type="presParOf" srcId="{A4CDF8C2-A270-49B8-B5A1-974585FED3AF}" destId="{013C9108-F232-41D0-B3EC-86C4E2157468}" srcOrd="4" destOrd="0" presId="urn:microsoft.com/office/officeart/2005/8/layout/vProcess5"/>
    <dgm:cxn modelId="{C16B8A51-6F21-4A1B-9830-0EA15BEB8E79}" type="presParOf" srcId="{A4CDF8C2-A270-49B8-B5A1-974585FED3AF}" destId="{64FE9E23-2874-4016-8BFD-D4AF99640592}" srcOrd="5" destOrd="0" presId="urn:microsoft.com/office/officeart/2005/8/layout/vProcess5"/>
    <dgm:cxn modelId="{7243A1E3-BBF2-447C-860C-B95A7CBC3377}" type="presParOf" srcId="{A4CDF8C2-A270-49B8-B5A1-974585FED3AF}" destId="{830D8893-FC45-403A-A5A3-AE0E9772317D}" srcOrd="6" destOrd="0" presId="urn:microsoft.com/office/officeart/2005/8/layout/vProcess5"/>
    <dgm:cxn modelId="{3F27E876-8437-4521-8CB7-01EAE807A36F}" type="presParOf" srcId="{A4CDF8C2-A270-49B8-B5A1-974585FED3AF}" destId="{BAB8BA31-CE6E-4AFA-A002-B09A276F9DC6}" srcOrd="7" destOrd="0" presId="urn:microsoft.com/office/officeart/2005/8/layout/vProcess5"/>
    <dgm:cxn modelId="{9047BA37-C503-4AD0-9572-D93449614FBA}" type="presParOf" srcId="{A4CDF8C2-A270-49B8-B5A1-974585FED3AF}" destId="{14EDBB1D-3E6B-47CE-A54B-FAA334DF78C7}" srcOrd="8" destOrd="0" presId="urn:microsoft.com/office/officeart/2005/8/layout/vProcess5"/>
    <dgm:cxn modelId="{8BBDFBD7-96F0-4619-919E-6D8E5AD9E867}" type="presParOf" srcId="{A4CDF8C2-A270-49B8-B5A1-974585FED3AF}" destId="{A297E2D9-785B-45D6-9B79-F3EEDDF562C1}" srcOrd="9" destOrd="0" presId="urn:microsoft.com/office/officeart/2005/8/layout/vProcess5"/>
    <dgm:cxn modelId="{7409D109-6AA4-49D7-85E3-9DF3AE37CC12}" type="presParOf" srcId="{A4CDF8C2-A270-49B8-B5A1-974585FED3AF}" destId="{A4B7782D-5976-4D55-89AF-C2CF60188064}" srcOrd="10" destOrd="0" presId="urn:microsoft.com/office/officeart/2005/8/layout/vProcess5"/>
    <dgm:cxn modelId="{D3BC3BFB-2A78-49EF-ADA0-833C3464B8C2}" type="presParOf" srcId="{A4CDF8C2-A270-49B8-B5A1-974585FED3AF}" destId="{BD517A48-0944-4743-A11D-D54F7940FE8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620B1A-F7AB-4BF8-89B9-72F8586A934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AB2491-CD65-4995-B855-2091DD6718A2}">
      <dgm:prSet/>
      <dgm:spPr/>
      <dgm:t>
        <a:bodyPr/>
        <a:lstStyle/>
        <a:p>
          <a:r>
            <a:rPr lang="en-US"/>
            <a:t>Process over impulse</a:t>
          </a:r>
        </a:p>
      </dgm:t>
    </dgm:pt>
    <dgm:pt modelId="{AD5BA107-12A3-4138-BFCA-B8A3DB1D63D1}" type="parTrans" cxnId="{159D0D32-4297-4A00-9FD7-5E6AECCEDE91}">
      <dgm:prSet/>
      <dgm:spPr/>
      <dgm:t>
        <a:bodyPr/>
        <a:lstStyle/>
        <a:p>
          <a:endParaRPr lang="en-US"/>
        </a:p>
      </dgm:t>
    </dgm:pt>
    <dgm:pt modelId="{A1152A5E-F73A-4ADF-B83D-3A999C3C7E38}" type="sibTrans" cxnId="{159D0D32-4297-4A00-9FD7-5E6AECCEDE91}">
      <dgm:prSet/>
      <dgm:spPr/>
      <dgm:t>
        <a:bodyPr/>
        <a:lstStyle/>
        <a:p>
          <a:endParaRPr lang="en-US"/>
        </a:p>
      </dgm:t>
    </dgm:pt>
    <dgm:pt modelId="{0F87D81C-F955-4618-B8CD-DD53944BFE2E}">
      <dgm:prSet/>
      <dgm:spPr/>
      <dgm:t>
        <a:bodyPr/>
        <a:lstStyle/>
        <a:p>
          <a:r>
            <a:rPr lang="en-US"/>
            <a:t>Clarity over speed</a:t>
          </a:r>
        </a:p>
      </dgm:t>
    </dgm:pt>
    <dgm:pt modelId="{1271D365-B770-4901-8605-592A9754E37B}" type="parTrans" cxnId="{4580A009-B20D-4B05-9F44-A552FAEA617A}">
      <dgm:prSet/>
      <dgm:spPr/>
      <dgm:t>
        <a:bodyPr/>
        <a:lstStyle/>
        <a:p>
          <a:endParaRPr lang="en-US"/>
        </a:p>
      </dgm:t>
    </dgm:pt>
    <dgm:pt modelId="{430205B2-CC2F-4302-A842-596A9C23F8E6}" type="sibTrans" cxnId="{4580A009-B20D-4B05-9F44-A552FAEA617A}">
      <dgm:prSet/>
      <dgm:spPr/>
      <dgm:t>
        <a:bodyPr/>
        <a:lstStyle/>
        <a:p>
          <a:endParaRPr lang="en-US"/>
        </a:p>
      </dgm:t>
    </dgm:pt>
    <dgm:pt modelId="{8BE92649-8CC3-43FC-94C3-392F743B3D15}">
      <dgm:prSet/>
      <dgm:spPr/>
      <dgm:t>
        <a:bodyPr/>
        <a:lstStyle/>
        <a:p>
          <a:r>
            <a:rPr lang="en-US"/>
            <a:t>Completion over multitasking</a:t>
          </a:r>
        </a:p>
      </dgm:t>
    </dgm:pt>
    <dgm:pt modelId="{8EE03917-28A7-44D0-9E27-2B30A0D260A1}" type="parTrans" cxnId="{D3506354-39BD-42EF-B2C4-17E1C620CE80}">
      <dgm:prSet/>
      <dgm:spPr/>
      <dgm:t>
        <a:bodyPr/>
        <a:lstStyle/>
        <a:p>
          <a:endParaRPr lang="en-US"/>
        </a:p>
      </dgm:t>
    </dgm:pt>
    <dgm:pt modelId="{A5D9DDBD-DDEB-45E3-AAE0-106AEF96A1EE}" type="sibTrans" cxnId="{D3506354-39BD-42EF-B2C4-17E1C620CE80}">
      <dgm:prSet/>
      <dgm:spPr/>
      <dgm:t>
        <a:bodyPr/>
        <a:lstStyle/>
        <a:p>
          <a:endParaRPr lang="en-US"/>
        </a:p>
      </dgm:t>
    </dgm:pt>
    <dgm:pt modelId="{AACA3AFF-7F1D-43D3-8A6B-F0943A760581}">
      <dgm:prSet/>
      <dgm:spPr/>
      <dgm:t>
        <a:bodyPr/>
        <a:lstStyle/>
        <a:p>
          <a:r>
            <a:rPr lang="en-US"/>
            <a:t>Documentation over memory</a:t>
          </a:r>
        </a:p>
      </dgm:t>
    </dgm:pt>
    <dgm:pt modelId="{DBA8BD33-4375-4862-A157-2666B9D2A837}" type="parTrans" cxnId="{821BA6C4-D106-4138-BB9D-455805742724}">
      <dgm:prSet/>
      <dgm:spPr/>
      <dgm:t>
        <a:bodyPr/>
        <a:lstStyle/>
        <a:p>
          <a:endParaRPr lang="en-US"/>
        </a:p>
      </dgm:t>
    </dgm:pt>
    <dgm:pt modelId="{0C7542BD-61A6-4B33-8CE2-CFEB8BC9F9E7}" type="sibTrans" cxnId="{821BA6C4-D106-4138-BB9D-455805742724}">
      <dgm:prSet/>
      <dgm:spPr/>
      <dgm:t>
        <a:bodyPr/>
        <a:lstStyle/>
        <a:p>
          <a:endParaRPr lang="en-US"/>
        </a:p>
      </dgm:t>
    </dgm:pt>
    <dgm:pt modelId="{A4CDF8C2-A270-49B8-B5A1-974585FED3AF}" type="pres">
      <dgm:prSet presAssocID="{0B620B1A-F7AB-4BF8-89B9-72F8586A9347}" presName="outerComposite" presStyleCnt="0">
        <dgm:presLayoutVars>
          <dgm:chMax val="5"/>
          <dgm:dir/>
          <dgm:resizeHandles val="exact"/>
        </dgm:presLayoutVars>
      </dgm:prSet>
      <dgm:spPr/>
    </dgm:pt>
    <dgm:pt modelId="{547F116F-9952-4B9E-BD97-1C2D88D0BF45}" type="pres">
      <dgm:prSet presAssocID="{0B620B1A-F7AB-4BF8-89B9-72F8586A9347}" presName="dummyMaxCanvas" presStyleCnt="0">
        <dgm:presLayoutVars/>
      </dgm:prSet>
      <dgm:spPr/>
    </dgm:pt>
    <dgm:pt modelId="{D6F89817-EF2E-4A3B-8B21-4D6CBBBA2F7A}" type="pres">
      <dgm:prSet presAssocID="{0B620B1A-F7AB-4BF8-89B9-72F8586A9347}" presName="FourNodes_1" presStyleLbl="node1" presStyleIdx="0" presStyleCnt="4">
        <dgm:presLayoutVars>
          <dgm:bulletEnabled val="1"/>
        </dgm:presLayoutVars>
      </dgm:prSet>
      <dgm:spPr/>
    </dgm:pt>
    <dgm:pt modelId="{0E367098-4B4D-4AC8-8FCC-4CCA2C0F9965}" type="pres">
      <dgm:prSet presAssocID="{0B620B1A-F7AB-4BF8-89B9-72F8586A9347}" presName="FourNodes_2" presStyleLbl="node1" presStyleIdx="1" presStyleCnt="4">
        <dgm:presLayoutVars>
          <dgm:bulletEnabled val="1"/>
        </dgm:presLayoutVars>
      </dgm:prSet>
      <dgm:spPr/>
    </dgm:pt>
    <dgm:pt modelId="{C85FC19D-8376-4E65-900A-0B589331C2BB}" type="pres">
      <dgm:prSet presAssocID="{0B620B1A-F7AB-4BF8-89B9-72F8586A9347}" presName="FourNodes_3" presStyleLbl="node1" presStyleIdx="2" presStyleCnt="4">
        <dgm:presLayoutVars>
          <dgm:bulletEnabled val="1"/>
        </dgm:presLayoutVars>
      </dgm:prSet>
      <dgm:spPr/>
    </dgm:pt>
    <dgm:pt modelId="{D1ED61E5-AEEB-49C8-8956-907AC3F963BC}" type="pres">
      <dgm:prSet presAssocID="{0B620B1A-F7AB-4BF8-89B9-72F8586A9347}" presName="FourNodes_4" presStyleLbl="node1" presStyleIdx="3" presStyleCnt="4">
        <dgm:presLayoutVars>
          <dgm:bulletEnabled val="1"/>
        </dgm:presLayoutVars>
      </dgm:prSet>
      <dgm:spPr/>
    </dgm:pt>
    <dgm:pt modelId="{6DFFA12A-AE5A-4BFC-912D-7440095422A1}" type="pres">
      <dgm:prSet presAssocID="{0B620B1A-F7AB-4BF8-89B9-72F8586A9347}" presName="FourConn_1-2" presStyleLbl="fgAccFollowNode1" presStyleIdx="0" presStyleCnt="3">
        <dgm:presLayoutVars>
          <dgm:bulletEnabled val="1"/>
        </dgm:presLayoutVars>
      </dgm:prSet>
      <dgm:spPr/>
    </dgm:pt>
    <dgm:pt modelId="{A153C1E9-2BDE-462B-81FA-BC211CFC65D3}" type="pres">
      <dgm:prSet presAssocID="{0B620B1A-F7AB-4BF8-89B9-72F8586A9347}" presName="FourConn_2-3" presStyleLbl="fgAccFollowNode1" presStyleIdx="1" presStyleCnt="3">
        <dgm:presLayoutVars>
          <dgm:bulletEnabled val="1"/>
        </dgm:presLayoutVars>
      </dgm:prSet>
      <dgm:spPr/>
    </dgm:pt>
    <dgm:pt modelId="{10040CAE-15F3-46EF-9769-AA1BE5877626}" type="pres">
      <dgm:prSet presAssocID="{0B620B1A-F7AB-4BF8-89B9-72F8586A9347}" presName="FourConn_3-4" presStyleLbl="fgAccFollowNode1" presStyleIdx="2" presStyleCnt="3">
        <dgm:presLayoutVars>
          <dgm:bulletEnabled val="1"/>
        </dgm:presLayoutVars>
      </dgm:prSet>
      <dgm:spPr/>
    </dgm:pt>
    <dgm:pt modelId="{D9FE5DF9-BC4D-46B7-A86D-71E06E1F7A1A}" type="pres">
      <dgm:prSet presAssocID="{0B620B1A-F7AB-4BF8-89B9-72F8586A9347}" presName="FourNodes_1_text" presStyleLbl="node1" presStyleIdx="3" presStyleCnt="4">
        <dgm:presLayoutVars>
          <dgm:bulletEnabled val="1"/>
        </dgm:presLayoutVars>
      </dgm:prSet>
      <dgm:spPr/>
    </dgm:pt>
    <dgm:pt modelId="{A6F95B94-195F-4F45-8C95-286DA54F6E4C}" type="pres">
      <dgm:prSet presAssocID="{0B620B1A-F7AB-4BF8-89B9-72F8586A9347}" presName="FourNodes_2_text" presStyleLbl="node1" presStyleIdx="3" presStyleCnt="4">
        <dgm:presLayoutVars>
          <dgm:bulletEnabled val="1"/>
        </dgm:presLayoutVars>
      </dgm:prSet>
      <dgm:spPr/>
    </dgm:pt>
    <dgm:pt modelId="{94541799-812A-4AE2-B65D-9953F44C00BC}" type="pres">
      <dgm:prSet presAssocID="{0B620B1A-F7AB-4BF8-89B9-72F8586A9347}" presName="FourNodes_3_text" presStyleLbl="node1" presStyleIdx="3" presStyleCnt="4">
        <dgm:presLayoutVars>
          <dgm:bulletEnabled val="1"/>
        </dgm:presLayoutVars>
      </dgm:prSet>
      <dgm:spPr/>
    </dgm:pt>
    <dgm:pt modelId="{7530776C-E876-4F95-9E66-EA83FFA73AFF}" type="pres">
      <dgm:prSet presAssocID="{0B620B1A-F7AB-4BF8-89B9-72F8586A934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580A009-B20D-4B05-9F44-A552FAEA617A}" srcId="{0B620B1A-F7AB-4BF8-89B9-72F8586A9347}" destId="{0F87D81C-F955-4618-B8CD-DD53944BFE2E}" srcOrd="1" destOrd="0" parTransId="{1271D365-B770-4901-8605-592A9754E37B}" sibTransId="{430205B2-CC2F-4302-A842-596A9C23F8E6}"/>
    <dgm:cxn modelId="{D2434115-2DBF-4858-9CD5-E6E3E0B43346}" type="presOf" srcId="{0B620B1A-F7AB-4BF8-89B9-72F8586A9347}" destId="{A4CDF8C2-A270-49B8-B5A1-974585FED3AF}" srcOrd="0" destOrd="0" presId="urn:microsoft.com/office/officeart/2005/8/layout/vProcess5"/>
    <dgm:cxn modelId="{A692FD15-35C2-457E-B5B8-3D280F4AEBEA}" type="presOf" srcId="{430205B2-CC2F-4302-A842-596A9C23F8E6}" destId="{A153C1E9-2BDE-462B-81FA-BC211CFC65D3}" srcOrd="0" destOrd="0" presId="urn:microsoft.com/office/officeart/2005/8/layout/vProcess5"/>
    <dgm:cxn modelId="{05786430-1264-4430-B74A-1FE5DD8CC28E}" type="presOf" srcId="{AACA3AFF-7F1D-43D3-8A6B-F0943A760581}" destId="{D1ED61E5-AEEB-49C8-8956-907AC3F963BC}" srcOrd="0" destOrd="0" presId="urn:microsoft.com/office/officeart/2005/8/layout/vProcess5"/>
    <dgm:cxn modelId="{159D0D32-4297-4A00-9FD7-5E6AECCEDE91}" srcId="{0B620B1A-F7AB-4BF8-89B9-72F8586A9347}" destId="{34AB2491-CD65-4995-B855-2091DD6718A2}" srcOrd="0" destOrd="0" parTransId="{AD5BA107-12A3-4138-BFCA-B8A3DB1D63D1}" sibTransId="{A1152A5E-F73A-4ADF-B83D-3A999C3C7E38}"/>
    <dgm:cxn modelId="{986E7F4B-7A8A-430E-8948-AC438097EB20}" type="presOf" srcId="{0F87D81C-F955-4618-B8CD-DD53944BFE2E}" destId="{0E367098-4B4D-4AC8-8FCC-4CCA2C0F9965}" srcOrd="0" destOrd="0" presId="urn:microsoft.com/office/officeart/2005/8/layout/vProcess5"/>
    <dgm:cxn modelId="{B550C951-A042-4DC5-BC7A-F453B8117216}" type="presOf" srcId="{AACA3AFF-7F1D-43D3-8A6B-F0943A760581}" destId="{7530776C-E876-4F95-9E66-EA83FFA73AFF}" srcOrd="1" destOrd="0" presId="urn:microsoft.com/office/officeart/2005/8/layout/vProcess5"/>
    <dgm:cxn modelId="{D3506354-39BD-42EF-B2C4-17E1C620CE80}" srcId="{0B620B1A-F7AB-4BF8-89B9-72F8586A9347}" destId="{8BE92649-8CC3-43FC-94C3-392F743B3D15}" srcOrd="2" destOrd="0" parTransId="{8EE03917-28A7-44D0-9E27-2B30A0D260A1}" sibTransId="{A5D9DDBD-DDEB-45E3-AAE0-106AEF96A1EE}"/>
    <dgm:cxn modelId="{9DB1948F-8FD5-4D41-92E0-8059305C518C}" type="presOf" srcId="{A5D9DDBD-DDEB-45E3-AAE0-106AEF96A1EE}" destId="{10040CAE-15F3-46EF-9769-AA1BE5877626}" srcOrd="0" destOrd="0" presId="urn:microsoft.com/office/officeart/2005/8/layout/vProcess5"/>
    <dgm:cxn modelId="{A121DCA2-A2BF-494F-8EED-2D8586A7A920}" type="presOf" srcId="{A1152A5E-F73A-4ADF-B83D-3A999C3C7E38}" destId="{6DFFA12A-AE5A-4BFC-912D-7440095422A1}" srcOrd="0" destOrd="0" presId="urn:microsoft.com/office/officeart/2005/8/layout/vProcess5"/>
    <dgm:cxn modelId="{CB77EFB2-A8CF-42B5-A45C-BE8E160ED9C4}" type="presOf" srcId="{34AB2491-CD65-4995-B855-2091DD6718A2}" destId="{D9FE5DF9-BC4D-46B7-A86D-71E06E1F7A1A}" srcOrd="1" destOrd="0" presId="urn:microsoft.com/office/officeart/2005/8/layout/vProcess5"/>
    <dgm:cxn modelId="{821BA6C4-D106-4138-BB9D-455805742724}" srcId="{0B620B1A-F7AB-4BF8-89B9-72F8586A9347}" destId="{AACA3AFF-7F1D-43D3-8A6B-F0943A760581}" srcOrd="3" destOrd="0" parTransId="{DBA8BD33-4375-4862-A157-2666B9D2A837}" sibTransId="{0C7542BD-61A6-4B33-8CE2-CFEB8BC9F9E7}"/>
    <dgm:cxn modelId="{2BC6ECC6-63D7-4C35-A353-C67EE15AFA17}" type="presOf" srcId="{0F87D81C-F955-4618-B8CD-DD53944BFE2E}" destId="{A6F95B94-195F-4F45-8C95-286DA54F6E4C}" srcOrd="1" destOrd="0" presId="urn:microsoft.com/office/officeart/2005/8/layout/vProcess5"/>
    <dgm:cxn modelId="{3EA1C8CA-9AE4-4593-A970-3BB2558D5CD8}" type="presOf" srcId="{8BE92649-8CC3-43FC-94C3-392F743B3D15}" destId="{C85FC19D-8376-4E65-900A-0B589331C2BB}" srcOrd="0" destOrd="0" presId="urn:microsoft.com/office/officeart/2005/8/layout/vProcess5"/>
    <dgm:cxn modelId="{536B2ED9-A925-4E7B-BA1F-495505846D12}" type="presOf" srcId="{34AB2491-CD65-4995-B855-2091DD6718A2}" destId="{D6F89817-EF2E-4A3B-8B21-4D6CBBBA2F7A}" srcOrd="0" destOrd="0" presId="urn:microsoft.com/office/officeart/2005/8/layout/vProcess5"/>
    <dgm:cxn modelId="{1D9012E5-6D4B-44CF-86DD-F2A341050F95}" type="presOf" srcId="{8BE92649-8CC3-43FC-94C3-392F743B3D15}" destId="{94541799-812A-4AE2-B65D-9953F44C00BC}" srcOrd="1" destOrd="0" presId="urn:microsoft.com/office/officeart/2005/8/layout/vProcess5"/>
    <dgm:cxn modelId="{745CA35B-73C4-4D96-82D7-304D37F77D49}" type="presParOf" srcId="{A4CDF8C2-A270-49B8-B5A1-974585FED3AF}" destId="{547F116F-9952-4B9E-BD97-1C2D88D0BF45}" srcOrd="0" destOrd="0" presId="urn:microsoft.com/office/officeart/2005/8/layout/vProcess5"/>
    <dgm:cxn modelId="{DB03FA81-9650-44B5-B9C3-F9524E126D30}" type="presParOf" srcId="{A4CDF8C2-A270-49B8-B5A1-974585FED3AF}" destId="{D6F89817-EF2E-4A3B-8B21-4D6CBBBA2F7A}" srcOrd="1" destOrd="0" presId="urn:microsoft.com/office/officeart/2005/8/layout/vProcess5"/>
    <dgm:cxn modelId="{F369D7EC-7AF5-4515-A550-75366B010067}" type="presParOf" srcId="{A4CDF8C2-A270-49B8-B5A1-974585FED3AF}" destId="{0E367098-4B4D-4AC8-8FCC-4CCA2C0F9965}" srcOrd="2" destOrd="0" presId="urn:microsoft.com/office/officeart/2005/8/layout/vProcess5"/>
    <dgm:cxn modelId="{2A3A65D4-DCC5-4763-A32C-4682068C92E1}" type="presParOf" srcId="{A4CDF8C2-A270-49B8-B5A1-974585FED3AF}" destId="{C85FC19D-8376-4E65-900A-0B589331C2BB}" srcOrd="3" destOrd="0" presId="urn:microsoft.com/office/officeart/2005/8/layout/vProcess5"/>
    <dgm:cxn modelId="{2C8D39E9-EBB9-4723-9B75-B0E0CE878443}" type="presParOf" srcId="{A4CDF8C2-A270-49B8-B5A1-974585FED3AF}" destId="{D1ED61E5-AEEB-49C8-8956-907AC3F963BC}" srcOrd="4" destOrd="0" presId="urn:microsoft.com/office/officeart/2005/8/layout/vProcess5"/>
    <dgm:cxn modelId="{0212579D-5FFA-439A-8FD1-DC0BD54CAC0C}" type="presParOf" srcId="{A4CDF8C2-A270-49B8-B5A1-974585FED3AF}" destId="{6DFFA12A-AE5A-4BFC-912D-7440095422A1}" srcOrd="5" destOrd="0" presId="urn:microsoft.com/office/officeart/2005/8/layout/vProcess5"/>
    <dgm:cxn modelId="{7D66C688-C1FD-4612-8A52-7DC1D88E5A5E}" type="presParOf" srcId="{A4CDF8C2-A270-49B8-B5A1-974585FED3AF}" destId="{A153C1E9-2BDE-462B-81FA-BC211CFC65D3}" srcOrd="6" destOrd="0" presId="urn:microsoft.com/office/officeart/2005/8/layout/vProcess5"/>
    <dgm:cxn modelId="{88BBA652-0862-4AFE-836C-A77F0900A340}" type="presParOf" srcId="{A4CDF8C2-A270-49B8-B5A1-974585FED3AF}" destId="{10040CAE-15F3-46EF-9769-AA1BE5877626}" srcOrd="7" destOrd="0" presId="urn:microsoft.com/office/officeart/2005/8/layout/vProcess5"/>
    <dgm:cxn modelId="{45142C47-D474-4474-817C-0BC7AB72E905}" type="presParOf" srcId="{A4CDF8C2-A270-49B8-B5A1-974585FED3AF}" destId="{D9FE5DF9-BC4D-46B7-A86D-71E06E1F7A1A}" srcOrd="8" destOrd="0" presId="urn:microsoft.com/office/officeart/2005/8/layout/vProcess5"/>
    <dgm:cxn modelId="{0147C82B-7BA9-473F-87AE-B8BE2F697F09}" type="presParOf" srcId="{A4CDF8C2-A270-49B8-B5A1-974585FED3AF}" destId="{A6F95B94-195F-4F45-8C95-286DA54F6E4C}" srcOrd="9" destOrd="0" presId="urn:microsoft.com/office/officeart/2005/8/layout/vProcess5"/>
    <dgm:cxn modelId="{A9C535B9-513D-4B10-AAF1-E120E61DB126}" type="presParOf" srcId="{A4CDF8C2-A270-49B8-B5A1-974585FED3AF}" destId="{94541799-812A-4AE2-B65D-9953F44C00BC}" srcOrd="10" destOrd="0" presId="urn:microsoft.com/office/officeart/2005/8/layout/vProcess5"/>
    <dgm:cxn modelId="{FD3AAB3E-1D02-400F-8F0C-31A7EA55FE64}" type="presParOf" srcId="{A4CDF8C2-A270-49B8-B5A1-974585FED3AF}" destId="{7530776C-E876-4F95-9E66-EA83FFA73AF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6CBF3A-A60D-4A1C-9E00-2A250EBED64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E9D7546-E64D-43CF-A823-A8FEA99F5A94}">
      <dgm:prSet/>
      <dgm:spPr/>
      <dgm:t>
        <a:bodyPr/>
        <a:lstStyle/>
        <a:p>
          <a:r>
            <a:rPr lang="en-US"/>
            <a:t>Team operates in EST</a:t>
          </a:r>
        </a:p>
      </dgm:t>
    </dgm:pt>
    <dgm:pt modelId="{D7DA9AF9-9612-483C-A6F6-A563491BCD4C}" type="parTrans" cxnId="{3B66A5CF-FCC8-429E-AD56-0A5FE22D4810}">
      <dgm:prSet/>
      <dgm:spPr/>
      <dgm:t>
        <a:bodyPr/>
        <a:lstStyle/>
        <a:p>
          <a:endParaRPr lang="en-US"/>
        </a:p>
      </dgm:t>
    </dgm:pt>
    <dgm:pt modelId="{2BDD9B0E-B568-4683-8419-7E2AB467D4EC}" type="sibTrans" cxnId="{3B66A5CF-FCC8-429E-AD56-0A5FE22D4810}">
      <dgm:prSet/>
      <dgm:spPr/>
      <dgm:t>
        <a:bodyPr/>
        <a:lstStyle/>
        <a:p>
          <a:endParaRPr lang="en-US"/>
        </a:p>
      </dgm:t>
    </dgm:pt>
    <dgm:pt modelId="{6AF853FE-A2D3-423D-B242-6103B4432048}">
      <dgm:prSet/>
      <dgm:spPr/>
      <dgm:t>
        <a:bodyPr/>
        <a:lstStyle/>
        <a:p>
          <a:r>
            <a:rPr lang="en-US"/>
            <a:t>IST overlap acknowledged</a:t>
          </a:r>
        </a:p>
      </dgm:t>
    </dgm:pt>
    <dgm:pt modelId="{05EEFC91-4EC2-4AD6-A8C3-3CD1897357A7}" type="parTrans" cxnId="{76DFD7C3-DA44-435E-BD91-AB6F0375D5F5}">
      <dgm:prSet/>
      <dgm:spPr/>
      <dgm:t>
        <a:bodyPr/>
        <a:lstStyle/>
        <a:p>
          <a:endParaRPr lang="en-US"/>
        </a:p>
      </dgm:t>
    </dgm:pt>
    <dgm:pt modelId="{02AF1EBE-E1FF-4A91-882C-7FFA0095AE70}" type="sibTrans" cxnId="{76DFD7C3-DA44-435E-BD91-AB6F0375D5F5}">
      <dgm:prSet/>
      <dgm:spPr/>
      <dgm:t>
        <a:bodyPr/>
        <a:lstStyle/>
        <a:p>
          <a:endParaRPr lang="en-US"/>
        </a:p>
      </dgm:t>
    </dgm:pt>
    <dgm:pt modelId="{2D52698A-E66B-427B-86C7-99EA6000E613}">
      <dgm:prSet/>
      <dgm:spPr/>
      <dgm:t>
        <a:bodyPr/>
        <a:lstStyle/>
        <a:p>
          <a:r>
            <a:rPr lang="en-US"/>
            <a:t>EST remains execution anchor</a:t>
          </a:r>
        </a:p>
      </dgm:t>
    </dgm:pt>
    <dgm:pt modelId="{E9960BF8-3AB4-43F3-9E46-48FDD799DDCD}" type="parTrans" cxnId="{10B8D960-30E1-42F4-BB39-00CC5E91BE60}">
      <dgm:prSet/>
      <dgm:spPr/>
      <dgm:t>
        <a:bodyPr/>
        <a:lstStyle/>
        <a:p>
          <a:endParaRPr lang="en-US"/>
        </a:p>
      </dgm:t>
    </dgm:pt>
    <dgm:pt modelId="{A587FD10-99D1-4A43-95D3-97AA8274E484}" type="sibTrans" cxnId="{10B8D960-30E1-42F4-BB39-00CC5E91BE60}">
      <dgm:prSet/>
      <dgm:spPr/>
      <dgm:t>
        <a:bodyPr/>
        <a:lstStyle/>
        <a:p>
          <a:endParaRPr lang="en-US"/>
        </a:p>
      </dgm:t>
    </dgm:pt>
    <dgm:pt modelId="{1A1F70C7-D77B-483C-9B58-2F538EAE4048}" type="pres">
      <dgm:prSet presAssocID="{436CBF3A-A60D-4A1C-9E00-2A250EBED64E}" presName="outerComposite" presStyleCnt="0">
        <dgm:presLayoutVars>
          <dgm:chMax val="5"/>
          <dgm:dir/>
          <dgm:resizeHandles val="exact"/>
        </dgm:presLayoutVars>
      </dgm:prSet>
      <dgm:spPr/>
    </dgm:pt>
    <dgm:pt modelId="{0C876E68-E536-48AA-83C6-B25F02D4129B}" type="pres">
      <dgm:prSet presAssocID="{436CBF3A-A60D-4A1C-9E00-2A250EBED64E}" presName="dummyMaxCanvas" presStyleCnt="0">
        <dgm:presLayoutVars/>
      </dgm:prSet>
      <dgm:spPr/>
    </dgm:pt>
    <dgm:pt modelId="{1AFDAA39-8379-495E-B48C-B9A21529CCA4}" type="pres">
      <dgm:prSet presAssocID="{436CBF3A-A60D-4A1C-9E00-2A250EBED64E}" presName="ThreeNodes_1" presStyleLbl="node1" presStyleIdx="0" presStyleCnt="3">
        <dgm:presLayoutVars>
          <dgm:bulletEnabled val="1"/>
        </dgm:presLayoutVars>
      </dgm:prSet>
      <dgm:spPr/>
    </dgm:pt>
    <dgm:pt modelId="{0375661E-DA7F-4C56-8067-FB7FE9C1E9E0}" type="pres">
      <dgm:prSet presAssocID="{436CBF3A-A60D-4A1C-9E00-2A250EBED64E}" presName="ThreeNodes_2" presStyleLbl="node1" presStyleIdx="1" presStyleCnt="3">
        <dgm:presLayoutVars>
          <dgm:bulletEnabled val="1"/>
        </dgm:presLayoutVars>
      </dgm:prSet>
      <dgm:spPr/>
    </dgm:pt>
    <dgm:pt modelId="{F15AFD1E-2010-4C00-87A1-78365AF6C386}" type="pres">
      <dgm:prSet presAssocID="{436CBF3A-A60D-4A1C-9E00-2A250EBED64E}" presName="ThreeNodes_3" presStyleLbl="node1" presStyleIdx="2" presStyleCnt="3">
        <dgm:presLayoutVars>
          <dgm:bulletEnabled val="1"/>
        </dgm:presLayoutVars>
      </dgm:prSet>
      <dgm:spPr/>
    </dgm:pt>
    <dgm:pt modelId="{00DA2F7F-B65D-44C0-A531-02F90AB73BB1}" type="pres">
      <dgm:prSet presAssocID="{436CBF3A-A60D-4A1C-9E00-2A250EBED64E}" presName="ThreeConn_1-2" presStyleLbl="fgAccFollowNode1" presStyleIdx="0" presStyleCnt="2">
        <dgm:presLayoutVars>
          <dgm:bulletEnabled val="1"/>
        </dgm:presLayoutVars>
      </dgm:prSet>
      <dgm:spPr/>
    </dgm:pt>
    <dgm:pt modelId="{48576F26-CA2E-4992-B94E-5B271357C231}" type="pres">
      <dgm:prSet presAssocID="{436CBF3A-A60D-4A1C-9E00-2A250EBED64E}" presName="ThreeConn_2-3" presStyleLbl="fgAccFollowNode1" presStyleIdx="1" presStyleCnt="2">
        <dgm:presLayoutVars>
          <dgm:bulletEnabled val="1"/>
        </dgm:presLayoutVars>
      </dgm:prSet>
      <dgm:spPr/>
    </dgm:pt>
    <dgm:pt modelId="{6FBF2F0C-3540-486E-8B8F-73334A56151D}" type="pres">
      <dgm:prSet presAssocID="{436CBF3A-A60D-4A1C-9E00-2A250EBED64E}" presName="ThreeNodes_1_text" presStyleLbl="node1" presStyleIdx="2" presStyleCnt="3">
        <dgm:presLayoutVars>
          <dgm:bulletEnabled val="1"/>
        </dgm:presLayoutVars>
      </dgm:prSet>
      <dgm:spPr/>
    </dgm:pt>
    <dgm:pt modelId="{6478CE93-EC7C-4578-9DC9-56A50AB0FC66}" type="pres">
      <dgm:prSet presAssocID="{436CBF3A-A60D-4A1C-9E00-2A250EBED64E}" presName="ThreeNodes_2_text" presStyleLbl="node1" presStyleIdx="2" presStyleCnt="3">
        <dgm:presLayoutVars>
          <dgm:bulletEnabled val="1"/>
        </dgm:presLayoutVars>
      </dgm:prSet>
      <dgm:spPr/>
    </dgm:pt>
    <dgm:pt modelId="{A72AA7D6-398B-492B-9F04-CE1E4E39EBF1}" type="pres">
      <dgm:prSet presAssocID="{436CBF3A-A60D-4A1C-9E00-2A250EBED64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DBC2607-B947-49C6-B744-21D6D434CF5F}" type="presOf" srcId="{2D52698A-E66B-427B-86C7-99EA6000E613}" destId="{A72AA7D6-398B-492B-9F04-CE1E4E39EBF1}" srcOrd="1" destOrd="0" presId="urn:microsoft.com/office/officeart/2005/8/layout/vProcess5"/>
    <dgm:cxn modelId="{36FBFF10-71BF-45AC-914A-337F374BF02A}" type="presOf" srcId="{2D52698A-E66B-427B-86C7-99EA6000E613}" destId="{F15AFD1E-2010-4C00-87A1-78365AF6C386}" srcOrd="0" destOrd="0" presId="urn:microsoft.com/office/officeart/2005/8/layout/vProcess5"/>
    <dgm:cxn modelId="{35F57F1E-15B4-48A1-9DBC-925C9C1C51F7}" type="presOf" srcId="{3E9D7546-E64D-43CF-A823-A8FEA99F5A94}" destId="{1AFDAA39-8379-495E-B48C-B9A21529CCA4}" srcOrd="0" destOrd="0" presId="urn:microsoft.com/office/officeart/2005/8/layout/vProcess5"/>
    <dgm:cxn modelId="{EC73BD2E-AD3C-46D7-B241-C7CEA39745BD}" type="presOf" srcId="{2BDD9B0E-B568-4683-8419-7E2AB467D4EC}" destId="{00DA2F7F-B65D-44C0-A531-02F90AB73BB1}" srcOrd="0" destOrd="0" presId="urn:microsoft.com/office/officeart/2005/8/layout/vProcess5"/>
    <dgm:cxn modelId="{5BE7F039-D20E-4311-BEE2-065F196FF5E9}" type="presOf" srcId="{436CBF3A-A60D-4A1C-9E00-2A250EBED64E}" destId="{1A1F70C7-D77B-483C-9B58-2F538EAE4048}" srcOrd="0" destOrd="0" presId="urn:microsoft.com/office/officeart/2005/8/layout/vProcess5"/>
    <dgm:cxn modelId="{F6A6FA5E-A032-42B3-8F08-4A02D18245EB}" type="presOf" srcId="{02AF1EBE-E1FF-4A91-882C-7FFA0095AE70}" destId="{48576F26-CA2E-4992-B94E-5B271357C231}" srcOrd="0" destOrd="0" presId="urn:microsoft.com/office/officeart/2005/8/layout/vProcess5"/>
    <dgm:cxn modelId="{10B8D960-30E1-42F4-BB39-00CC5E91BE60}" srcId="{436CBF3A-A60D-4A1C-9E00-2A250EBED64E}" destId="{2D52698A-E66B-427B-86C7-99EA6000E613}" srcOrd="2" destOrd="0" parTransId="{E9960BF8-3AB4-43F3-9E46-48FDD799DDCD}" sibTransId="{A587FD10-99D1-4A43-95D3-97AA8274E484}"/>
    <dgm:cxn modelId="{7FC61FBD-5E9A-443A-A5EE-083DB42E5C37}" type="presOf" srcId="{6AF853FE-A2D3-423D-B242-6103B4432048}" destId="{0375661E-DA7F-4C56-8067-FB7FE9C1E9E0}" srcOrd="0" destOrd="0" presId="urn:microsoft.com/office/officeart/2005/8/layout/vProcess5"/>
    <dgm:cxn modelId="{76DFD7C3-DA44-435E-BD91-AB6F0375D5F5}" srcId="{436CBF3A-A60D-4A1C-9E00-2A250EBED64E}" destId="{6AF853FE-A2D3-423D-B242-6103B4432048}" srcOrd="1" destOrd="0" parTransId="{05EEFC91-4EC2-4AD6-A8C3-3CD1897357A7}" sibTransId="{02AF1EBE-E1FF-4A91-882C-7FFA0095AE70}"/>
    <dgm:cxn modelId="{8A975BCE-882D-46A8-845C-83DF9DFB964D}" type="presOf" srcId="{6AF853FE-A2D3-423D-B242-6103B4432048}" destId="{6478CE93-EC7C-4578-9DC9-56A50AB0FC66}" srcOrd="1" destOrd="0" presId="urn:microsoft.com/office/officeart/2005/8/layout/vProcess5"/>
    <dgm:cxn modelId="{3B66A5CF-FCC8-429E-AD56-0A5FE22D4810}" srcId="{436CBF3A-A60D-4A1C-9E00-2A250EBED64E}" destId="{3E9D7546-E64D-43CF-A823-A8FEA99F5A94}" srcOrd="0" destOrd="0" parTransId="{D7DA9AF9-9612-483C-A6F6-A563491BCD4C}" sibTransId="{2BDD9B0E-B568-4683-8419-7E2AB467D4EC}"/>
    <dgm:cxn modelId="{B2CCA7E9-0B25-4628-8778-BE0B0A5AEEFB}" type="presOf" srcId="{3E9D7546-E64D-43CF-A823-A8FEA99F5A94}" destId="{6FBF2F0C-3540-486E-8B8F-73334A56151D}" srcOrd="1" destOrd="0" presId="urn:microsoft.com/office/officeart/2005/8/layout/vProcess5"/>
    <dgm:cxn modelId="{8C6EC894-009E-460D-9464-B09EFE550727}" type="presParOf" srcId="{1A1F70C7-D77B-483C-9B58-2F538EAE4048}" destId="{0C876E68-E536-48AA-83C6-B25F02D4129B}" srcOrd="0" destOrd="0" presId="urn:microsoft.com/office/officeart/2005/8/layout/vProcess5"/>
    <dgm:cxn modelId="{09DC4F9B-9F42-4365-A306-042FBE65FB1E}" type="presParOf" srcId="{1A1F70C7-D77B-483C-9B58-2F538EAE4048}" destId="{1AFDAA39-8379-495E-B48C-B9A21529CCA4}" srcOrd="1" destOrd="0" presId="urn:microsoft.com/office/officeart/2005/8/layout/vProcess5"/>
    <dgm:cxn modelId="{663A5F86-7B0B-43FC-9F9C-AC4C33C73C6B}" type="presParOf" srcId="{1A1F70C7-D77B-483C-9B58-2F538EAE4048}" destId="{0375661E-DA7F-4C56-8067-FB7FE9C1E9E0}" srcOrd="2" destOrd="0" presId="urn:microsoft.com/office/officeart/2005/8/layout/vProcess5"/>
    <dgm:cxn modelId="{FA298F1E-345D-42D1-9862-BF8DBEFAC0D1}" type="presParOf" srcId="{1A1F70C7-D77B-483C-9B58-2F538EAE4048}" destId="{F15AFD1E-2010-4C00-87A1-78365AF6C386}" srcOrd="3" destOrd="0" presId="urn:microsoft.com/office/officeart/2005/8/layout/vProcess5"/>
    <dgm:cxn modelId="{82BFAB47-5DAC-44AB-BB43-E78DC0378974}" type="presParOf" srcId="{1A1F70C7-D77B-483C-9B58-2F538EAE4048}" destId="{00DA2F7F-B65D-44C0-A531-02F90AB73BB1}" srcOrd="4" destOrd="0" presId="urn:microsoft.com/office/officeart/2005/8/layout/vProcess5"/>
    <dgm:cxn modelId="{05FF4A90-CD96-49BF-B4A4-4924E2ED5B25}" type="presParOf" srcId="{1A1F70C7-D77B-483C-9B58-2F538EAE4048}" destId="{48576F26-CA2E-4992-B94E-5B271357C231}" srcOrd="5" destOrd="0" presId="urn:microsoft.com/office/officeart/2005/8/layout/vProcess5"/>
    <dgm:cxn modelId="{A660ECEE-3B2B-427A-A70B-CFEEDB1374A6}" type="presParOf" srcId="{1A1F70C7-D77B-483C-9B58-2F538EAE4048}" destId="{6FBF2F0C-3540-486E-8B8F-73334A56151D}" srcOrd="6" destOrd="0" presId="urn:microsoft.com/office/officeart/2005/8/layout/vProcess5"/>
    <dgm:cxn modelId="{BB945376-EDF5-42FC-A664-B77F162E635F}" type="presParOf" srcId="{1A1F70C7-D77B-483C-9B58-2F538EAE4048}" destId="{6478CE93-EC7C-4578-9DC9-56A50AB0FC66}" srcOrd="7" destOrd="0" presId="urn:microsoft.com/office/officeart/2005/8/layout/vProcess5"/>
    <dgm:cxn modelId="{79F266DB-2371-4A0C-84B1-9F477B3D3EDB}" type="presParOf" srcId="{1A1F70C7-D77B-483C-9B58-2F538EAE4048}" destId="{A72AA7D6-398B-492B-9F04-CE1E4E39EBF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2B74A5-047C-4E10-997C-F537837FD0B2}" type="doc">
      <dgm:prSet loTypeId="urn:microsoft.com/office/officeart/2018/2/layout/IconVerticalSolidList" loCatId="icon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BD800EB-928A-46C6-872A-1828193622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8 hours of planned work</a:t>
          </a:r>
        </a:p>
      </dgm:t>
    </dgm:pt>
    <dgm:pt modelId="{56EBD361-3341-4051-9FB9-8751205630E4}" type="parTrans" cxnId="{8127313C-FAC0-4E02-A0CA-FD00CECB9799}">
      <dgm:prSet/>
      <dgm:spPr/>
      <dgm:t>
        <a:bodyPr/>
        <a:lstStyle/>
        <a:p>
          <a:endParaRPr lang="en-US"/>
        </a:p>
      </dgm:t>
    </dgm:pt>
    <dgm:pt modelId="{FA56B689-DDB8-4505-8BF1-645D7F4ED082}" type="sibTrans" cxnId="{8127313C-FAC0-4E02-A0CA-FD00CECB9799}">
      <dgm:prSet/>
      <dgm:spPr/>
      <dgm:t>
        <a:bodyPr/>
        <a:lstStyle/>
        <a:p>
          <a:endParaRPr lang="en-US"/>
        </a:p>
      </dgm:t>
    </dgm:pt>
    <dgm:pt modelId="{F1DB73D2-A099-49AD-9413-3C96825BF3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Written daily agenda mandatory</a:t>
          </a:r>
        </a:p>
      </dgm:t>
    </dgm:pt>
    <dgm:pt modelId="{8CD3D014-64A6-4537-9CAA-37C6D0BF9DAF}" type="parTrans" cxnId="{EBC45437-0C0D-4398-A4EF-26293435395C}">
      <dgm:prSet/>
      <dgm:spPr/>
      <dgm:t>
        <a:bodyPr/>
        <a:lstStyle/>
        <a:p>
          <a:endParaRPr lang="en-US"/>
        </a:p>
      </dgm:t>
    </dgm:pt>
    <dgm:pt modelId="{84D50B64-3D09-48B9-A261-D5EAB1D7A1DA}" type="sibTrans" cxnId="{EBC45437-0C0D-4398-A4EF-26293435395C}">
      <dgm:prSet/>
      <dgm:spPr/>
      <dgm:t>
        <a:bodyPr/>
        <a:lstStyle/>
        <a:p>
          <a:endParaRPr lang="en-US"/>
        </a:p>
      </dgm:t>
    </dgm:pt>
    <dgm:pt modelId="{8DBE5672-7F03-4B8C-9050-71AD8E5411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Two 10-minute breaks</a:t>
          </a:r>
        </a:p>
      </dgm:t>
    </dgm:pt>
    <dgm:pt modelId="{E0159ECE-ED4F-4BF5-AFE8-E125C6088A41}" type="parTrans" cxnId="{299611E9-D199-4B78-BEF0-319541256A2C}">
      <dgm:prSet/>
      <dgm:spPr/>
      <dgm:t>
        <a:bodyPr/>
        <a:lstStyle/>
        <a:p>
          <a:endParaRPr lang="en-US"/>
        </a:p>
      </dgm:t>
    </dgm:pt>
    <dgm:pt modelId="{47559F41-CB27-4039-845B-5A56429973FE}" type="sibTrans" cxnId="{299611E9-D199-4B78-BEF0-319541256A2C}">
      <dgm:prSet/>
      <dgm:spPr/>
      <dgm:t>
        <a:bodyPr/>
        <a:lstStyle/>
        <a:p>
          <a:endParaRPr lang="en-US"/>
        </a:p>
      </dgm:t>
    </dgm:pt>
    <dgm:pt modelId="{CF40590F-77C7-4F2D-AACD-CBE34AFB4E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30–45 minute lunch</a:t>
          </a:r>
        </a:p>
      </dgm:t>
    </dgm:pt>
    <dgm:pt modelId="{B2FD5C8A-5D9B-4E7D-B182-13DBC87D885E}" type="parTrans" cxnId="{C3E5D95C-F7AA-48CD-96ED-6564C8446D28}">
      <dgm:prSet/>
      <dgm:spPr/>
      <dgm:t>
        <a:bodyPr/>
        <a:lstStyle/>
        <a:p>
          <a:endParaRPr lang="en-US"/>
        </a:p>
      </dgm:t>
    </dgm:pt>
    <dgm:pt modelId="{93E39EDD-041E-49B1-8FF0-26B6A2C6F105}" type="sibTrans" cxnId="{C3E5D95C-F7AA-48CD-96ED-6564C8446D28}">
      <dgm:prSet/>
      <dgm:spPr/>
      <dgm:t>
        <a:bodyPr/>
        <a:lstStyle/>
        <a:p>
          <a:endParaRPr lang="en-US"/>
        </a:p>
      </dgm:t>
    </dgm:pt>
    <dgm:pt modelId="{0AD6EF4B-60AF-4062-887D-86AC67CF30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unplanned calls</a:t>
          </a:r>
        </a:p>
      </dgm:t>
    </dgm:pt>
    <dgm:pt modelId="{28050861-D77E-4DF1-8C16-C599C7F31DCD}" type="parTrans" cxnId="{7EDA2DED-B9B5-45BD-81E6-3376BB228784}">
      <dgm:prSet/>
      <dgm:spPr/>
      <dgm:t>
        <a:bodyPr/>
        <a:lstStyle/>
        <a:p>
          <a:endParaRPr lang="en-US"/>
        </a:p>
      </dgm:t>
    </dgm:pt>
    <dgm:pt modelId="{5E70FC0B-91C3-4251-B662-03166DE754A1}" type="sibTrans" cxnId="{7EDA2DED-B9B5-45BD-81E6-3376BB228784}">
      <dgm:prSet/>
      <dgm:spPr/>
      <dgm:t>
        <a:bodyPr/>
        <a:lstStyle/>
        <a:p>
          <a:endParaRPr lang="en-US"/>
        </a:p>
      </dgm:t>
    </dgm:pt>
    <dgm:pt modelId="{6B64AF73-18A8-4948-BA60-96F829A5F700}" type="pres">
      <dgm:prSet presAssocID="{7A2B74A5-047C-4E10-997C-F537837FD0B2}" presName="root" presStyleCnt="0">
        <dgm:presLayoutVars>
          <dgm:dir/>
          <dgm:resizeHandles val="exact"/>
        </dgm:presLayoutVars>
      </dgm:prSet>
      <dgm:spPr/>
    </dgm:pt>
    <dgm:pt modelId="{B835C8B4-03C3-4931-8E0C-A3A3C867BE1A}" type="pres">
      <dgm:prSet presAssocID="{CBD800EB-928A-46C6-872A-18281936223C}" presName="compNode" presStyleCnt="0"/>
      <dgm:spPr/>
    </dgm:pt>
    <dgm:pt modelId="{864E0DEB-63EE-4F01-9BCE-A36C7CB231B8}" type="pres">
      <dgm:prSet presAssocID="{CBD800EB-928A-46C6-872A-18281936223C}" presName="bgRect" presStyleLbl="bgShp" presStyleIdx="0" presStyleCnt="5"/>
      <dgm:spPr/>
    </dgm:pt>
    <dgm:pt modelId="{4A46DF1A-30EA-4377-88D3-5B124203CE78}" type="pres">
      <dgm:prSet presAssocID="{CBD800EB-928A-46C6-872A-18281936223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57FFA8B6-1F2B-4376-915F-9EA3DCEF2F7D}" type="pres">
      <dgm:prSet presAssocID="{CBD800EB-928A-46C6-872A-18281936223C}" presName="spaceRect" presStyleCnt="0"/>
      <dgm:spPr/>
    </dgm:pt>
    <dgm:pt modelId="{F14ACE8D-F6E5-4854-B2A2-7CBEC36AFE8A}" type="pres">
      <dgm:prSet presAssocID="{CBD800EB-928A-46C6-872A-18281936223C}" presName="parTx" presStyleLbl="revTx" presStyleIdx="0" presStyleCnt="5">
        <dgm:presLayoutVars>
          <dgm:chMax val="0"/>
          <dgm:chPref val="0"/>
        </dgm:presLayoutVars>
      </dgm:prSet>
      <dgm:spPr/>
    </dgm:pt>
    <dgm:pt modelId="{AC3B346A-4596-45EA-A8FF-8D84061A8674}" type="pres">
      <dgm:prSet presAssocID="{FA56B689-DDB8-4505-8BF1-645D7F4ED082}" presName="sibTrans" presStyleCnt="0"/>
      <dgm:spPr/>
    </dgm:pt>
    <dgm:pt modelId="{43F42350-326C-445D-A66B-9E618D8DEE35}" type="pres">
      <dgm:prSet presAssocID="{F1DB73D2-A099-49AD-9413-3C96825BF38E}" presName="compNode" presStyleCnt="0"/>
      <dgm:spPr/>
    </dgm:pt>
    <dgm:pt modelId="{86874E50-6E07-4987-893C-F212DF0F4DAF}" type="pres">
      <dgm:prSet presAssocID="{F1DB73D2-A099-49AD-9413-3C96825BF38E}" presName="bgRect" presStyleLbl="bgShp" presStyleIdx="1" presStyleCnt="5"/>
      <dgm:spPr/>
    </dgm:pt>
    <dgm:pt modelId="{48BCAF52-860F-4F21-80E2-CD4A02483C2B}" type="pres">
      <dgm:prSet presAssocID="{F1DB73D2-A099-49AD-9413-3C96825BF38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A262ED45-B6E2-4573-9754-6B978786572C}" type="pres">
      <dgm:prSet presAssocID="{F1DB73D2-A099-49AD-9413-3C96825BF38E}" presName="spaceRect" presStyleCnt="0"/>
      <dgm:spPr/>
    </dgm:pt>
    <dgm:pt modelId="{63A6922F-0836-4D14-A64F-2F36FB8A6559}" type="pres">
      <dgm:prSet presAssocID="{F1DB73D2-A099-49AD-9413-3C96825BF38E}" presName="parTx" presStyleLbl="revTx" presStyleIdx="1" presStyleCnt="5">
        <dgm:presLayoutVars>
          <dgm:chMax val="0"/>
          <dgm:chPref val="0"/>
        </dgm:presLayoutVars>
      </dgm:prSet>
      <dgm:spPr/>
    </dgm:pt>
    <dgm:pt modelId="{16986962-1844-4AF0-BD19-81912CB1C49E}" type="pres">
      <dgm:prSet presAssocID="{84D50B64-3D09-48B9-A261-D5EAB1D7A1DA}" presName="sibTrans" presStyleCnt="0"/>
      <dgm:spPr/>
    </dgm:pt>
    <dgm:pt modelId="{98446C06-7E52-4DFE-BA54-3C3CE2E5BEF2}" type="pres">
      <dgm:prSet presAssocID="{8DBE5672-7F03-4B8C-9050-71AD8E541118}" presName="compNode" presStyleCnt="0"/>
      <dgm:spPr/>
    </dgm:pt>
    <dgm:pt modelId="{1BE48015-1B51-497D-AF8E-DC842CDAB0A9}" type="pres">
      <dgm:prSet presAssocID="{8DBE5672-7F03-4B8C-9050-71AD8E541118}" presName="bgRect" presStyleLbl="bgShp" presStyleIdx="2" presStyleCnt="5"/>
      <dgm:spPr/>
    </dgm:pt>
    <dgm:pt modelId="{926F821F-C360-4F81-9D7A-C5D2E217AAC7}" type="pres">
      <dgm:prSet presAssocID="{8DBE5672-7F03-4B8C-9050-71AD8E54111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AD86CE7-380E-4C96-AE08-6326ABD9B543}" type="pres">
      <dgm:prSet presAssocID="{8DBE5672-7F03-4B8C-9050-71AD8E541118}" presName="spaceRect" presStyleCnt="0"/>
      <dgm:spPr/>
    </dgm:pt>
    <dgm:pt modelId="{03C7C423-E0EB-494C-9683-CC0ACC88CC4E}" type="pres">
      <dgm:prSet presAssocID="{8DBE5672-7F03-4B8C-9050-71AD8E541118}" presName="parTx" presStyleLbl="revTx" presStyleIdx="2" presStyleCnt="5">
        <dgm:presLayoutVars>
          <dgm:chMax val="0"/>
          <dgm:chPref val="0"/>
        </dgm:presLayoutVars>
      </dgm:prSet>
      <dgm:spPr/>
    </dgm:pt>
    <dgm:pt modelId="{BCF7ED90-2251-44F9-B832-7501FB540D40}" type="pres">
      <dgm:prSet presAssocID="{47559F41-CB27-4039-845B-5A56429973FE}" presName="sibTrans" presStyleCnt="0"/>
      <dgm:spPr/>
    </dgm:pt>
    <dgm:pt modelId="{BA008DE5-DBE3-4987-9200-D88A3D448DA3}" type="pres">
      <dgm:prSet presAssocID="{CF40590F-77C7-4F2D-AACD-CBE34AFB4E0C}" presName="compNode" presStyleCnt="0"/>
      <dgm:spPr/>
    </dgm:pt>
    <dgm:pt modelId="{4ED959D1-08DA-404F-845F-AC8F71D31928}" type="pres">
      <dgm:prSet presAssocID="{CF40590F-77C7-4F2D-AACD-CBE34AFB4E0C}" presName="bgRect" presStyleLbl="bgShp" presStyleIdx="3" presStyleCnt="5"/>
      <dgm:spPr/>
    </dgm:pt>
    <dgm:pt modelId="{F267ED85-35A0-4069-AAA2-2DE4DE6F59BB}" type="pres">
      <dgm:prSet presAssocID="{CF40590F-77C7-4F2D-AACD-CBE34AFB4E0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CA465FB6-8CEC-493B-8B4F-E423E83A0599}" type="pres">
      <dgm:prSet presAssocID="{CF40590F-77C7-4F2D-AACD-CBE34AFB4E0C}" presName="spaceRect" presStyleCnt="0"/>
      <dgm:spPr/>
    </dgm:pt>
    <dgm:pt modelId="{92864D2E-9AD2-4B46-84B1-973C8FCD9414}" type="pres">
      <dgm:prSet presAssocID="{CF40590F-77C7-4F2D-AACD-CBE34AFB4E0C}" presName="parTx" presStyleLbl="revTx" presStyleIdx="3" presStyleCnt="5">
        <dgm:presLayoutVars>
          <dgm:chMax val="0"/>
          <dgm:chPref val="0"/>
        </dgm:presLayoutVars>
      </dgm:prSet>
      <dgm:spPr/>
    </dgm:pt>
    <dgm:pt modelId="{D00A2BA0-846C-454F-98F2-A2F69F4A30F3}" type="pres">
      <dgm:prSet presAssocID="{93E39EDD-041E-49B1-8FF0-26B6A2C6F105}" presName="sibTrans" presStyleCnt="0"/>
      <dgm:spPr/>
    </dgm:pt>
    <dgm:pt modelId="{18962F49-C607-40B6-BA7F-1F4D5FF35D99}" type="pres">
      <dgm:prSet presAssocID="{0AD6EF4B-60AF-4062-887D-86AC67CF3080}" presName="compNode" presStyleCnt="0"/>
      <dgm:spPr/>
    </dgm:pt>
    <dgm:pt modelId="{ECE03AAA-50EB-40D6-B908-01B422B5BE01}" type="pres">
      <dgm:prSet presAssocID="{0AD6EF4B-60AF-4062-887D-86AC67CF3080}" presName="bgRect" presStyleLbl="bgShp" presStyleIdx="4" presStyleCnt="5"/>
      <dgm:spPr/>
    </dgm:pt>
    <dgm:pt modelId="{9DA111A8-901D-49DF-8A19-6A359DF7A750}" type="pres">
      <dgm:prSet presAssocID="{0AD6EF4B-60AF-4062-887D-86AC67CF308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E08898AC-2B2C-4278-98CF-C3F1D8E58330}" type="pres">
      <dgm:prSet presAssocID="{0AD6EF4B-60AF-4062-887D-86AC67CF3080}" presName="spaceRect" presStyleCnt="0"/>
      <dgm:spPr/>
    </dgm:pt>
    <dgm:pt modelId="{D62B1926-1565-4B85-830D-F716BBFD5303}" type="pres">
      <dgm:prSet presAssocID="{0AD6EF4B-60AF-4062-887D-86AC67CF308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6BC4908-B148-4FFB-AD2E-72B45C05D3E8}" type="presOf" srcId="{0AD6EF4B-60AF-4062-887D-86AC67CF3080}" destId="{D62B1926-1565-4B85-830D-F716BBFD5303}" srcOrd="0" destOrd="0" presId="urn:microsoft.com/office/officeart/2018/2/layout/IconVerticalSolidList"/>
    <dgm:cxn modelId="{EBC45437-0C0D-4398-A4EF-26293435395C}" srcId="{7A2B74A5-047C-4E10-997C-F537837FD0B2}" destId="{F1DB73D2-A099-49AD-9413-3C96825BF38E}" srcOrd="1" destOrd="0" parTransId="{8CD3D014-64A6-4537-9CAA-37C6D0BF9DAF}" sibTransId="{84D50B64-3D09-48B9-A261-D5EAB1D7A1DA}"/>
    <dgm:cxn modelId="{8127313C-FAC0-4E02-A0CA-FD00CECB9799}" srcId="{7A2B74A5-047C-4E10-997C-F537837FD0B2}" destId="{CBD800EB-928A-46C6-872A-18281936223C}" srcOrd="0" destOrd="0" parTransId="{56EBD361-3341-4051-9FB9-8751205630E4}" sibTransId="{FA56B689-DDB8-4505-8BF1-645D7F4ED082}"/>
    <dgm:cxn modelId="{C3E5D95C-F7AA-48CD-96ED-6564C8446D28}" srcId="{7A2B74A5-047C-4E10-997C-F537837FD0B2}" destId="{CF40590F-77C7-4F2D-AACD-CBE34AFB4E0C}" srcOrd="3" destOrd="0" parTransId="{B2FD5C8A-5D9B-4E7D-B182-13DBC87D885E}" sibTransId="{93E39EDD-041E-49B1-8FF0-26B6A2C6F105}"/>
    <dgm:cxn modelId="{62DE1867-D52B-4CBA-BCA2-8EAD82B14356}" type="presOf" srcId="{8DBE5672-7F03-4B8C-9050-71AD8E541118}" destId="{03C7C423-E0EB-494C-9683-CC0ACC88CC4E}" srcOrd="0" destOrd="0" presId="urn:microsoft.com/office/officeart/2018/2/layout/IconVerticalSolidList"/>
    <dgm:cxn modelId="{0F4DCAAE-AE8A-4DE7-A32F-726B0C25C9FC}" type="presOf" srcId="{CBD800EB-928A-46C6-872A-18281936223C}" destId="{F14ACE8D-F6E5-4854-B2A2-7CBEC36AFE8A}" srcOrd="0" destOrd="0" presId="urn:microsoft.com/office/officeart/2018/2/layout/IconVerticalSolidList"/>
    <dgm:cxn modelId="{A43B80B5-0E77-44F1-AD69-62C52246F32A}" type="presOf" srcId="{7A2B74A5-047C-4E10-997C-F537837FD0B2}" destId="{6B64AF73-18A8-4948-BA60-96F829A5F700}" srcOrd="0" destOrd="0" presId="urn:microsoft.com/office/officeart/2018/2/layout/IconVerticalSolidList"/>
    <dgm:cxn modelId="{DB99DAE2-F370-40EC-8870-CD211B948D20}" type="presOf" srcId="{F1DB73D2-A099-49AD-9413-3C96825BF38E}" destId="{63A6922F-0836-4D14-A64F-2F36FB8A6559}" srcOrd="0" destOrd="0" presId="urn:microsoft.com/office/officeart/2018/2/layout/IconVerticalSolidList"/>
    <dgm:cxn modelId="{299611E9-D199-4B78-BEF0-319541256A2C}" srcId="{7A2B74A5-047C-4E10-997C-F537837FD0B2}" destId="{8DBE5672-7F03-4B8C-9050-71AD8E541118}" srcOrd="2" destOrd="0" parTransId="{E0159ECE-ED4F-4BF5-AFE8-E125C6088A41}" sibTransId="{47559F41-CB27-4039-845B-5A56429973FE}"/>
    <dgm:cxn modelId="{7EDA2DED-B9B5-45BD-81E6-3376BB228784}" srcId="{7A2B74A5-047C-4E10-997C-F537837FD0B2}" destId="{0AD6EF4B-60AF-4062-887D-86AC67CF3080}" srcOrd="4" destOrd="0" parTransId="{28050861-D77E-4DF1-8C16-C599C7F31DCD}" sibTransId="{5E70FC0B-91C3-4251-B662-03166DE754A1}"/>
    <dgm:cxn modelId="{C56654F2-3B65-474D-A59A-806CBA2243E5}" type="presOf" srcId="{CF40590F-77C7-4F2D-AACD-CBE34AFB4E0C}" destId="{92864D2E-9AD2-4B46-84B1-973C8FCD9414}" srcOrd="0" destOrd="0" presId="urn:microsoft.com/office/officeart/2018/2/layout/IconVerticalSolidList"/>
    <dgm:cxn modelId="{2A99EB38-B92F-4EE1-BB62-2C8858611300}" type="presParOf" srcId="{6B64AF73-18A8-4948-BA60-96F829A5F700}" destId="{B835C8B4-03C3-4931-8E0C-A3A3C867BE1A}" srcOrd="0" destOrd="0" presId="urn:microsoft.com/office/officeart/2018/2/layout/IconVerticalSolidList"/>
    <dgm:cxn modelId="{E39D9ED4-B72A-4746-884F-960B10B22A88}" type="presParOf" srcId="{B835C8B4-03C3-4931-8E0C-A3A3C867BE1A}" destId="{864E0DEB-63EE-4F01-9BCE-A36C7CB231B8}" srcOrd="0" destOrd="0" presId="urn:microsoft.com/office/officeart/2018/2/layout/IconVerticalSolidList"/>
    <dgm:cxn modelId="{A1C474ED-5528-477B-97B2-1720F9E61830}" type="presParOf" srcId="{B835C8B4-03C3-4931-8E0C-A3A3C867BE1A}" destId="{4A46DF1A-30EA-4377-88D3-5B124203CE78}" srcOrd="1" destOrd="0" presId="urn:microsoft.com/office/officeart/2018/2/layout/IconVerticalSolidList"/>
    <dgm:cxn modelId="{8FF4C810-7964-455D-B401-98B88FC6299E}" type="presParOf" srcId="{B835C8B4-03C3-4931-8E0C-A3A3C867BE1A}" destId="{57FFA8B6-1F2B-4376-915F-9EA3DCEF2F7D}" srcOrd="2" destOrd="0" presId="urn:microsoft.com/office/officeart/2018/2/layout/IconVerticalSolidList"/>
    <dgm:cxn modelId="{CDE04394-AF38-4FE1-9CB2-38E99FF70166}" type="presParOf" srcId="{B835C8B4-03C3-4931-8E0C-A3A3C867BE1A}" destId="{F14ACE8D-F6E5-4854-B2A2-7CBEC36AFE8A}" srcOrd="3" destOrd="0" presId="urn:microsoft.com/office/officeart/2018/2/layout/IconVerticalSolidList"/>
    <dgm:cxn modelId="{ADD98785-C306-475F-8584-C536FF385869}" type="presParOf" srcId="{6B64AF73-18A8-4948-BA60-96F829A5F700}" destId="{AC3B346A-4596-45EA-A8FF-8D84061A8674}" srcOrd="1" destOrd="0" presId="urn:microsoft.com/office/officeart/2018/2/layout/IconVerticalSolidList"/>
    <dgm:cxn modelId="{C6BDBB11-6007-4ADB-9BE9-338E5AC2132E}" type="presParOf" srcId="{6B64AF73-18A8-4948-BA60-96F829A5F700}" destId="{43F42350-326C-445D-A66B-9E618D8DEE35}" srcOrd="2" destOrd="0" presId="urn:microsoft.com/office/officeart/2018/2/layout/IconVerticalSolidList"/>
    <dgm:cxn modelId="{A8FEB0A8-15A3-4050-AC30-CD98C2EE7D8A}" type="presParOf" srcId="{43F42350-326C-445D-A66B-9E618D8DEE35}" destId="{86874E50-6E07-4987-893C-F212DF0F4DAF}" srcOrd="0" destOrd="0" presId="urn:microsoft.com/office/officeart/2018/2/layout/IconVerticalSolidList"/>
    <dgm:cxn modelId="{5D7443A0-8DC6-4905-BED1-CBB25CB4ECA0}" type="presParOf" srcId="{43F42350-326C-445D-A66B-9E618D8DEE35}" destId="{48BCAF52-860F-4F21-80E2-CD4A02483C2B}" srcOrd="1" destOrd="0" presId="urn:microsoft.com/office/officeart/2018/2/layout/IconVerticalSolidList"/>
    <dgm:cxn modelId="{A062680B-CA18-47A7-9CA4-776EE09161BB}" type="presParOf" srcId="{43F42350-326C-445D-A66B-9E618D8DEE35}" destId="{A262ED45-B6E2-4573-9754-6B978786572C}" srcOrd="2" destOrd="0" presId="urn:microsoft.com/office/officeart/2018/2/layout/IconVerticalSolidList"/>
    <dgm:cxn modelId="{074DC2FE-CED9-4849-AC33-E0BC72E4D611}" type="presParOf" srcId="{43F42350-326C-445D-A66B-9E618D8DEE35}" destId="{63A6922F-0836-4D14-A64F-2F36FB8A6559}" srcOrd="3" destOrd="0" presId="urn:microsoft.com/office/officeart/2018/2/layout/IconVerticalSolidList"/>
    <dgm:cxn modelId="{BBA1B5D9-E8DB-4914-A1AE-00BDA5FF6AC5}" type="presParOf" srcId="{6B64AF73-18A8-4948-BA60-96F829A5F700}" destId="{16986962-1844-4AF0-BD19-81912CB1C49E}" srcOrd="3" destOrd="0" presId="urn:microsoft.com/office/officeart/2018/2/layout/IconVerticalSolidList"/>
    <dgm:cxn modelId="{22261891-55C8-4B2B-A448-C7C782FB41C4}" type="presParOf" srcId="{6B64AF73-18A8-4948-BA60-96F829A5F700}" destId="{98446C06-7E52-4DFE-BA54-3C3CE2E5BEF2}" srcOrd="4" destOrd="0" presId="urn:microsoft.com/office/officeart/2018/2/layout/IconVerticalSolidList"/>
    <dgm:cxn modelId="{295991D3-C477-4641-8653-6ABE11D0223C}" type="presParOf" srcId="{98446C06-7E52-4DFE-BA54-3C3CE2E5BEF2}" destId="{1BE48015-1B51-497D-AF8E-DC842CDAB0A9}" srcOrd="0" destOrd="0" presId="urn:microsoft.com/office/officeart/2018/2/layout/IconVerticalSolidList"/>
    <dgm:cxn modelId="{4FDB7CE9-30FB-41A0-8BFE-FB41BC2046F9}" type="presParOf" srcId="{98446C06-7E52-4DFE-BA54-3C3CE2E5BEF2}" destId="{926F821F-C360-4F81-9D7A-C5D2E217AAC7}" srcOrd="1" destOrd="0" presId="urn:microsoft.com/office/officeart/2018/2/layout/IconVerticalSolidList"/>
    <dgm:cxn modelId="{1E440151-DD8C-4E05-B4D9-ED0D4FFDD2E3}" type="presParOf" srcId="{98446C06-7E52-4DFE-BA54-3C3CE2E5BEF2}" destId="{3AD86CE7-380E-4C96-AE08-6326ABD9B543}" srcOrd="2" destOrd="0" presId="urn:microsoft.com/office/officeart/2018/2/layout/IconVerticalSolidList"/>
    <dgm:cxn modelId="{46ABF302-7AD6-451B-B2B3-24AFCF385689}" type="presParOf" srcId="{98446C06-7E52-4DFE-BA54-3C3CE2E5BEF2}" destId="{03C7C423-E0EB-494C-9683-CC0ACC88CC4E}" srcOrd="3" destOrd="0" presId="urn:microsoft.com/office/officeart/2018/2/layout/IconVerticalSolidList"/>
    <dgm:cxn modelId="{76A1101E-C1A1-4553-8BAD-77B451C53210}" type="presParOf" srcId="{6B64AF73-18A8-4948-BA60-96F829A5F700}" destId="{BCF7ED90-2251-44F9-B832-7501FB540D40}" srcOrd="5" destOrd="0" presId="urn:microsoft.com/office/officeart/2018/2/layout/IconVerticalSolidList"/>
    <dgm:cxn modelId="{EFEA631C-D134-4E57-8A57-8D1C321A0C05}" type="presParOf" srcId="{6B64AF73-18A8-4948-BA60-96F829A5F700}" destId="{BA008DE5-DBE3-4987-9200-D88A3D448DA3}" srcOrd="6" destOrd="0" presId="urn:microsoft.com/office/officeart/2018/2/layout/IconVerticalSolidList"/>
    <dgm:cxn modelId="{05EDA24D-2849-409A-8A35-7FE0A5AF2C17}" type="presParOf" srcId="{BA008DE5-DBE3-4987-9200-D88A3D448DA3}" destId="{4ED959D1-08DA-404F-845F-AC8F71D31928}" srcOrd="0" destOrd="0" presId="urn:microsoft.com/office/officeart/2018/2/layout/IconVerticalSolidList"/>
    <dgm:cxn modelId="{89865A3E-3658-486C-BAAF-27CCDC6F1655}" type="presParOf" srcId="{BA008DE5-DBE3-4987-9200-D88A3D448DA3}" destId="{F267ED85-35A0-4069-AAA2-2DE4DE6F59BB}" srcOrd="1" destOrd="0" presId="urn:microsoft.com/office/officeart/2018/2/layout/IconVerticalSolidList"/>
    <dgm:cxn modelId="{D7CA4F89-39C8-4F88-B5BF-D4FA69D77D55}" type="presParOf" srcId="{BA008DE5-DBE3-4987-9200-D88A3D448DA3}" destId="{CA465FB6-8CEC-493B-8B4F-E423E83A0599}" srcOrd="2" destOrd="0" presId="urn:microsoft.com/office/officeart/2018/2/layout/IconVerticalSolidList"/>
    <dgm:cxn modelId="{05BA17A2-A71F-4310-81CB-0683ADBD954E}" type="presParOf" srcId="{BA008DE5-DBE3-4987-9200-D88A3D448DA3}" destId="{92864D2E-9AD2-4B46-84B1-973C8FCD9414}" srcOrd="3" destOrd="0" presId="urn:microsoft.com/office/officeart/2018/2/layout/IconVerticalSolidList"/>
    <dgm:cxn modelId="{350320A4-B34A-4FAE-AAE1-66BA6EA3224C}" type="presParOf" srcId="{6B64AF73-18A8-4948-BA60-96F829A5F700}" destId="{D00A2BA0-846C-454F-98F2-A2F69F4A30F3}" srcOrd="7" destOrd="0" presId="urn:microsoft.com/office/officeart/2018/2/layout/IconVerticalSolidList"/>
    <dgm:cxn modelId="{613AC3F4-C245-49ED-B830-7B0381CA0CB0}" type="presParOf" srcId="{6B64AF73-18A8-4948-BA60-96F829A5F700}" destId="{18962F49-C607-40B6-BA7F-1F4D5FF35D99}" srcOrd="8" destOrd="0" presId="urn:microsoft.com/office/officeart/2018/2/layout/IconVerticalSolidList"/>
    <dgm:cxn modelId="{054C19C6-E347-43FD-A95D-D7E9FF55F77B}" type="presParOf" srcId="{18962F49-C607-40B6-BA7F-1F4D5FF35D99}" destId="{ECE03AAA-50EB-40D6-B908-01B422B5BE01}" srcOrd="0" destOrd="0" presId="urn:microsoft.com/office/officeart/2018/2/layout/IconVerticalSolidList"/>
    <dgm:cxn modelId="{F37814B8-5714-456D-A1F0-DEA3E29E6165}" type="presParOf" srcId="{18962F49-C607-40B6-BA7F-1F4D5FF35D99}" destId="{9DA111A8-901D-49DF-8A19-6A359DF7A750}" srcOrd="1" destOrd="0" presId="urn:microsoft.com/office/officeart/2018/2/layout/IconVerticalSolidList"/>
    <dgm:cxn modelId="{3C83F1D2-9333-4F83-AEC2-F1D73F6DF9F4}" type="presParOf" srcId="{18962F49-C607-40B6-BA7F-1F4D5FF35D99}" destId="{E08898AC-2B2C-4278-98CF-C3F1D8E58330}" srcOrd="2" destOrd="0" presId="urn:microsoft.com/office/officeart/2018/2/layout/IconVerticalSolidList"/>
    <dgm:cxn modelId="{31DA1178-8951-4376-984E-705F7D2EBA90}" type="presParOf" srcId="{18962F49-C607-40B6-BA7F-1F4D5FF35D99}" destId="{D62B1926-1565-4B85-830D-F716BBFD53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E26047-1A40-48FA-A9C0-656627E420C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2A7465D-B328-4A5F-A9FB-D6442588E1D7}">
      <dgm:prSet/>
      <dgm:spPr/>
      <dgm:t>
        <a:bodyPr/>
        <a:lstStyle/>
        <a:p>
          <a:pPr>
            <a:defRPr cap="all"/>
          </a:pPr>
          <a:r>
            <a:rPr lang="en-US"/>
            <a:t>Planned days reduce burnout and confusion</a:t>
          </a:r>
        </a:p>
      </dgm:t>
    </dgm:pt>
    <dgm:pt modelId="{592E3D0F-1F4D-4536-9426-99C2E44F1E0D}" type="parTrans" cxnId="{A158E8F1-9180-456D-991B-7456998B3993}">
      <dgm:prSet/>
      <dgm:spPr/>
      <dgm:t>
        <a:bodyPr/>
        <a:lstStyle/>
        <a:p>
          <a:endParaRPr lang="en-US"/>
        </a:p>
      </dgm:t>
    </dgm:pt>
    <dgm:pt modelId="{3D51345B-CD5D-4AF5-B0CA-4FA940DACF67}" type="sibTrans" cxnId="{A158E8F1-9180-456D-991B-7456998B3993}">
      <dgm:prSet/>
      <dgm:spPr/>
      <dgm:t>
        <a:bodyPr/>
        <a:lstStyle/>
        <a:p>
          <a:endParaRPr lang="en-US"/>
        </a:p>
      </dgm:t>
    </dgm:pt>
    <dgm:pt modelId="{C352B542-4D2B-4ADC-AA25-B81F294C1795}">
      <dgm:prSet/>
      <dgm:spPr/>
      <dgm:t>
        <a:bodyPr/>
        <a:lstStyle/>
        <a:p>
          <a:pPr>
            <a:defRPr cap="all"/>
          </a:pPr>
          <a:r>
            <a:rPr lang="en-US"/>
            <a:t>Unplanned work impacts learning and confidence</a:t>
          </a:r>
        </a:p>
      </dgm:t>
    </dgm:pt>
    <dgm:pt modelId="{A2572164-92C6-4ED7-9B36-579D1B2B937E}" type="parTrans" cxnId="{AD128131-D1F9-4BEF-833A-8AD9AFFE1B47}">
      <dgm:prSet/>
      <dgm:spPr/>
      <dgm:t>
        <a:bodyPr/>
        <a:lstStyle/>
        <a:p>
          <a:endParaRPr lang="en-US"/>
        </a:p>
      </dgm:t>
    </dgm:pt>
    <dgm:pt modelId="{EBD52339-E444-4DCE-A36F-F2868C5DC4AF}" type="sibTrans" cxnId="{AD128131-D1F9-4BEF-833A-8AD9AFFE1B47}">
      <dgm:prSet/>
      <dgm:spPr/>
      <dgm:t>
        <a:bodyPr/>
        <a:lstStyle/>
        <a:p>
          <a:endParaRPr lang="en-US"/>
        </a:p>
      </dgm:t>
    </dgm:pt>
    <dgm:pt modelId="{F38432DF-5CA7-49DA-AF0D-82D06418BD2F}">
      <dgm:prSet/>
      <dgm:spPr/>
      <dgm:t>
        <a:bodyPr/>
        <a:lstStyle/>
        <a:p>
          <a:pPr>
            <a:defRPr cap="all"/>
          </a:pPr>
          <a:r>
            <a:rPr lang="en-US"/>
            <a:t>Presence and ownership expected during work hours</a:t>
          </a:r>
        </a:p>
      </dgm:t>
    </dgm:pt>
    <dgm:pt modelId="{3845E962-F31D-4E85-8AD7-E606B18525C5}" type="parTrans" cxnId="{CA9FA8C6-09A2-4EC8-B2A3-6C3E2F571542}">
      <dgm:prSet/>
      <dgm:spPr/>
      <dgm:t>
        <a:bodyPr/>
        <a:lstStyle/>
        <a:p>
          <a:endParaRPr lang="en-US"/>
        </a:p>
      </dgm:t>
    </dgm:pt>
    <dgm:pt modelId="{E5AA48E1-5D5D-47D4-9414-F0F83EC80F97}" type="sibTrans" cxnId="{CA9FA8C6-09A2-4EC8-B2A3-6C3E2F571542}">
      <dgm:prSet/>
      <dgm:spPr/>
      <dgm:t>
        <a:bodyPr/>
        <a:lstStyle/>
        <a:p>
          <a:endParaRPr lang="en-US"/>
        </a:p>
      </dgm:t>
    </dgm:pt>
    <dgm:pt modelId="{A0746353-6F83-4D0C-A623-22DC9E3C4559}" type="pres">
      <dgm:prSet presAssocID="{C0E26047-1A40-48FA-A9C0-656627E420C2}" presName="root" presStyleCnt="0">
        <dgm:presLayoutVars>
          <dgm:dir/>
          <dgm:resizeHandles val="exact"/>
        </dgm:presLayoutVars>
      </dgm:prSet>
      <dgm:spPr/>
    </dgm:pt>
    <dgm:pt modelId="{81C0A2AB-CFBF-4C98-93E6-DF08EEF34A2F}" type="pres">
      <dgm:prSet presAssocID="{42A7465D-B328-4A5F-A9FB-D6442588E1D7}" presName="compNode" presStyleCnt="0"/>
      <dgm:spPr/>
    </dgm:pt>
    <dgm:pt modelId="{E9C4E60F-68D4-488A-A945-2B20A59472F4}" type="pres">
      <dgm:prSet presAssocID="{42A7465D-B328-4A5F-A9FB-D6442588E1D7}" presName="iconBgRect" presStyleLbl="bgShp" presStyleIdx="0" presStyleCnt="3"/>
      <dgm:spPr/>
    </dgm:pt>
    <dgm:pt modelId="{2C3ADC64-26E4-4E9E-82DD-1E22266D4B94}" type="pres">
      <dgm:prSet presAssocID="{42A7465D-B328-4A5F-A9FB-D6442588E1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D6483BE-347F-40BF-AEDB-90AA16A1F0A0}" type="pres">
      <dgm:prSet presAssocID="{42A7465D-B328-4A5F-A9FB-D6442588E1D7}" presName="spaceRect" presStyleCnt="0"/>
      <dgm:spPr/>
    </dgm:pt>
    <dgm:pt modelId="{C12ECE21-283F-411A-95B2-684E243255B3}" type="pres">
      <dgm:prSet presAssocID="{42A7465D-B328-4A5F-A9FB-D6442588E1D7}" presName="textRect" presStyleLbl="revTx" presStyleIdx="0" presStyleCnt="3">
        <dgm:presLayoutVars>
          <dgm:chMax val="1"/>
          <dgm:chPref val="1"/>
        </dgm:presLayoutVars>
      </dgm:prSet>
      <dgm:spPr/>
    </dgm:pt>
    <dgm:pt modelId="{A1D1B829-C126-4169-81C5-E52C943C5380}" type="pres">
      <dgm:prSet presAssocID="{3D51345B-CD5D-4AF5-B0CA-4FA940DACF67}" presName="sibTrans" presStyleCnt="0"/>
      <dgm:spPr/>
    </dgm:pt>
    <dgm:pt modelId="{786E84AB-9622-4CBD-A29F-06058F13D85A}" type="pres">
      <dgm:prSet presAssocID="{C352B542-4D2B-4ADC-AA25-B81F294C1795}" presName="compNode" presStyleCnt="0"/>
      <dgm:spPr/>
    </dgm:pt>
    <dgm:pt modelId="{0FDD17B7-46B9-4AE7-AA52-B3482891B108}" type="pres">
      <dgm:prSet presAssocID="{C352B542-4D2B-4ADC-AA25-B81F294C1795}" presName="iconBgRect" presStyleLbl="bgShp" presStyleIdx="1" presStyleCnt="3"/>
      <dgm:spPr/>
    </dgm:pt>
    <dgm:pt modelId="{A928F44F-6297-4816-8192-243F9C6C17DD}" type="pres">
      <dgm:prSet presAssocID="{C352B542-4D2B-4ADC-AA25-B81F294C179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14FEE8E-93EA-44F2-A6C5-A60BFC23A8F9}" type="pres">
      <dgm:prSet presAssocID="{C352B542-4D2B-4ADC-AA25-B81F294C1795}" presName="spaceRect" presStyleCnt="0"/>
      <dgm:spPr/>
    </dgm:pt>
    <dgm:pt modelId="{5C3586D5-3C00-4BA0-967C-0263185CAA22}" type="pres">
      <dgm:prSet presAssocID="{C352B542-4D2B-4ADC-AA25-B81F294C1795}" presName="textRect" presStyleLbl="revTx" presStyleIdx="1" presStyleCnt="3">
        <dgm:presLayoutVars>
          <dgm:chMax val="1"/>
          <dgm:chPref val="1"/>
        </dgm:presLayoutVars>
      </dgm:prSet>
      <dgm:spPr/>
    </dgm:pt>
    <dgm:pt modelId="{F9E8D4C1-A02C-44EC-951E-AC4EE06AA36F}" type="pres">
      <dgm:prSet presAssocID="{EBD52339-E444-4DCE-A36F-F2868C5DC4AF}" presName="sibTrans" presStyleCnt="0"/>
      <dgm:spPr/>
    </dgm:pt>
    <dgm:pt modelId="{F7FF05B1-22F0-4987-AAF5-F548B8E0DAE3}" type="pres">
      <dgm:prSet presAssocID="{F38432DF-5CA7-49DA-AF0D-82D06418BD2F}" presName="compNode" presStyleCnt="0"/>
      <dgm:spPr/>
    </dgm:pt>
    <dgm:pt modelId="{4EE5C6E7-DC19-433B-AE4B-36616B702126}" type="pres">
      <dgm:prSet presAssocID="{F38432DF-5CA7-49DA-AF0D-82D06418BD2F}" presName="iconBgRect" presStyleLbl="bgShp" presStyleIdx="2" presStyleCnt="3"/>
      <dgm:spPr/>
    </dgm:pt>
    <dgm:pt modelId="{C8E7F7FF-9B0D-4728-B69B-4299C5A54C41}" type="pres">
      <dgm:prSet presAssocID="{F38432DF-5CA7-49DA-AF0D-82D06418BD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77F317A-1289-48B7-B4BD-863377F8C56A}" type="pres">
      <dgm:prSet presAssocID="{F38432DF-5CA7-49DA-AF0D-82D06418BD2F}" presName="spaceRect" presStyleCnt="0"/>
      <dgm:spPr/>
    </dgm:pt>
    <dgm:pt modelId="{3C124F64-7A9E-4710-9ECC-90EDF91AA644}" type="pres">
      <dgm:prSet presAssocID="{F38432DF-5CA7-49DA-AF0D-82D06418BD2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D128131-D1F9-4BEF-833A-8AD9AFFE1B47}" srcId="{C0E26047-1A40-48FA-A9C0-656627E420C2}" destId="{C352B542-4D2B-4ADC-AA25-B81F294C1795}" srcOrd="1" destOrd="0" parTransId="{A2572164-92C6-4ED7-9B36-579D1B2B937E}" sibTransId="{EBD52339-E444-4DCE-A36F-F2868C5DC4AF}"/>
    <dgm:cxn modelId="{03CEDC34-66A2-49B3-9FF6-2236A5913984}" type="presOf" srcId="{F38432DF-5CA7-49DA-AF0D-82D06418BD2F}" destId="{3C124F64-7A9E-4710-9ECC-90EDF91AA644}" srcOrd="0" destOrd="0" presId="urn:microsoft.com/office/officeart/2018/5/layout/IconCircleLabelList"/>
    <dgm:cxn modelId="{BCC19044-99F2-490D-9FD9-4B157AFAD6BE}" type="presOf" srcId="{C352B542-4D2B-4ADC-AA25-B81F294C1795}" destId="{5C3586D5-3C00-4BA0-967C-0263185CAA22}" srcOrd="0" destOrd="0" presId="urn:microsoft.com/office/officeart/2018/5/layout/IconCircleLabelList"/>
    <dgm:cxn modelId="{CA9FA8C6-09A2-4EC8-B2A3-6C3E2F571542}" srcId="{C0E26047-1A40-48FA-A9C0-656627E420C2}" destId="{F38432DF-5CA7-49DA-AF0D-82D06418BD2F}" srcOrd="2" destOrd="0" parTransId="{3845E962-F31D-4E85-8AD7-E606B18525C5}" sibTransId="{E5AA48E1-5D5D-47D4-9414-F0F83EC80F97}"/>
    <dgm:cxn modelId="{A158E8F1-9180-456D-991B-7456998B3993}" srcId="{C0E26047-1A40-48FA-A9C0-656627E420C2}" destId="{42A7465D-B328-4A5F-A9FB-D6442588E1D7}" srcOrd="0" destOrd="0" parTransId="{592E3D0F-1F4D-4536-9426-99C2E44F1E0D}" sibTransId="{3D51345B-CD5D-4AF5-B0CA-4FA940DACF67}"/>
    <dgm:cxn modelId="{7BB9A9F4-A4B1-4CD8-808D-5108DCDC5F46}" type="presOf" srcId="{42A7465D-B328-4A5F-A9FB-D6442588E1D7}" destId="{C12ECE21-283F-411A-95B2-684E243255B3}" srcOrd="0" destOrd="0" presId="urn:microsoft.com/office/officeart/2018/5/layout/IconCircleLabelList"/>
    <dgm:cxn modelId="{775EB9F6-7D60-45DC-BF9A-8C126828A30C}" type="presOf" srcId="{C0E26047-1A40-48FA-A9C0-656627E420C2}" destId="{A0746353-6F83-4D0C-A623-22DC9E3C4559}" srcOrd="0" destOrd="0" presId="urn:microsoft.com/office/officeart/2018/5/layout/IconCircleLabelList"/>
    <dgm:cxn modelId="{52011BAA-21AC-4E46-890C-532A2E00A47E}" type="presParOf" srcId="{A0746353-6F83-4D0C-A623-22DC9E3C4559}" destId="{81C0A2AB-CFBF-4C98-93E6-DF08EEF34A2F}" srcOrd="0" destOrd="0" presId="urn:microsoft.com/office/officeart/2018/5/layout/IconCircleLabelList"/>
    <dgm:cxn modelId="{58D4E53A-3E15-41A1-B534-87C95D2AAA75}" type="presParOf" srcId="{81C0A2AB-CFBF-4C98-93E6-DF08EEF34A2F}" destId="{E9C4E60F-68D4-488A-A945-2B20A59472F4}" srcOrd="0" destOrd="0" presId="urn:microsoft.com/office/officeart/2018/5/layout/IconCircleLabelList"/>
    <dgm:cxn modelId="{A2E93F51-B63D-479E-BCB5-E302DE5491ED}" type="presParOf" srcId="{81C0A2AB-CFBF-4C98-93E6-DF08EEF34A2F}" destId="{2C3ADC64-26E4-4E9E-82DD-1E22266D4B94}" srcOrd="1" destOrd="0" presId="urn:microsoft.com/office/officeart/2018/5/layout/IconCircleLabelList"/>
    <dgm:cxn modelId="{BA91E6B2-2048-4F84-81C1-E5E8C7A8A6BD}" type="presParOf" srcId="{81C0A2AB-CFBF-4C98-93E6-DF08EEF34A2F}" destId="{8D6483BE-347F-40BF-AEDB-90AA16A1F0A0}" srcOrd="2" destOrd="0" presId="urn:microsoft.com/office/officeart/2018/5/layout/IconCircleLabelList"/>
    <dgm:cxn modelId="{92206CC6-C9B3-4FF4-951B-65A51EAB9978}" type="presParOf" srcId="{81C0A2AB-CFBF-4C98-93E6-DF08EEF34A2F}" destId="{C12ECE21-283F-411A-95B2-684E243255B3}" srcOrd="3" destOrd="0" presId="urn:microsoft.com/office/officeart/2018/5/layout/IconCircleLabelList"/>
    <dgm:cxn modelId="{E1C53E12-8AF2-4854-8EA6-E52139A8AFE6}" type="presParOf" srcId="{A0746353-6F83-4D0C-A623-22DC9E3C4559}" destId="{A1D1B829-C126-4169-81C5-E52C943C5380}" srcOrd="1" destOrd="0" presId="urn:microsoft.com/office/officeart/2018/5/layout/IconCircleLabelList"/>
    <dgm:cxn modelId="{9BC233C5-C7AA-4D53-95F8-0136EB5D4BDE}" type="presParOf" srcId="{A0746353-6F83-4D0C-A623-22DC9E3C4559}" destId="{786E84AB-9622-4CBD-A29F-06058F13D85A}" srcOrd="2" destOrd="0" presId="urn:microsoft.com/office/officeart/2018/5/layout/IconCircleLabelList"/>
    <dgm:cxn modelId="{8DF33198-1FCC-452E-9C38-9CF3751F83FC}" type="presParOf" srcId="{786E84AB-9622-4CBD-A29F-06058F13D85A}" destId="{0FDD17B7-46B9-4AE7-AA52-B3482891B108}" srcOrd="0" destOrd="0" presId="urn:microsoft.com/office/officeart/2018/5/layout/IconCircleLabelList"/>
    <dgm:cxn modelId="{A058DA41-907C-47CC-97BD-1E5C624B1AFC}" type="presParOf" srcId="{786E84AB-9622-4CBD-A29F-06058F13D85A}" destId="{A928F44F-6297-4816-8192-243F9C6C17DD}" srcOrd="1" destOrd="0" presId="urn:microsoft.com/office/officeart/2018/5/layout/IconCircleLabelList"/>
    <dgm:cxn modelId="{3092B772-1C6C-46C8-B3CC-959BF2F08F20}" type="presParOf" srcId="{786E84AB-9622-4CBD-A29F-06058F13D85A}" destId="{914FEE8E-93EA-44F2-A6C5-A60BFC23A8F9}" srcOrd="2" destOrd="0" presId="urn:microsoft.com/office/officeart/2018/5/layout/IconCircleLabelList"/>
    <dgm:cxn modelId="{60678774-F6FC-4783-8562-D904EFBCB2E9}" type="presParOf" srcId="{786E84AB-9622-4CBD-A29F-06058F13D85A}" destId="{5C3586D5-3C00-4BA0-967C-0263185CAA22}" srcOrd="3" destOrd="0" presId="urn:microsoft.com/office/officeart/2018/5/layout/IconCircleLabelList"/>
    <dgm:cxn modelId="{9DB4813B-2400-4AF0-912F-85710B989E29}" type="presParOf" srcId="{A0746353-6F83-4D0C-A623-22DC9E3C4559}" destId="{F9E8D4C1-A02C-44EC-951E-AC4EE06AA36F}" srcOrd="3" destOrd="0" presId="urn:microsoft.com/office/officeart/2018/5/layout/IconCircleLabelList"/>
    <dgm:cxn modelId="{B0BD7FCC-54AB-4567-8AA1-A70A54FD8C8A}" type="presParOf" srcId="{A0746353-6F83-4D0C-A623-22DC9E3C4559}" destId="{F7FF05B1-22F0-4987-AAF5-F548B8E0DAE3}" srcOrd="4" destOrd="0" presId="urn:microsoft.com/office/officeart/2018/5/layout/IconCircleLabelList"/>
    <dgm:cxn modelId="{83F1F43C-A534-4CCD-B245-34275C1387F3}" type="presParOf" srcId="{F7FF05B1-22F0-4987-AAF5-F548B8E0DAE3}" destId="{4EE5C6E7-DC19-433B-AE4B-36616B702126}" srcOrd="0" destOrd="0" presId="urn:microsoft.com/office/officeart/2018/5/layout/IconCircleLabelList"/>
    <dgm:cxn modelId="{5EF24DB9-7E18-4A44-8E22-0046FA027E14}" type="presParOf" srcId="{F7FF05B1-22F0-4987-AAF5-F548B8E0DAE3}" destId="{C8E7F7FF-9B0D-4728-B69B-4299C5A54C41}" srcOrd="1" destOrd="0" presId="urn:microsoft.com/office/officeart/2018/5/layout/IconCircleLabelList"/>
    <dgm:cxn modelId="{1CDF7E19-092D-454C-ADA8-832695356544}" type="presParOf" srcId="{F7FF05B1-22F0-4987-AAF5-F548B8E0DAE3}" destId="{777F317A-1289-48B7-B4BD-863377F8C56A}" srcOrd="2" destOrd="0" presId="urn:microsoft.com/office/officeart/2018/5/layout/IconCircleLabelList"/>
    <dgm:cxn modelId="{E414B823-79E6-4DE6-8438-7643BE1FBFA1}" type="presParOf" srcId="{F7FF05B1-22F0-4987-AAF5-F548B8E0DAE3}" destId="{3C124F64-7A9E-4710-9ECC-90EDF91AA64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13CCF1C-0108-4617-A28D-093DCF1DAA8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D12D6DD-6498-48E5-A298-2D28DC5469ED}">
      <dgm:prSet/>
      <dgm:spPr/>
      <dgm:t>
        <a:bodyPr/>
        <a:lstStyle/>
        <a:p>
          <a:r>
            <a:rPr lang="en-US"/>
            <a:t>Attend all HR-organised sessions</a:t>
          </a:r>
        </a:p>
      </dgm:t>
    </dgm:pt>
    <dgm:pt modelId="{EC3B13ED-702A-47A7-ADB5-3B4E3864D117}" type="parTrans" cxnId="{40229ECE-7683-477E-93FF-3CCBFDB2C47A}">
      <dgm:prSet/>
      <dgm:spPr/>
      <dgm:t>
        <a:bodyPr/>
        <a:lstStyle/>
        <a:p>
          <a:endParaRPr lang="en-US"/>
        </a:p>
      </dgm:t>
    </dgm:pt>
    <dgm:pt modelId="{16660FB5-8F9A-4E45-8B8E-CBF70433B06C}" type="sibTrans" cxnId="{40229ECE-7683-477E-93FF-3CCBFDB2C47A}">
      <dgm:prSet/>
      <dgm:spPr/>
      <dgm:t>
        <a:bodyPr/>
        <a:lstStyle/>
        <a:p>
          <a:endParaRPr lang="en-US"/>
        </a:p>
      </dgm:t>
    </dgm:pt>
    <dgm:pt modelId="{88A515E8-D592-40DD-BA22-9DD1D30522CD}">
      <dgm:prSet/>
      <dgm:spPr/>
      <dgm:t>
        <a:bodyPr/>
        <a:lstStyle/>
        <a:p>
          <a:r>
            <a:rPr lang="en-US"/>
            <a:t>Mandatory attendance if not in a batch</a:t>
          </a:r>
        </a:p>
      </dgm:t>
    </dgm:pt>
    <dgm:pt modelId="{2E19F231-AF98-4547-8251-C670D3CE02AE}" type="parTrans" cxnId="{EF0165CF-AF9B-460B-8537-2BE74B357970}">
      <dgm:prSet/>
      <dgm:spPr/>
      <dgm:t>
        <a:bodyPr/>
        <a:lstStyle/>
        <a:p>
          <a:endParaRPr lang="en-US"/>
        </a:p>
      </dgm:t>
    </dgm:pt>
    <dgm:pt modelId="{16E51CA3-33F2-4D70-8537-5C0A6D3144C7}" type="sibTrans" cxnId="{EF0165CF-AF9B-460B-8537-2BE74B357970}">
      <dgm:prSet/>
      <dgm:spPr/>
      <dgm:t>
        <a:bodyPr/>
        <a:lstStyle/>
        <a:p>
          <a:endParaRPr lang="en-US"/>
        </a:p>
      </dgm:t>
    </dgm:pt>
    <dgm:pt modelId="{8B0AA7E9-89C8-4C52-909B-979C0844243A}">
      <dgm:prSet/>
      <dgm:spPr/>
      <dgm:t>
        <a:bodyPr/>
        <a:lstStyle/>
        <a:p>
          <a:r>
            <a:rPr lang="en-US"/>
            <a:t>Calendar ownership lies with the individual</a:t>
          </a:r>
        </a:p>
      </dgm:t>
    </dgm:pt>
    <dgm:pt modelId="{41F425F2-362E-47E7-B1A2-67DF00FF3B8E}" type="parTrans" cxnId="{0C62E8BA-C945-4437-8673-1A4E0B6739A9}">
      <dgm:prSet/>
      <dgm:spPr/>
      <dgm:t>
        <a:bodyPr/>
        <a:lstStyle/>
        <a:p>
          <a:endParaRPr lang="en-US"/>
        </a:p>
      </dgm:t>
    </dgm:pt>
    <dgm:pt modelId="{53E59C78-5894-422F-A103-7AAED24903F5}" type="sibTrans" cxnId="{0C62E8BA-C945-4437-8673-1A4E0B6739A9}">
      <dgm:prSet/>
      <dgm:spPr/>
      <dgm:t>
        <a:bodyPr/>
        <a:lstStyle/>
        <a:p>
          <a:endParaRPr lang="en-US"/>
        </a:p>
      </dgm:t>
    </dgm:pt>
    <dgm:pt modelId="{12B5DDE8-1F1B-45DF-8A94-C8F12DF3874D}">
      <dgm:prSet/>
      <dgm:spPr/>
      <dgm:t>
        <a:bodyPr/>
        <a:lstStyle/>
        <a:p>
          <a:r>
            <a:rPr lang="en-US"/>
            <a:t>Active participation is expected</a:t>
          </a:r>
        </a:p>
      </dgm:t>
    </dgm:pt>
    <dgm:pt modelId="{0E49DA08-C3AC-4928-B1B4-1359F3710EAB}" type="parTrans" cxnId="{02C6F332-74A8-4A4C-A9B8-9AB83FFF80E0}">
      <dgm:prSet/>
      <dgm:spPr/>
      <dgm:t>
        <a:bodyPr/>
        <a:lstStyle/>
        <a:p>
          <a:endParaRPr lang="en-US"/>
        </a:p>
      </dgm:t>
    </dgm:pt>
    <dgm:pt modelId="{827AEEF9-DF69-4DB2-81CA-E2844B5FE314}" type="sibTrans" cxnId="{02C6F332-74A8-4A4C-A9B8-9AB83FFF80E0}">
      <dgm:prSet/>
      <dgm:spPr/>
      <dgm:t>
        <a:bodyPr/>
        <a:lstStyle/>
        <a:p>
          <a:endParaRPr lang="en-US"/>
        </a:p>
      </dgm:t>
    </dgm:pt>
    <dgm:pt modelId="{2D2F9B8B-8377-417E-8505-910FDCD0EBCF}" type="pres">
      <dgm:prSet presAssocID="{613CCF1C-0108-4617-A28D-093DCF1DAA8F}" presName="root" presStyleCnt="0">
        <dgm:presLayoutVars>
          <dgm:dir/>
          <dgm:resizeHandles val="exact"/>
        </dgm:presLayoutVars>
      </dgm:prSet>
      <dgm:spPr/>
    </dgm:pt>
    <dgm:pt modelId="{D42EBDB1-8A0A-431C-AFB9-39D6C1ACC692}" type="pres">
      <dgm:prSet presAssocID="{3D12D6DD-6498-48E5-A298-2D28DC5469ED}" presName="compNode" presStyleCnt="0"/>
      <dgm:spPr/>
    </dgm:pt>
    <dgm:pt modelId="{0B43FB20-123A-4C29-A695-1F3431923353}" type="pres">
      <dgm:prSet presAssocID="{3D12D6DD-6498-48E5-A298-2D28DC5469E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CAB9FBE9-E09D-4794-BB00-DBF74B6300E3}" type="pres">
      <dgm:prSet presAssocID="{3D12D6DD-6498-48E5-A298-2D28DC5469ED}" presName="spaceRect" presStyleCnt="0"/>
      <dgm:spPr/>
    </dgm:pt>
    <dgm:pt modelId="{4EB82D61-7719-4382-896A-8CED6CD3C3B4}" type="pres">
      <dgm:prSet presAssocID="{3D12D6DD-6498-48E5-A298-2D28DC5469ED}" presName="textRect" presStyleLbl="revTx" presStyleIdx="0" presStyleCnt="4">
        <dgm:presLayoutVars>
          <dgm:chMax val="1"/>
          <dgm:chPref val="1"/>
        </dgm:presLayoutVars>
      </dgm:prSet>
      <dgm:spPr/>
    </dgm:pt>
    <dgm:pt modelId="{1701E262-F100-4989-9E8B-2E53AFB93E02}" type="pres">
      <dgm:prSet presAssocID="{16660FB5-8F9A-4E45-8B8E-CBF70433B06C}" presName="sibTrans" presStyleCnt="0"/>
      <dgm:spPr/>
    </dgm:pt>
    <dgm:pt modelId="{02DD904E-FECC-4E46-9D7C-54B08EE744C4}" type="pres">
      <dgm:prSet presAssocID="{88A515E8-D592-40DD-BA22-9DD1D30522CD}" presName="compNode" presStyleCnt="0"/>
      <dgm:spPr/>
    </dgm:pt>
    <dgm:pt modelId="{6AE3474F-BE1F-4A0D-85FA-3DAF4C339297}" type="pres">
      <dgm:prSet presAssocID="{88A515E8-D592-40DD-BA22-9DD1D30522C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B76FDB2E-2A6E-4B6D-B306-F0132647B413}" type="pres">
      <dgm:prSet presAssocID="{88A515E8-D592-40DD-BA22-9DD1D30522CD}" presName="spaceRect" presStyleCnt="0"/>
      <dgm:spPr/>
    </dgm:pt>
    <dgm:pt modelId="{322516F4-E453-427D-BD19-130874A4582B}" type="pres">
      <dgm:prSet presAssocID="{88A515E8-D592-40DD-BA22-9DD1D30522CD}" presName="textRect" presStyleLbl="revTx" presStyleIdx="1" presStyleCnt="4">
        <dgm:presLayoutVars>
          <dgm:chMax val="1"/>
          <dgm:chPref val="1"/>
        </dgm:presLayoutVars>
      </dgm:prSet>
      <dgm:spPr/>
    </dgm:pt>
    <dgm:pt modelId="{B44594CE-E07A-443A-955E-CFE52B396BF7}" type="pres">
      <dgm:prSet presAssocID="{16E51CA3-33F2-4D70-8537-5C0A6D3144C7}" presName="sibTrans" presStyleCnt="0"/>
      <dgm:spPr/>
    </dgm:pt>
    <dgm:pt modelId="{F06BF765-64F7-4667-BFE4-3457BAE64E81}" type="pres">
      <dgm:prSet presAssocID="{8B0AA7E9-89C8-4C52-909B-979C0844243A}" presName="compNode" presStyleCnt="0"/>
      <dgm:spPr/>
    </dgm:pt>
    <dgm:pt modelId="{8D80293D-217C-4C07-BA49-91B31050DC7D}" type="pres">
      <dgm:prSet presAssocID="{8B0AA7E9-89C8-4C52-909B-979C0844243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6025310F-9493-4D6E-AB9B-A5235D92986C}" type="pres">
      <dgm:prSet presAssocID="{8B0AA7E9-89C8-4C52-909B-979C0844243A}" presName="spaceRect" presStyleCnt="0"/>
      <dgm:spPr/>
    </dgm:pt>
    <dgm:pt modelId="{B79A31D8-6690-4F43-9530-7051557EE8C6}" type="pres">
      <dgm:prSet presAssocID="{8B0AA7E9-89C8-4C52-909B-979C0844243A}" presName="textRect" presStyleLbl="revTx" presStyleIdx="2" presStyleCnt="4">
        <dgm:presLayoutVars>
          <dgm:chMax val="1"/>
          <dgm:chPref val="1"/>
        </dgm:presLayoutVars>
      </dgm:prSet>
      <dgm:spPr/>
    </dgm:pt>
    <dgm:pt modelId="{31B23C96-DAC5-4F11-993F-DDE5F596E39A}" type="pres">
      <dgm:prSet presAssocID="{53E59C78-5894-422F-A103-7AAED24903F5}" presName="sibTrans" presStyleCnt="0"/>
      <dgm:spPr/>
    </dgm:pt>
    <dgm:pt modelId="{D7491DFD-21C3-4832-9FB8-F5DBAE2B01D4}" type="pres">
      <dgm:prSet presAssocID="{12B5DDE8-1F1B-45DF-8A94-C8F12DF3874D}" presName="compNode" presStyleCnt="0"/>
      <dgm:spPr/>
    </dgm:pt>
    <dgm:pt modelId="{A14FB933-2191-4BB3-8528-97EE1921D217}" type="pres">
      <dgm:prSet presAssocID="{12B5DDE8-1F1B-45DF-8A94-C8F12DF3874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56149D5-C34D-4786-A4D0-E0386BB897BD}" type="pres">
      <dgm:prSet presAssocID="{12B5DDE8-1F1B-45DF-8A94-C8F12DF3874D}" presName="spaceRect" presStyleCnt="0"/>
      <dgm:spPr/>
    </dgm:pt>
    <dgm:pt modelId="{17B51DD6-932D-4923-A9D3-E6A3932872A5}" type="pres">
      <dgm:prSet presAssocID="{12B5DDE8-1F1B-45DF-8A94-C8F12DF3874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2C6F332-74A8-4A4C-A9B8-9AB83FFF80E0}" srcId="{613CCF1C-0108-4617-A28D-093DCF1DAA8F}" destId="{12B5DDE8-1F1B-45DF-8A94-C8F12DF3874D}" srcOrd="3" destOrd="0" parTransId="{0E49DA08-C3AC-4928-B1B4-1359F3710EAB}" sibTransId="{827AEEF9-DF69-4DB2-81CA-E2844B5FE314}"/>
    <dgm:cxn modelId="{011A3B52-CBA9-4507-A860-0E57E1C17FAF}" type="presOf" srcId="{88A515E8-D592-40DD-BA22-9DD1D30522CD}" destId="{322516F4-E453-427D-BD19-130874A4582B}" srcOrd="0" destOrd="0" presId="urn:microsoft.com/office/officeart/2018/2/layout/IconLabelList"/>
    <dgm:cxn modelId="{4D007F5A-2B20-4544-B17B-EF0EF2A71221}" type="presOf" srcId="{8B0AA7E9-89C8-4C52-909B-979C0844243A}" destId="{B79A31D8-6690-4F43-9530-7051557EE8C6}" srcOrd="0" destOrd="0" presId="urn:microsoft.com/office/officeart/2018/2/layout/IconLabelList"/>
    <dgm:cxn modelId="{AA8C6C85-2A2B-4C9C-80F2-54499BABE667}" type="presOf" srcId="{12B5DDE8-1F1B-45DF-8A94-C8F12DF3874D}" destId="{17B51DD6-932D-4923-A9D3-E6A3932872A5}" srcOrd="0" destOrd="0" presId="urn:microsoft.com/office/officeart/2018/2/layout/IconLabelList"/>
    <dgm:cxn modelId="{4B259BA8-1746-40D0-A00F-8B97E5CD3861}" type="presOf" srcId="{3D12D6DD-6498-48E5-A298-2D28DC5469ED}" destId="{4EB82D61-7719-4382-896A-8CED6CD3C3B4}" srcOrd="0" destOrd="0" presId="urn:microsoft.com/office/officeart/2018/2/layout/IconLabelList"/>
    <dgm:cxn modelId="{0C62E8BA-C945-4437-8673-1A4E0B6739A9}" srcId="{613CCF1C-0108-4617-A28D-093DCF1DAA8F}" destId="{8B0AA7E9-89C8-4C52-909B-979C0844243A}" srcOrd="2" destOrd="0" parTransId="{41F425F2-362E-47E7-B1A2-67DF00FF3B8E}" sibTransId="{53E59C78-5894-422F-A103-7AAED24903F5}"/>
    <dgm:cxn modelId="{40229ECE-7683-477E-93FF-3CCBFDB2C47A}" srcId="{613CCF1C-0108-4617-A28D-093DCF1DAA8F}" destId="{3D12D6DD-6498-48E5-A298-2D28DC5469ED}" srcOrd="0" destOrd="0" parTransId="{EC3B13ED-702A-47A7-ADB5-3B4E3864D117}" sibTransId="{16660FB5-8F9A-4E45-8B8E-CBF70433B06C}"/>
    <dgm:cxn modelId="{EF0165CF-AF9B-460B-8537-2BE74B357970}" srcId="{613CCF1C-0108-4617-A28D-093DCF1DAA8F}" destId="{88A515E8-D592-40DD-BA22-9DD1D30522CD}" srcOrd="1" destOrd="0" parTransId="{2E19F231-AF98-4547-8251-C670D3CE02AE}" sibTransId="{16E51CA3-33F2-4D70-8537-5C0A6D3144C7}"/>
    <dgm:cxn modelId="{9A0F48DA-769D-4114-8DDF-DB8ABD347AA5}" type="presOf" srcId="{613CCF1C-0108-4617-A28D-093DCF1DAA8F}" destId="{2D2F9B8B-8377-417E-8505-910FDCD0EBCF}" srcOrd="0" destOrd="0" presId="urn:microsoft.com/office/officeart/2018/2/layout/IconLabelList"/>
    <dgm:cxn modelId="{2A913124-95B8-49CA-A8AC-3A1D75F9959C}" type="presParOf" srcId="{2D2F9B8B-8377-417E-8505-910FDCD0EBCF}" destId="{D42EBDB1-8A0A-431C-AFB9-39D6C1ACC692}" srcOrd="0" destOrd="0" presId="urn:microsoft.com/office/officeart/2018/2/layout/IconLabelList"/>
    <dgm:cxn modelId="{30E9B5A3-D219-4962-B7ED-EE879DF4F8A1}" type="presParOf" srcId="{D42EBDB1-8A0A-431C-AFB9-39D6C1ACC692}" destId="{0B43FB20-123A-4C29-A695-1F3431923353}" srcOrd="0" destOrd="0" presId="urn:microsoft.com/office/officeart/2018/2/layout/IconLabelList"/>
    <dgm:cxn modelId="{EFEABB98-6269-4D24-B11D-68B38AAF92DB}" type="presParOf" srcId="{D42EBDB1-8A0A-431C-AFB9-39D6C1ACC692}" destId="{CAB9FBE9-E09D-4794-BB00-DBF74B6300E3}" srcOrd="1" destOrd="0" presId="urn:microsoft.com/office/officeart/2018/2/layout/IconLabelList"/>
    <dgm:cxn modelId="{507BB9AC-B138-4ED5-AF6D-1131CE1D9452}" type="presParOf" srcId="{D42EBDB1-8A0A-431C-AFB9-39D6C1ACC692}" destId="{4EB82D61-7719-4382-896A-8CED6CD3C3B4}" srcOrd="2" destOrd="0" presId="urn:microsoft.com/office/officeart/2018/2/layout/IconLabelList"/>
    <dgm:cxn modelId="{AE956EB3-74E3-44A4-A6E6-770D0B72BDD6}" type="presParOf" srcId="{2D2F9B8B-8377-417E-8505-910FDCD0EBCF}" destId="{1701E262-F100-4989-9E8B-2E53AFB93E02}" srcOrd="1" destOrd="0" presId="urn:microsoft.com/office/officeart/2018/2/layout/IconLabelList"/>
    <dgm:cxn modelId="{3D6F8BDB-E969-431D-AFA0-F1171C6A1737}" type="presParOf" srcId="{2D2F9B8B-8377-417E-8505-910FDCD0EBCF}" destId="{02DD904E-FECC-4E46-9D7C-54B08EE744C4}" srcOrd="2" destOrd="0" presId="urn:microsoft.com/office/officeart/2018/2/layout/IconLabelList"/>
    <dgm:cxn modelId="{01425F56-B3E4-4BCD-B2E7-6C106EF5B1EB}" type="presParOf" srcId="{02DD904E-FECC-4E46-9D7C-54B08EE744C4}" destId="{6AE3474F-BE1F-4A0D-85FA-3DAF4C339297}" srcOrd="0" destOrd="0" presId="urn:microsoft.com/office/officeart/2018/2/layout/IconLabelList"/>
    <dgm:cxn modelId="{0F3B5827-6870-441D-B0FA-6D18FC9351BA}" type="presParOf" srcId="{02DD904E-FECC-4E46-9D7C-54B08EE744C4}" destId="{B76FDB2E-2A6E-4B6D-B306-F0132647B413}" srcOrd="1" destOrd="0" presId="urn:microsoft.com/office/officeart/2018/2/layout/IconLabelList"/>
    <dgm:cxn modelId="{4EED9112-C585-423A-B6EC-30055FE3E8C9}" type="presParOf" srcId="{02DD904E-FECC-4E46-9D7C-54B08EE744C4}" destId="{322516F4-E453-427D-BD19-130874A4582B}" srcOrd="2" destOrd="0" presId="urn:microsoft.com/office/officeart/2018/2/layout/IconLabelList"/>
    <dgm:cxn modelId="{40AB3A2A-094C-40D0-8EAA-D90C6B64C721}" type="presParOf" srcId="{2D2F9B8B-8377-417E-8505-910FDCD0EBCF}" destId="{B44594CE-E07A-443A-955E-CFE52B396BF7}" srcOrd="3" destOrd="0" presId="urn:microsoft.com/office/officeart/2018/2/layout/IconLabelList"/>
    <dgm:cxn modelId="{19236FD1-DDE6-4195-9F38-AAA1E353E931}" type="presParOf" srcId="{2D2F9B8B-8377-417E-8505-910FDCD0EBCF}" destId="{F06BF765-64F7-4667-BFE4-3457BAE64E81}" srcOrd="4" destOrd="0" presId="urn:microsoft.com/office/officeart/2018/2/layout/IconLabelList"/>
    <dgm:cxn modelId="{674E3277-6257-4B00-91D8-82B9A0ADB3D7}" type="presParOf" srcId="{F06BF765-64F7-4667-BFE4-3457BAE64E81}" destId="{8D80293D-217C-4C07-BA49-91B31050DC7D}" srcOrd="0" destOrd="0" presId="urn:microsoft.com/office/officeart/2018/2/layout/IconLabelList"/>
    <dgm:cxn modelId="{74F5FD67-CC48-4EC6-8F55-9D22864AF611}" type="presParOf" srcId="{F06BF765-64F7-4667-BFE4-3457BAE64E81}" destId="{6025310F-9493-4D6E-AB9B-A5235D92986C}" srcOrd="1" destOrd="0" presId="urn:microsoft.com/office/officeart/2018/2/layout/IconLabelList"/>
    <dgm:cxn modelId="{997A7060-471B-4BCC-8B79-BE98467CB069}" type="presParOf" srcId="{F06BF765-64F7-4667-BFE4-3457BAE64E81}" destId="{B79A31D8-6690-4F43-9530-7051557EE8C6}" srcOrd="2" destOrd="0" presId="urn:microsoft.com/office/officeart/2018/2/layout/IconLabelList"/>
    <dgm:cxn modelId="{061A348D-217B-4120-BD29-C1A4993A8F1C}" type="presParOf" srcId="{2D2F9B8B-8377-417E-8505-910FDCD0EBCF}" destId="{31B23C96-DAC5-4F11-993F-DDE5F596E39A}" srcOrd="5" destOrd="0" presId="urn:microsoft.com/office/officeart/2018/2/layout/IconLabelList"/>
    <dgm:cxn modelId="{D90C0EF0-D74A-4D8C-820E-102B03E0A0E7}" type="presParOf" srcId="{2D2F9B8B-8377-417E-8505-910FDCD0EBCF}" destId="{D7491DFD-21C3-4832-9FB8-F5DBAE2B01D4}" srcOrd="6" destOrd="0" presId="urn:microsoft.com/office/officeart/2018/2/layout/IconLabelList"/>
    <dgm:cxn modelId="{A11ABCCC-69F5-45CF-8A1A-B7DDBE125F6B}" type="presParOf" srcId="{D7491DFD-21C3-4832-9FB8-F5DBAE2B01D4}" destId="{A14FB933-2191-4BB3-8528-97EE1921D217}" srcOrd="0" destOrd="0" presId="urn:microsoft.com/office/officeart/2018/2/layout/IconLabelList"/>
    <dgm:cxn modelId="{51955E9B-FF02-4FA5-AE7F-A27AABB42FC5}" type="presParOf" srcId="{D7491DFD-21C3-4832-9FB8-F5DBAE2B01D4}" destId="{856149D5-C34D-4786-A4D0-E0386BB897BD}" srcOrd="1" destOrd="0" presId="urn:microsoft.com/office/officeart/2018/2/layout/IconLabelList"/>
    <dgm:cxn modelId="{14855C24-E5F6-4FA7-9742-A03767E08214}" type="presParOf" srcId="{D7491DFD-21C3-4832-9FB8-F5DBAE2B01D4}" destId="{17B51DD6-932D-4923-A9D3-E6A3932872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6CFF2FD-F167-4456-B743-2246997930D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E0429B-5B2E-4097-8EB9-1255A95CFF6B}">
      <dgm:prSet/>
      <dgm:spPr/>
      <dgm:t>
        <a:bodyPr/>
        <a:lstStyle/>
        <a:p>
          <a:r>
            <a:rPr lang="en-US"/>
            <a:t>Do not accept TBT without strong course command</a:t>
          </a:r>
        </a:p>
      </dgm:t>
    </dgm:pt>
    <dgm:pt modelId="{EA64CED5-D02C-4A5C-8DF5-2460C0869821}" type="parTrans" cxnId="{3136EC95-1BD0-4F9C-9EB2-309DBE5D97F7}">
      <dgm:prSet/>
      <dgm:spPr/>
      <dgm:t>
        <a:bodyPr/>
        <a:lstStyle/>
        <a:p>
          <a:endParaRPr lang="en-US"/>
        </a:p>
      </dgm:t>
    </dgm:pt>
    <dgm:pt modelId="{980CECA0-95DF-4BC8-9940-1F1B589B4D48}" type="sibTrans" cxnId="{3136EC95-1BD0-4F9C-9EB2-309DBE5D97F7}">
      <dgm:prSet/>
      <dgm:spPr/>
      <dgm:t>
        <a:bodyPr/>
        <a:lstStyle/>
        <a:p>
          <a:endParaRPr lang="en-US"/>
        </a:p>
      </dgm:t>
    </dgm:pt>
    <dgm:pt modelId="{99403A02-3B46-4F55-8DAE-B73FE654641E}">
      <dgm:prSet/>
      <dgm:spPr/>
      <dgm:t>
        <a:bodyPr/>
        <a:lstStyle/>
        <a:p>
          <a:r>
            <a:rPr lang="en-US"/>
            <a:t>Ability to handle questions is mandatory</a:t>
          </a:r>
        </a:p>
      </dgm:t>
    </dgm:pt>
    <dgm:pt modelId="{8FBEE438-B999-4BFD-8920-57578277E40D}" type="parTrans" cxnId="{D846B99C-F7E5-4957-9575-9D11F66ECB1B}">
      <dgm:prSet/>
      <dgm:spPr/>
      <dgm:t>
        <a:bodyPr/>
        <a:lstStyle/>
        <a:p>
          <a:endParaRPr lang="en-US"/>
        </a:p>
      </dgm:t>
    </dgm:pt>
    <dgm:pt modelId="{D0687CD3-CF62-4C48-BE43-B022B1BA2C21}" type="sibTrans" cxnId="{D846B99C-F7E5-4957-9575-9D11F66ECB1B}">
      <dgm:prSet/>
      <dgm:spPr/>
      <dgm:t>
        <a:bodyPr/>
        <a:lstStyle/>
        <a:p>
          <a:endParaRPr lang="en-US"/>
        </a:p>
      </dgm:t>
    </dgm:pt>
    <dgm:pt modelId="{D351E098-1CC7-4BB7-BBB5-39ECB671D99C}">
      <dgm:prSet/>
      <dgm:spPr/>
      <dgm:t>
        <a:bodyPr/>
        <a:lstStyle/>
        <a:p>
          <a:r>
            <a:rPr lang="en-US"/>
            <a:t>Consult manager before proceeding</a:t>
          </a:r>
        </a:p>
      </dgm:t>
    </dgm:pt>
    <dgm:pt modelId="{FE5BBBF5-CC04-48E4-88E4-64B6949B8712}" type="parTrans" cxnId="{0D41AFE9-9001-4EC3-8C31-DDC630E4EF80}">
      <dgm:prSet/>
      <dgm:spPr/>
      <dgm:t>
        <a:bodyPr/>
        <a:lstStyle/>
        <a:p>
          <a:endParaRPr lang="en-US"/>
        </a:p>
      </dgm:t>
    </dgm:pt>
    <dgm:pt modelId="{9D969BA9-5A38-4226-B182-93C301B95688}" type="sibTrans" cxnId="{0D41AFE9-9001-4EC3-8C31-DDC630E4EF80}">
      <dgm:prSet/>
      <dgm:spPr/>
      <dgm:t>
        <a:bodyPr/>
        <a:lstStyle/>
        <a:p>
          <a:endParaRPr lang="en-US"/>
        </a:p>
      </dgm:t>
    </dgm:pt>
    <dgm:pt modelId="{FBD18A4E-7627-4DEB-94BA-21EB00B9CB82}" type="pres">
      <dgm:prSet presAssocID="{76CFF2FD-F167-4456-B743-2246997930D2}" presName="linear" presStyleCnt="0">
        <dgm:presLayoutVars>
          <dgm:animLvl val="lvl"/>
          <dgm:resizeHandles val="exact"/>
        </dgm:presLayoutVars>
      </dgm:prSet>
      <dgm:spPr/>
    </dgm:pt>
    <dgm:pt modelId="{5A0477F6-2D51-4BD1-A01C-859D1D4D4A32}" type="pres">
      <dgm:prSet presAssocID="{F4E0429B-5B2E-4097-8EB9-1255A95CFF6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0009514-1528-4AA9-A07D-D8E5EFAF0CD0}" type="pres">
      <dgm:prSet presAssocID="{980CECA0-95DF-4BC8-9940-1F1B589B4D48}" presName="spacer" presStyleCnt="0"/>
      <dgm:spPr/>
    </dgm:pt>
    <dgm:pt modelId="{770452C2-5D42-4A15-A692-500B0B3B337E}" type="pres">
      <dgm:prSet presAssocID="{99403A02-3B46-4F55-8DAE-B73FE654641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22E8B80-E312-43C8-8A8B-521F36692604}" type="pres">
      <dgm:prSet presAssocID="{D0687CD3-CF62-4C48-BE43-B022B1BA2C21}" presName="spacer" presStyleCnt="0"/>
      <dgm:spPr/>
    </dgm:pt>
    <dgm:pt modelId="{85BAB411-39DC-4AC5-9437-21003E24D07F}" type="pres">
      <dgm:prSet presAssocID="{D351E098-1CC7-4BB7-BBB5-39ECB671D99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BB1463B-3C59-4CD1-A387-59934561468C}" type="presOf" srcId="{76CFF2FD-F167-4456-B743-2246997930D2}" destId="{FBD18A4E-7627-4DEB-94BA-21EB00B9CB82}" srcOrd="0" destOrd="0" presId="urn:microsoft.com/office/officeart/2005/8/layout/vList2"/>
    <dgm:cxn modelId="{EFF76D45-9779-4EAA-A2C1-6A5720AB20AD}" type="presOf" srcId="{D351E098-1CC7-4BB7-BBB5-39ECB671D99C}" destId="{85BAB411-39DC-4AC5-9437-21003E24D07F}" srcOrd="0" destOrd="0" presId="urn:microsoft.com/office/officeart/2005/8/layout/vList2"/>
    <dgm:cxn modelId="{C774A956-671E-4CE5-B23B-6FCA91583F28}" type="presOf" srcId="{F4E0429B-5B2E-4097-8EB9-1255A95CFF6B}" destId="{5A0477F6-2D51-4BD1-A01C-859D1D4D4A32}" srcOrd="0" destOrd="0" presId="urn:microsoft.com/office/officeart/2005/8/layout/vList2"/>
    <dgm:cxn modelId="{3136EC95-1BD0-4F9C-9EB2-309DBE5D97F7}" srcId="{76CFF2FD-F167-4456-B743-2246997930D2}" destId="{F4E0429B-5B2E-4097-8EB9-1255A95CFF6B}" srcOrd="0" destOrd="0" parTransId="{EA64CED5-D02C-4A5C-8DF5-2460C0869821}" sibTransId="{980CECA0-95DF-4BC8-9940-1F1B589B4D48}"/>
    <dgm:cxn modelId="{D846B99C-F7E5-4957-9575-9D11F66ECB1B}" srcId="{76CFF2FD-F167-4456-B743-2246997930D2}" destId="{99403A02-3B46-4F55-8DAE-B73FE654641E}" srcOrd="1" destOrd="0" parTransId="{8FBEE438-B999-4BFD-8920-57578277E40D}" sibTransId="{D0687CD3-CF62-4C48-BE43-B022B1BA2C21}"/>
    <dgm:cxn modelId="{28C7AFDA-A9D1-4F64-B331-B9F2182CAD5B}" type="presOf" srcId="{99403A02-3B46-4F55-8DAE-B73FE654641E}" destId="{770452C2-5D42-4A15-A692-500B0B3B337E}" srcOrd="0" destOrd="0" presId="urn:microsoft.com/office/officeart/2005/8/layout/vList2"/>
    <dgm:cxn modelId="{0D41AFE9-9001-4EC3-8C31-DDC630E4EF80}" srcId="{76CFF2FD-F167-4456-B743-2246997930D2}" destId="{D351E098-1CC7-4BB7-BBB5-39ECB671D99C}" srcOrd="2" destOrd="0" parTransId="{FE5BBBF5-CC04-48E4-88E4-64B6949B8712}" sibTransId="{9D969BA9-5A38-4226-B182-93C301B95688}"/>
    <dgm:cxn modelId="{9E190548-125C-4E2B-9EE9-5AF657C30051}" type="presParOf" srcId="{FBD18A4E-7627-4DEB-94BA-21EB00B9CB82}" destId="{5A0477F6-2D51-4BD1-A01C-859D1D4D4A32}" srcOrd="0" destOrd="0" presId="urn:microsoft.com/office/officeart/2005/8/layout/vList2"/>
    <dgm:cxn modelId="{DA43BA30-0A0A-4E8D-8330-0F8A67277F9A}" type="presParOf" srcId="{FBD18A4E-7627-4DEB-94BA-21EB00B9CB82}" destId="{80009514-1528-4AA9-A07D-D8E5EFAF0CD0}" srcOrd="1" destOrd="0" presId="urn:microsoft.com/office/officeart/2005/8/layout/vList2"/>
    <dgm:cxn modelId="{3C927F8C-BA8A-4534-8A27-0CB6F39E5B40}" type="presParOf" srcId="{FBD18A4E-7627-4DEB-94BA-21EB00B9CB82}" destId="{770452C2-5D42-4A15-A692-500B0B3B337E}" srcOrd="2" destOrd="0" presId="urn:microsoft.com/office/officeart/2005/8/layout/vList2"/>
    <dgm:cxn modelId="{FB6E97E0-0C94-4F1B-8B99-0395C6608739}" type="presParOf" srcId="{FBD18A4E-7627-4DEB-94BA-21EB00B9CB82}" destId="{A22E8B80-E312-43C8-8A8B-521F36692604}" srcOrd="3" destOrd="0" presId="urn:microsoft.com/office/officeart/2005/8/layout/vList2"/>
    <dgm:cxn modelId="{3877E7D0-A27F-4599-9091-B6B6B02D08DC}" type="presParOf" srcId="{FBD18A4E-7627-4DEB-94BA-21EB00B9CB82}" destId="{85BAB411-39DC-4AC5-9437-21003E24D07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FC06042-36EE-41EB-B59F-F97B7E33A497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0DB8BE-B722-4A36-B8C5-4F04511ACE66}">
      <dgm:prSet/>
      <dgm:spPr/>
      <dgm:t>
        <a:bodyPr/>
        <a:lstStyle/>
        <a:p>
          <a:r>
            <a:rPr lang="en-US"/>
            <a:t>Use shared background in all official meetings</a:t>
          </a:r>
        </a:p>
      </dgm:t>
    </dgm:pt>
    <dgm:pt modelId="{5A405E01-4988-44C4-815A-DE01946D1CCC}" type="parTrans" cxnId="{078003FE-52B4-450F-BDFD-CA0D7296E6EF}">
      <dgm:prSet/>
      <dgm:spPr/>
      <dgm:t>
        <a:bodyPr/>
        <a:lstStyle/>
        <a:p>
          <a:endParaRPr lang="en-US"/>
        </a:p>
      </dgm:t>
    </dgm:pt>
    <dgm:pt modelId="{250CBCAA-7965-4C1E-8B3A-5488B6DEA677}" type="sibTrans" cxnId="{078003FE-52B4-450F-BDFD-CA0D7296E6E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9255FFF-8E77-4034-842E-2355E28EEBFB}">
      <dgm:prSet/>
      <dgm:spPr/>
      <dgm:t>
        <a:bodyPr/>
        <a:lstStyle/>
        <a:p>
          <a:r>
            <a:rPr lang="en-US"/>
            <a:t>Join on time; timings are mandatory</a:t>
          </a:r>
        </a:p>
      </dgm:t>
    </dgm:pt>
    <dgm:pt modelId="{2D9379BD-84D0-4F89-9550-F8E795F41D58}" type="parTrans" cxnId="{85A8B9D5-3C89-4100-AC13-1E53FB425932}">
      <dgm:prSet/>
      <dgm:spPr/>
      <dgm:t>
        <a:bodyPr/>
        <a:lstStyle/>
        <a:p>
          <a:endParaRPr lang="en-US"/>
        </a:p>
      </dgm:t>
    </dgm:pt>
    <dgm:pt modelId="{8B1F19A4-8B15-4683-8D7D-B0300809BBDF}" type="sibTrans" cxnId="{85A8B9D5-3C89-4100-AC13-1E53FB42593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A6503FF-B587-4A67-BC64-D87EC7C5F6B5}">
      <dgm:prSet/>
      <dgm:spPr/>
      <dgm:t>
        <a:bodyPr/>
        <a:lstStyle/>
        <a:p>
          <a:r>
            <a:rPr lang="en-US"/>
            <a:t>New course assignments require exam clearance before conclusion</a:t>
          </a:r>
        </a:p>
      </dgm:t>
    </dgm:pt>
    <dgm:pt modelId="{B4D13223-8C5D-4F36-8986-DE8EB33013A3}" type="parTrans" cxnId="{6435A764-1F39-4F12-9B0D-CE49176976BE}">
      <dgm:prSet/>
      <dgm:spPr/>
      <dgm:t>
        <a:bodyPr/>
        <a:lstStyle/>
        <a:p>
          <a:endParaRPr lang="en-US"/>
        </a:p>
      </dgm:t>
    </dgm:pt>
    <dgm:pt modelId="{DFE040B1-35A1-4073-B40E-CF8B34FD95F5}" type="sibTrans" cxnId="{6435A764-1F39-4F12-9B0D-CE49176976BE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BF8CEDAE-1EA0-4F50-958B-0E16FEE0C514}" type="pres">
      <dgm:prSet presAssocID="{1FC06042-36EE-41EB-B59F-F97B7E33A497}" presName="Name0" presStyleCnt="0">
        <dgm:presLayoutVars>
          <dgm:animLvl val="lvl"/>
          <dgm:resizeHandles val="exact"/>
        </dgm:presLayoutVars>
      </dgm:prSet>
      <dgm:spPr/>
    </dgm:pt>
    <dgm:pt modelId="{32E1C630-1834-42E8-BDD9-60A9FE091472}" type="pres">
      <dgm:prSet presAssocID="{5B0DB8BE-B722-4A36-B8C5-4F04511ACE66}" presName="compositeNode" presStyleCnt="0">
        <dgm:presLayoutVars>
          <dgm:bulletEnabled val="1"/>
        </dgm:presLayoutVars>
      </dgm:prSet>
      <dgm:spPr/>
    </dgm:pt>
    <dgm:pt modelId="{0C53F719-107A-4E9E-9EB7-D63A74A1164C}" type="pres">
      <dgm:prSet presAssocID="{5B0DB8BE-B722-4A36-B8C5-4F04511ACE66}" presName="bgRect" presStyleLbl="alignNode1" presStyleIdx="0" presStyleCnt="3"/>
      <dgm:spPr/>
    </dgm:pt>
    <dgm:pt modelId="{11A6BC2B-EBFD-438E-BB49-A8F074BFA06B}" type="pres">
      <dgm:prSet presAssocID="{250CBCAA-7965-4C1E-8B3A-5488B6DEA677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8B9FA8BA-54E3-43CF-8DA1-D20C45C25AD4}" type="pres">
      <dgm:prSet presAssocID="{5B0DB8BE-B722-4A36-B8C5-4F04511ACE66}" presName="nodeRect" presStyleLbl="alignNode1" presStyleIdx="0" presStyleCnt="3">
        <dgm:presLayoutVars>
          <dgm:bulletEnabled val="1"/>
        </dgm:presLayoutVars>
      </dgm:prSet>
      <dgm:spPr/>
    </dgm:pt>
    <dgm:pt modelId="{39092927-EB63-46F2-9E92-3B1CD7A90613}" type="pres">
      <dgm:prSet presAssocID="{250CBCAA-7965-4C1E-8B3A-5488B6DEA677}" presName="sibTrans" presStyleCnt="0"/>
      <dgm:spPr/>
    </dgm:pt>
    <dgm:pt modelId="{BD3F4B33-A07C-4972-85CD-E48C5470C777}" type="pres">
      <dgm:prSet presAssocID="{59255FFF-8E77-4034-842E-2355E28EEBFB}" presName="compositeNode" presStyleCnt="0">
        <dgm:presLayoutVars>
          <dgm:bulletEnabled val="1"/>
        </dgm:presLayoutVars>
      </dgm:prSet>
      <dgm:spPr/>
    </dgm:pt>
    <dgm:pt modelId="{AF822CD7-88ED-4B1F-A510-3A23F9C74AE8}" type="pres">
      <dgm:prSet presAssocID="{59255FFF-8E77-4034-842E-2355E28EEBFB}" presName="bgRect" presStyleLbl="alignNode1" presStyleIdx="1" presStyleCnt="3"/>
      <dgm:spPr/>
    </dgm:pt>
    <dgm:pt modelId="{2BBFAA3A-DDDD-4BD4-B529-42786CEC106D}" type="pres">
      <dgm:prSet presAssocID="{8B1F19A4-8B15-4683-8D7D-B0300809BBDF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9E9AF6A9-A34A-4A63-A5F6-3E17D27CEEAE}" type="pres">
      <dgm:prSet presAssocID="{59255FFF-8E77-4034-842E-2355E28EEBFB}" presName="nodeRect" presStyleLbl="alignNode1" presStyleIdx="1" presStyleCnt="3">
        <dgm:presLayoutVars>
          <dgm:bulletEnabled val="1"/>
        </dgm:presLayoutVars>
      </dgm:prSet>
      <dgm:spPr/>
    </dgm:pt>
    <dgm:pt modelId="{F8871623-B4F6-4F08-AEB7-EEDBD4DC7784}" type="pres">
      <dgm:prSet presAssocID="{8B1F19A4-8B15-4683-8D7D-B0300809BBDF}" presName="sibTrans" presStyleCnt="0"/>
      <dgm:spPr/>
    </dgm:pt>
    <dgm:pt modelId="{8DCE9EF2-9EAC-4F07-84C4-24FF91AE6853}" type="pres">
      <dgm:prSet presAssocID="{2A6503FF-B587-4A67-BC64-D87EC7C5F6B5}" presName="compositeNode" presStyleCnt="0">
        <dgm:presLayoutVars>
          <dgm:bulletEnabled val="1"/>
        </dgm:presLayoutVars>
      </dgm:prSet>
      <dgm:spPr/>
    </dgm:pt>
    <dgm:pt modelId="{F6ABB192-43D8-4F26-B381-FDA620803001}" type="pres">
      <dgm:prSet presAssocID="{2A6503FF-B587-4A67-BC64-D87EC7C5F6B5}" presName="bgRect" presStyleLbl="alignNode1" presStyleIdx="2" presStyleCnt="3"/>
      <dgm:spPr/>
    </dgm:pt>
    <dgm:pt modelId="{2C6E8CAB-7E3A-44A5-A1B2-DF878DE9490A}" type="pres">
      <dgm:prSet presAssocID="{DFE040B1-35A1-4073-B40E-CF8B34FD95F5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04FEE37E-E3EE-4382-B18D-F2047516C95C}" type="pres">
      <dgm:prSet presAssocID="{2A6503FF-B587-4A67-BC64-D87EC7C5F6B5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ECE02003-8666-459F-9126-2E468FCAD954}" type="presOf" srcId="{5B0DB8BE-B722-4A36-B8C5-4F04511ACE66}" destId="{8B9FA8BA-54E3-43CF-8DA1-D20C45C25AD4}" srcOrd="1" destOrd="0" presId="urn:microsoft.com/office/officeart/2016/7/layout/LinearBlockProcessNumbered"/>
    <dgm:cxn modelId="{167A8326-9D1B-4F64-868B-CF3534FF8FB3}" type="presOf" srcId="{2A6503FF-B587-4A67-BC64-D87EC7C5F6B5}" destId="{04FEE37E-E3EE-4382-B18D-F2047516C95C}" srcOrd="1" destOrd="0" presId="urn:microsoft.com/office/officeart/2016/7/layout/LinearBlockProcessNumbered"/>
    <dgm:cxn modelId="{7645F730-263B-48AB-A32A-5BF5B32A4DD0}" type="presOf" srcId="{DFE040B1-35A1-4073-B40E-CF8B34FD95F5}" destId="{2C6E8CAB-7E3A-44A5-A1B2-DF878DE9490A}" srcOrd="0" destOrd="0" presId="urn:microsoft.com/office/officeart/2016/7/layout/LinearBlockProcessNumbered"/>
    <dgm:cxn modelId="{6435A764-1F39-4F12-9B0D-CE49176976BE}" srcId="{1FC06042-36EE-41EB-B59F-F97B7E33A497}" destId="{2A6503FF-B587-4A67-BC64-D87EC7C5F6B5}" srcOrd="2" destOrd="0" parTransId="{B4D13223-8C5D-4F36-8986-DE8EB33013A3}" sibTransId="{DFE040B1-35A1-4073-B40E-CF8B34FD95F5}"/>
    <dgm:cxn modelId="{BD984646-0866-445A-9A48-E1BA43DA3851}" type="presOf" srcId="{1FC06042-36EE-41EB-B59F-F97B7E33A497}" destId="{BF8CEDAE-1EA0-4F50-958B-0E16FEE0C514}" srcOrd="0" destOrd="0" presId="urn:microsoft.com/office/officeart/2016/7/layout/LinearBlockProcessNumbered"/>
    <dgm:cxn modelId="{F902B34A-4004-4CEF-B54F-F85B9E16B530}" type="presOf" srcId="{2A6503FF-B587-4A67-BC64-D87EC7C5F6B5}" destId="{F6ABB192-43D8-4F26-B381-FDA620803001}" srcOrd="0" destOrd="0" presId="urn:microsoft.com/office/officeart/2016/7/layout/LinearBlockProcessNumbered"/>
    <dgm:cxn modelId="{43845D74-D7D4-4FFF-AB12-F0161118070C}" type="presOf" srcId="{59255FFF-8E77-4034-842E-2355E28EEBFB}" destId="{9E9AF6A9-A34A-4A63-A5F6-3E17D27CEEAE}" srcOrd="1" destOrd="0" presId="urn:microsoft.com/office/officeart/2016/7/layout/LinearBlockProcessNumbered"/>
    <dgm:cxn modelId="{C19D1AAB-6FBF-440A-934B-A3044FDC5303}" type="presOf" srcId="{5B0DB8BE-B722-4A36-B8C5-4F04511ACE66}" destId="{0C53F719-107A-4E9E-9EB7-D63A74A1164C}" srcOrd="0" destOrd="0" presId="urn:microsoft.com/office/officeart/2016/7/layout/LinearBlockProcessNumbered"/>
    <dgm:cxn modelId="{D9D491D0-80F5-41A1-B5F9-6BA9A45CF5EA}" type="presOf" srcId="{8B1F19A4-8B15-4683-8D7D-B0300809BBDF}" destId="{2BBFAA3A-DDDD-4BD4-B529-42786CEC106D}" srcOrd="0" destOrd="0" presId="urn:microsoft.com/office/officeart/2016/7/layout/LinearBlockProcessNumbered"/>
    <dgm:cxn modelId="{85A8B9D5-3C89-4100-AC13-1E53FB425932}" srcId="{1FC06042-36EE-41EB-B59F-F97B7E33A497}" destId="{59255FFF-8E77-4034-842E-2355E28EEBFB}" srcOrd="1" destOrd="0" parTransId="{2D9379BD-84D0-4F89-9550-F8E795F41D58}" sibTransId="{8B1F19A4-8B15-4683-8D7D-B0300809BBDF}"/>
    <dgm:cxn modelId="{7B887BFB-BB27-4CAE-98E9-5F25B341A810}" type="presOf" srcId="{59255FFF-8E77-4034-842E-2355E28EEBFB}" destId="{AF822CD7-88ED-4B1F-A510-3A23F9C74AE8}" srcOrd="0" destOrd="0" presId="urn:microsoft.com/office/officeart/2016/7/layout/LinearBlockProcessNumbered"/>
    <dgm:cxn modelId="{14A8CEFC-5C1C-4392-81F8-D1D1C4950F5C}" type="presOf" srcId="{250CBCAA-7965-4C1E-8B3A-5488B6DEA677}" destId="{11A6BC2B-EBFD-438E-BB49-A8F074BFA06B}" srcOrd="0" destOrd="0" presId="urn:microsoft.com/office/officeart/2016/7/layout/LinearBlockProcessNumbered"/>
    <dgm:cxn modelId="{078003FE-52B4-450F-BDFD-CA0D7296E6EF}" srcId="{1FC06042-36EE-41EB-B59F-F97B7E33A497}" destId="{5B0DB8BE-B722-4A36-B8C5-4F04511ACE66}" srcOrd="0" destOrd="0" parTransId="{5A405E01-4988-44C4-815A-DE01946D1CCC}" sibTransId="{250CBCAA-7965-4C1E-8B3A-5488B6DEA677}"/>
    <dgm:cxn modelId="{344BAE4C-1E52-4EB9-8822-DAE89B7D30C9}" type="presParOf" srcId="{BF8CEDAE-1EA0-4F50-958B-0E16FEE0C514}" destId="{32E1C630-1834-42E8-BDD9-60A9FE091472}" srcOrd="0" destOrd="0" presId="urn:microsoft.com/office/officeart/2016/7/layout/LinearBlockProcessNumbered"/>
    <dgm:cxn modelId="{AE24FADF-3207-4B8F-AF9D-432D9BE4D05F}" type="presParOf" srcId="{32E1C630-1834-42E8-BDD9-60A9FE091472}" destId="{0C53F719-107A-4E9E-9EB7-D63A74A1164C}" srcOrd="0" destOrd="0" presId="urn:microsoft.com/office/officeart/2016/7/layout/LinearBlockProcessNumbered"/>
    <dgm:cxn modelId="{36FB70B3-19C9-4445-A866-F223E3304880}" type="presParOf" srcId="{32E1C630-1834-42E8-BDD9-60A9FE091472}" destId="{11A6BC2B-EBFD-438E-BB49-A8F074BFA06B}" srcOrd="1" destOrd="0" presId="urn:microsoft.com/office/officeart/2016/7/layout/LinearBlockProcessNumbered"/>
    <dgm:cxn modelId="{464761FB-B35B-4D52-B595-49C56A32F7E0}" type="presParOf" srcId="{32E1C630-1834-42E8-BDD9-60A9FE091472}" destId="{8B9FA8BA-54E3-43CF-8DA1-D20C45C25AD4}" srcOrd="2" destOrd="0" presId="urn:microsoft.com/office/officeart/2016/7/layout/LinearBlockProcessNumbered"/>
    <dgm:cxn modelId="{3A044977-6CC5-467A-B1D7-E20C27059AD2}" type="presParOf" srcId="{BF8CEDAE-1EA0-4F50-958B-0E16FEE0C514}" destId="{39092927-EB63-46F2-9E92-3B1CD7A90613}" srcOrd="1" destOrd="0" presId="urn:microsoft.com/office/officeart/2016/7/layout/LinearBlockProcessNumbered"/>
    <dgm:cxn modelId="{275B6633-966C-4385-B4BA-016C946D47A8}" type="presParOf" srcId="{BF8CEDAE-1EA0-4F50-958B-0E16FEE0C514}" destId="{BD3F4B33-A07C-4972-85CD-E48C5470C777}" srcOrd="2" destOrd="0" presId="urn:microsoft.com/office/officeart/2016/7/layout/LinearBlockProcessNumbered"/>
    <dgm:cxn modelId="{064BB057-4D01-4CC6-A71D-54CA63C8B928}" type="presParOf" srcId="{BD3F4B33-A07C-4972-85CD-E48C5470C777}" destId="{AF822CD7-88ED-4B1F-A510-3A23F9C74AE8}" srcOrd="0" destOrd="0" presId="urn:microsoft.com/office/officeart/2016/7/layout/LinearBlockProcessNumbered"/>
    <dgm:cxn modelId="{8467B0E7-4C3E-4A15-93C6-EA4A6E8BCEC1}" type="presParOf" srcId="{BD3F4B33-A07C-4972-85CD-E48C5470C777}" destId="{2BBFAA3A-DDDD-4BD4-B529-42786CEC106D}" srcOrd="1" destOrd="0" presId="urn:microsoft.com/office/officeart/2016/7/layout/LinearBlockProcessNumbered"/>
    <dgm:cxn modelId="{AB1EB3B2-8DF4-427B-8850-DC638CB66C2C}" type="presParOf" srcId="{BD3F4B33-A07C-4972-85CD-E48C5470C777}" destId="{9E9AF6A9-A34A-4A63-A5F6-3E17D27CEEAE}" srcOrd="2" destOrd="0" presId="urn:microsoft.com/office/officeart/2016/7/layout/LinearBlockProcessNumbered"/>
    <dgm:cxn modelId="{464AFFCF-FF07-4853-97C0-2DE765F7B554}" type="presParOf" srcId="{BF8CEDAE-1EA0-4F50-958B-0E16FEE0C514}" destId="{F8871623-B4F6-4F08-AEB7-EEDBD4DC7784}" srcOrd="3" destOrd="0" presId="urn:microsoft.com/office/officeart/2016/7/layout/LinearBlockProcessNumbered"/>
    <dgm:cxn modelId="{AB1A0F4B-2110-4E7C-8974-29324AA349DE}" type="presParOf" srcId="{BF8CEDAE-1EA0-4F50-958B-0E16FEE0C514}" destId="{8DCE9EF2-9EAC-4F07-84C4-24FF91AE6853}" srcOrd="4" destOrd="0" presId="urn:microsoft.com/office/officeart/2016/7/layout/LinearBlockProcessNumbered"/>
    <dgm:cxn modelId="{039D4F31-8FA7-4BFD-8FE6-047FA1E3C36A}" type="presParOf" srcId="{8DCE9EF2-9EAC-4F07-84C4-24FF91AE6853}" destId="{F6ABB192-43D8-4F26-B381-FDA620803001}" srcOrd="0" destOrd="0" presId="urn:microsoft.com/office/officeart/2016/7/layout/LinearBlockProcessNumbered"/>
    <dgm:cxn modelId="{8F2C9A7D-3CEF-4DB1-8965-74746557B09D}" type="presParOf" srcId="{8DCE9EF2-9EAC-4F07-84C4-24FF91AE6853}" destId="{2C6E8CAB-7E3A-44A5-A1B2-DF878DE9490A}" srcOrd="1" destOrd="0" presId="urn:microsoft.com/office/officeart/2016/7/layout/LinearBlockProcessNumbered"/>
    <dgm:cxn modelId="{5065C61F-C23A-42B7-AE05-81A39DF617EF}" type="presParOf" srcId="{8DCE9EF2-9EAC-4F07-84C4-24FF91AE6853}" destId="{04FEE37E-E3EE-4382-B18D-F2047516C95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241A837-8AAD-46B0-9974-B3A19F03F5F5}" type="doc">
      <dgm:prSet loTypeId="urn:microsoft.com/office/officeart/2005/8/layout/vList5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2A01829-7B44-4F46-A309-47D5EC11BE8D}">
      <dgm:prSet/>
      <dgm:spPr/>
      <dgm:t>
        <a:bodyPr/>
        <a:lstStyle/>
        <a:p>
          <a:r>
            <a:rPr lang="en-US"/>
            <a:t>All leave requests must be submitted through RMS only</a:t>
          </a:r>
        </a:p>
      </dgm:t>
    </dgm:pt>
    <dgm:pt modelId="{C0C254A2-0E86-42C0-95FF-2F06C15C5AB2}" type="parTrans" cxnId="{BB2E159D-49C9-45C7-A73C-ECA6E821F8A8}">
      <dgm:prSet/>
      <dgm:spPr/>
      <dgm:t>
        <a:bodyPr/>
        <a:lstStyle/>
        <a:p>
          <a:endParaRPr lang="en-US"/>
        </a:p>
      </dgm:t>
    </dgm:pt>
    <dgm:pt modelId="{CAC3F599-8335-4B70-8DF2-EB831CCAD2BA}" type="sibTrans" cxnId="{BB2E159D-49C9-45C7-A73C-ECA6E821F8A8}">
      <dgm:prSet/>
      <dgm:spPr/>
      <dgm:t>
        <a:bodyPr/>
        <a:lstStyle/>
        <a:p>
          <a:endParaRPr lang="en-US"/>
        </a:p>
      </dgm:t>
    </dgm:pt>
    <dgm:pt modelId="{6C4A5F46-15F1-4052-B868-B1B32D71BDA1}">
      <dgm:prSet/>
      <dgm:spPr/>
      <dgm:t>
        <a:bodyPr/>
        <a:lstStyle/>
        <a:p>
          <a:r>
            <a:rPr lang="en-US"/>
            <a:t>Advance leave planning is mandatory</a:t>
          </a:r>
        </a:p>
      </dgm:t>
    </dgm:pt>
    <dgm:pt modelId="{A434C32F-616B-45CC-B049-62C6B0516E0E}" type="parTrans" cxnId="{E3323D49-4D30-4987-95DB-284CDAFC9E0A}">
      <dgm:prSet/>
      <dgm:spPr/>
      <dgm:t>
        <a:bodyPr/>
        <a:lstStyle/>
        <a:p>
          <a:endParaRPr lang="en-US"/>
        </a:p>
      </dgm:t>
    </dgm:pt>
    <dgm:pt modelId="{63D791DF-163E-478A-A852-B6F0B0FAB1CD}" type="sibTrans" cxnId="{E3323D49-4D30-4987-95DB-284CDAFC9E0A}">
      <dgm:prSet/>
      <dgm:spPr/>
      <dgm:t>
        <a:bodyPr/>
        <a:lstStyle/>
        <a:p>
          <a:endParaRPr lang="en-US"/>
        </a:p>
      </dgm:t>
    </dgm:pt>
    <dgm:pt modelId="{C3810929-337D-450D-A91B-EFA0FE279DF0}">
      <dgm:prSet/>
      <dgm:spPr/>
      <dgm:t>
        <a:bodyPr/>
        <a:lstStyle/>
        <a:p>
          <a:r>
            <a:rPr lang="en-US"/>
            <a:t>Leave during assigned batch leads to nudge and HR action</a:t>
          </a:r>
        </a:p>
      </dgm:t>
    </dgm:pt>
    <dgm:pt modelId="{50015284-F319-4606-A45E-F43C591B124A}" type="parTrans" cxnId="{F4A7B176-BB43-4025-93CE-B5F7B4EF9638}">
      <dgm:prSet/>
      <dgm:spPr/>
      <dgm:t>
        <a:bodyPr/>
        <a:lstStyle/>
        <a:p>
          <a:endParaRPr lang="en-US"/>
        </a:p>
      </dgm:t>
    </dgm:pt>
    <dgm:pt modelId="{0C8E461B-62C2-46E5-B32E-BEEB0F5A9807}" type="sibTrans" cxnId="{F4A7B176-BB43-4025-93CE-B5F7B4EF9638}">
      <dgm:prSet/>
      <dgm:spPr/>
      <dgm:t>
        <a:bodyPr/>
        <a:lstStyle/>
        <a:p>
          <a:endParaRPr lang="en-US"/>
        </a:p>
      </dgm:t>
    </dgm:pt>
    <dgm:pt modelId="{4498937A-BEF4-4AA5-9208-DAD210BBA903}" type="pres">
      <dgm:prSet presAssocID="{4241A837-8AAD-46B0-9974-B3A19F03F5F5}" presName="Name0" presStyleCnt="0">
        <dgm:presLayoutVars>
          <dgm:dir/>
          <dgm:animLvl val="lvl"/>
          <dgm:resizeHandles val="exact"/>
        </dgm:presLayoutVars>
      </dgm:prSet>
      <dgm:spPr/>
    </dgm:pt>
    <dgm:pt modelId="{6DFEB8FA-2264-400B-97D3-8A563E298F9A}" type="pres">
      <dgm:prSet presAssocID="{32A01829-7B44-4F46-A309-47D5EC11BE8D}" presName="linNode" presStyleCnt="0"/>
      <dgm:spPr/>
    </dgm:pt>
    <dgm:pt modelId="{18421CF9-520D-48B2-8BDD-C7CAB1031D84}" type="pres">
      <dgm:prSet presAssocID="{32A01829-7B44-4F46-A309-47D5EC11BE8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0995E1A-F21F-4719-9D49-7DB2919A48BE}" type="pres">
      <dgm:prSet presAssocID="{CAC3F599-8335-4B70-8DF2-EB831CCAD2BA}" presName="sp" presStyleCnt="0"/>
      <dgm:spPr/>
    </dgm:pt>
    <dgm:pt modelId="{71B628E3-DFF3-4AE4-B459-E34D0D61B6C8}" type="pres">
      <dgm:prSet presAssocID="{6C4A5F46-15F1-4052-B868-B1B32D71BDA1}" presName="linNode" presStyleCnt="0"/>
      <dgm:spPr/>
    </dgm:pt>
    <dgm:pt modelId="{CB69FE54-9525-433B-92FF-5BBD52EC80C6}" type="pres">
      <dgm:prSet presAssocID="{6C4A5F46-15F1-4052-B868-B1B32D71BDA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4B00F3E-4ED9-47AA-8602-54C9A06416C6}" type="pres">
      <dgm:prSet presAssocID="{63D791DF-163E-478A-A852-B6F0B0FAB1CD}" presName="sp" presStyleCnt="0"/>
      <dgm:spPr/>
    </dgm:pt>
    <dgm:pt modelId="{BD8A1DEC-61FF-49EF-902C-969E18CF9AC8}" type="pres">
      <dgm:prSet presAssocID="{C3810929-337D-450D-A91B-EFA0FE279DF0}" presName="linNode" presStyleCnt="0"/>
      <dgm:spPr/>
    </dgm:pt>
    <dgm:pt modelId="{D8CFF44A-8DD4-4A00-AB8A-DB447C8B0303}" type="pres">
      <dgm:prSet presAssocID="{C3810929-337D-450D-A91B-EFA0FE279DF0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FB93B863-4B69-4748-B1FE-7A70D4650395}" type="presOf" srcId="{6C4A5F46-15F1-4052-B868-B1B32D71BDA1}" destId="{CB69FE54-9525-433B-92FF-5BBD52EC80C6}" srcOrd="0" destOrd="0" presId="urn:microsoft.com/office/officeart/2005/8/layout/vList5"/>
    <dgm:cxn modelId="{E6683749-D2DE-447E-A092-12C57FB18B57}" type="presOf" srcId="{32A01829-7B44-4F46-A309-47D5EC11BE8D}" destId="{18421CF9-520D-48B2-8BDD-C7CAB1031D84}" srcOrd="0" destOrd="0" presId="urn:microsoft.com/office/officeart/2005/8/layout/vList5"/>
    <dgm:cxn modelId="{E3323D49-4D30-4987-95DB-284CDAFC9E0A}" srcId="{4241A837-8AAD-46B0-9974-B3A19F03F5F5}" destId="{6C4A5F46-15F1-4052-B868-B1B32D71BDA1}" srcOrd="1" destOrd="0" parTransId="{A434C32F-616B-45CC-B049-62C6B0516E0E}" sibTransId="{63D791DF-163E-478A-A852-B6F0B0FAB1CD}"/>
    <dgm:cxn modelId="{15882255-0A47-4BAC-B760-A659FB45FEDD}" type="presOf" srcId="{C3810929-337D-450D-A91B-EFA0FE279DF0}" destId="{D8CFF44A-8DD4-4A00-AB8A-DB447C8B0303}" srcOrd="0" destOrd="0" presId="urn:microsoft.com/office/officeart/2005/8/layout/vList5"/>
    <dgm:cxn modelId="{F4A7B176-BB43-4025-93CE-B5F7B4EF9638}" srcId="{4241A837-8AAD-46B0-9974-B3A19F03F5F5}" destId="{C3810929-337D-450D-A91B-EFA0FE279DF0}" srcOrd="2" destOrd="0" parTransId="{50015284-F319-4606-A45E-F43C591B124A}" sibTransId="{0C8E461B-62C2-46E5-B32E-BEEB0F5A9807}"/>
    <dgm:cxn modelId="{BB2E159D-49C9-45C7-A73C-ECA6E821F8A8}" srcId="{4241A837-8AAD-46B0-9974-B3A19F03F5F5}" destId="{32A01829-7B44-4F46-A309-47D5EC11BE8D}" srcOrd="0" destOrd="0" parTransId="{C0C254A2-0E86-42C0-95FF-2F06C15C5AB2}" sibTransId="{CAC3F599-8335-4B70-8DF2-EB831CCAD2BA}"/>
    <dgm:cxn modelId="{ACEE6BB1-79D6-4D79-BC47-FBDE3C78EE73}" type="presOf" srcId="{4241A837-8AAD-46B0-9974-B3A19F03F5F5}" destId="{4498937A-BEF4-4AA5-9208-DAD210BBA903}" srcOrd="0" destOrd="0" presId="urn:microsoft.com/office/officeart/2005/8/layout/vList5"/>
    <dgm:cxn modelId="{15C40F5A-C4D1-4C41-A89C-879E299AFEC7}" type="presParOf" srcId="{4498937A-BEF4-4AA5-9208-DAD210BBA903}" destId="{6DFEB8FA-2264-400B-97D3-8A563E298F9A}" srcOrd="0" destOrd="0" presId="urn:microsoft.com/office/officeart/2005/8/layout/vList5"/>
    <dgm:cxn modelId="{846ED9AD-7762-4092-B38A-8C04B146199C}" type="presParOf" srcId="{6DFEB8FA-2264-400B-97D3-8A563E298F9A}" destId="{18421CF9-520D-48B2-8BDD-C7CAB1031D84}" srcOrd="0" destOrd="0" presId="urn:microsoft.com/office/officeart/2005/8/layout/vList5"/>
    <dgm:cxn modelId="{67648E67-DCAB-4E1C-9667-58697DACA242}" type="presParOf" srcId="{4498937A-BEF4-4AA5-9208-DAD210BBA903}" destId="{C0995E1A-F21F-4719-9D49-7DB2919A48BE}" srcOrd="1" destOrd="0" presId="urn:microsoft.com/office/officeart/2005/8/layout/vList5"/>
    <dgm:cxn modelId="{413759CF-09D3-4EEB-A27F-A5049A5C03D9}" type="presParOf" srcId="{4498937A-BEF4-4AA5-9208-DAD210BBA903}" destId="{71B628E3-DFF3-4AE4-B459-E34D0D61B6C8}" srcOrd="2" destOrd="0" presId="urn:microsoft.com/office/officeart/2005/8/layout/vList5"/>
    <dgm:cxn modelId="{E6F41E4F-D5AB-42A9-BA95-46C93AF8DE8B}" type="presParOf" srcId="{71B628E3-DFF3-4AE4-B459-E34D0D61B6C8}" destId="{CB69FE54-9525-433B-92FF-5BBD52EC80C6}" srcOrd="0" destOrd="0" presId="urn:microsoft.com/office/officeart/2005/8/layout/vList5"/>
    <dgm:cxn modelId="{81BB5E4B-C65B-481F-A8FB-98CEF23F9A21}" type="presParOf" srcId="{4498937A-BEF4-4AA5-9208-DAD210BBA903}" destId="{24B00F3E-4ED9-47AA-8602-54C9A06416C6}" srcOrd="3" destOrd="0" presId="urn:microsoft.com/office/officeart/2005/8/layout/vList5"/>
    <dgm:cxn modelId="{7C71EEFA-88E2-4320-9C61-A6EFBA983D53}" type="presParOf" srcId="{4498937A-BEF4-4AA5-9208-DAD210BBA903}" destId="{BD8A1DEC-61FF-49EF-902C-969E18CF9AC8}" srcOrd="4" destOrd="0" presId="urn:microsoft.com/office/officeart/2005/8/layout/vList5"/>
    <dgm:cxn modelId="{360180AB-A577-407F-8657-4FBB8EB4A1C0}" type="presParOf" srcId="{BD8A1DEC-61FF-49EF-902C-969E18CF9AC8}" destId="{D8CFF44A-8DD4-4A00-AB8A-DB447C8B030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DAC6E13-30B8-4673-90DC-8815B86C2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66A9D6D-F881-4C98-AFB7-7F4BE907019E}">
      <dgm:prSet/>
      <dgm:spPr/>
      <dgm:t>
        <a:bodyPr/>
        <a:lstStyle/>
        <a:p>
          <a:r>
            <a:rPr lang="en-US"/>
            <a:t>Keep Viber and email active during work hours</a:t>
          </a:r>
        </a:p>
      </dgm:t>
    </dgm:pt>
    <dgm:pt modelId="{CF687987-0501-405D-8384-30840B05EBBC}" type="parTrans" cxnId="{81F41186-FED6-48F0-A136-E16420DB2D58}">
      <dgm:prSet/>
      <dgm:spPr/>
      <dgm:t>
        <a:bodyPr/>
        <a:lstStyle/>
        <a:p>
          <a:endParaRPr lang="en-US"/>
        </a:p>
      </dgm:t>
    </dgm:pt>
    <dgm:pt modelId="{E33299ED-1E3C-4468-B30D-2BBFFBEB41AD}" type="sibTrans" cxnId="{81F41186-FED6-48F0-A136-E16420DB2D58}">
      <dgm:prSet/>
      <dgm:spPr/>
      <dgm:t>
        <a:bodyPr/>
        <a:lstStyle/>
        <a:p>
          <a:endParaRPr lang="en-US"/>
        </a:p>
      </dgm:t>
    </dgm:pt>
    <dgm:pt modelId="{9F8A4A81-43E2-4974-A878-D2482BA52040}">
      <dgm:prSet/>
      <dgm:spPr/>
      <dgm:t>
        <a:bodyPr/>
        <a:lstStyle/>
        <a:p>
          <a:r>
            <a:rPr lang="en-US"/>
            <a:t>Laptop and phone availability required</a:t>
          </a:r>
        </a:p>
      </dgm:t>
    </dgm:pt>
    <dgm:pt modelId="{4AB3F3F5-9A8D-4C8C-BD1C-76A6B40D60AA}" type="parTrans" cxnId="{BE296BC9-F52E-4CD2-BD59-3B142B8C55C0}">
      <dgm:prSet/>
      <dgm:spPr/>
      <dgm:t>
        <a:bodyPr/>
        <a:lstStyle/>
        <a:p>
          <a:endParaRPr lang="en-US"/>
        </a:p>
      </dgm:t>
    </dgm:pt>
    <dgm:pt modelId="{D499B42A-A2F9-4E67-9A3F-A76196672B8E}" type="sibTrans" cxnId="{BE296BC9-F52E-4CD2-BD59-3B142B8C55C0}">
      <dgm:prSet/>
      <dgm:spPr/>
      <dgm:t>
        <a:bodyPr/>
        <a:lstStyle/>
        <a:p>
          <a:endParaRPr lang="en-US"/>
        </a:p>
      </dgm:t>
    </dgm:pt>
    <dgm:pt modelId="{89EA1AED-C124-4E9E-A56B-B6714D79CC33}">
      <dgm:prSet/>
      <dgm:spPr/>
      <dgm:t>
        <a:bodyPr/>
        <a:lstStyle/>
        <a:p>
          <a:r>
            <a:rPr lang="en-US"/>
            <a:t>Responsiveness avoids delays and escalation</a:t>
          </a:r>
        </a:p>
      </dgm:t>
    </dgm:pt>
    <dgm:pt modelId="{014B965B-06E6-467F-8BAF-37C46D16FC78}" type="parTrans" cxnId="{8B3A4359-F93F-47A4-A1A0-F3F14E4285C9}">
      <dgm:prSet/>
      <dgm:spPr/>
      <dgm:t>
        <a:bodyPr/>
        <a:lstStyle/>
        <a:p>
          <a:endParaRPr lang="en-US"/>
        </a:p>
      </dgm:t>
    </dgm:pt>
    <dgm:pt modelId="{D2FB5802-0551-4E91-A5AF-54D9D526A0C2}" type="sibTrans" cxnId="{8B3A4359-F93F-47A4-A1A0-F3F14E4285C9}">
      <dgm:prSet/>
      <dgm:spPr/>
      <dgm:t>
        <a:bodyPr/>
        <a:lstStyle/>
        <a:p>
          <a:endParaRPr lang="en-US"/>
        </a:p>
      </dgm:t>
    </dgm:pt>
    <dgm:pt modelId="{93E4FEC9-41CE-4C5C-BBAD-4E378B69AF79}" type="pres">
      <dgm:prSet presAssocID="{9DAC6E13-30B8-4673-90DC-8815B86C28FA}" presName="root" presStyleCnt="0">
        <dgm:presLayoutVars>
          <dgm:dir/>
          <dgm:resizeHandles val="exact"/>
        </dgm:presLayoutVars>
      </dgm:prSet>
      <dgm:spPr/>
    </dgm:pt>
    <dgm:pt modelId="{65E1FAAF-72CA-4E98-85DB-34CA2B65227D}" type="pres">
      <dgm:prSet presAssocID="{F66A9D6D-F881-4C98-AFB7-7F4BE907019E}" presName="compNode" presStyleCnt="0"/>
      <dgm:spPr/>
    </dgm:pt>
    <dgm:pt modelId="{A914F625-6979-4A20-9528-E15F8D465617}" type="pres">
      <dgm:prSet presAssocID="{F66A9D6D-F881-4C98-AFB7-7F4BE907019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B019EC4D-1AB6-42F8-BEE6-34FB6BADBB69}" type="pres">
      <dgm:prSet presAssocID="{F66A9D6D-F881-4C98-AFB7-7F4BE907019E}" presName="spaceRect" presStyleCnt="0"/>
      <dgm:spPr/>
    </dgm:pt>
    <dgm:pt modelId="{6BD8E776-C3E8-428B-8FD1-F01469C11EFC}" type="pres">
      <dgm:prSet presAssocID="{F66A9D6D-F881-4C98-AFB7-7F4BE907019E}" presName="textRect" presStyleLbl="revTx" presStyleIdx="0" presStyleCnt="3">
        <dgm:presLayoutVars>
          <dgm:chMax val="1"/>
          <dgm:chPref val="1"/>
        </dgm:presLayoutVars>
      </dgm:prSet>
      <dgm:spPr/>
    </dgm:pt>
    <dgm:pt modelId="{F6222095-EE99-4097-AA91-6AB036573746}" type="pres">
      <dgm:prSet presAssocID="{E33299ED-1E3C-4468-B30D-2BBFFBEB41AD}" presName="sibTrans" presStyleCnt="0"/>
      <dgm:spPr/>
    </dgm:pt>
    <dgm:pt modelId="{E59B1086-6B3A-4582-819F-46D888B5AA5B}" type="pres">
      <dgm:prSet presAssocID="{9F8A4A81-43E2-4974-A878-D2482BA52040}" presName="compNode" presStyleCnt="0"/>
      <dgm:spPr/>
    </dgm:pt>
    <dgm:pt modelId="{C7F8A5A1-BE01-4A19-A889-E4B0D0D6D4F3}" type="pres">
      <dgm:prSet presAssocID="{9F8A4A81-43E2-4974-A878-D2482BA5204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FD81E393-A8C3-4D6A-BCF5-C74A09601C38}" type="pres">
      <dgm:prSet presAssocID="{9F8A4A81-43E2-4974-A878-D2482BA52040}" presName="spaceRect" presStyleCnt="0"/>
      <dgm:spPr/>
    </dgm:pt>
    <dgm:pt modelId="{F7E19236-644E-4333-9475-D6C981F4B210}" type="pres">
      <dgm:prSet presAssocID="{9F8A4A81-43E2-4974-A878-D2482BA52040}" presName="textRect" presStyleLbl="revTx" presStyleIdx="1" presStyleCnt="3">
        <dgm:presLayoutVars>
          <dgm:chMax val="1"/>
          <dgm:chPref val="1"/>
        </dgm:presLayoutVars>
      </dgm:prSet>
      <dgm:spPr/>
    </dgm:pt>
    <dgm:pt modelId="{0A7BB95C-CA0C-4241-AC45-065A009579F1}" type="pres">
      <dgm:prSet presAssocID="{D499B42A-A2F9-4E67-9A3F-A76196672B8E}" presName="sibTrans" presStyleCnt="0"/>
      <dgm:spPr/>
    </dgm:pt>
    <dgm:pt modelId="{3CE9E23F-A782-4866-A799-C921B1307DD8}" type="pres">
      <dgm:prSet presAssocID="{89EA1AED-C124-4E9E-A56B-B6714D79CC33}" presName="compNode" presStyleCnt="0"/>
      <dgm:spPr/>
    </dgm:pt>
    <dgm:pt modelId="{BCA56108-1C61-4B22-96E5-91F29BF6D26E}" type="pres">
      <dgm:prSet presAssocID="{89EA1AED-C124-4E9E-A56B-B6714D79CC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94FBF45-BD3F-4E17-A1D7-3B6318D60BC4}" type="pres">
      <dgm:prSet presAssocID="{89EA1AED-C124-4E9E-A56B-B6714D79CC33}" presName="spaceRect" presStyleCnt="0"/>
      <dgm:spPr/>
    </dgm:pt>
    <dgm:pt modelId="{1E056BD2-FD41-4E1E-90B9-3EFA04B8B5F7}" type="pres">
      <dgm:prSet presAssocID="{89EA1AED-C124-4E9E-A56B-B6714D79CC3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6A3B003-1343-4959-8257-8C57482FFE53}" type="presOf" srcId="{F66A9D6D-F881-4C98-AFB7-7F4BE907019E}" destId="{6BD8E776-C3E8-428B-8FD1-F01469C11EFC}" srcOrd="0" destOrd="0" presId="urn:microsoft.com/office/officeart/2018/2/layout/IconLabelList"/>
    <dgm:cxn modelId="{5354F061-5D7C-4BFE-9DDB-0707F50625AE}" type="presOf" srcId="{89EA1AED-C124-4E9E-A56B-B6714D79CC33}" destId="{1E056BD2-FD41-4E1E-90B9-3EFA04B8B5F7}" srcOrd="0" destOrd="0" presId="urn:microsoft.com/office/officeart/2018/2/layout/IconLabelList"/>
    <dgm:cxn modelId="{8B3A4359-F93F-47A4-A1A0-F3F14E4285C9}" srcId="{9DAC6E13-30B8-4673-90DC-8815B86C28FA}" destId="{89EA1AED-C124-4E9E-A56B-B6714D79CC33}" srcOrd="2" destOrd="0" parTransId="{014B965B-06E6-467F-8BAF-37C46D16FC78}" sibTransId="{D2FB5802-0551-4E91-A5AF-54D9D526A0C2}"/>
    <dgm:cxn modelId="{6D36EA7E-A928-4CA1-A64E-B0BAD6683F15}" type="presOf" srcId="{9DAC6E13-30B8-4673-90DC-8815B86C28FA}" destId="{93E4FEC9-41CE-4C5C-BBAD-4E378B69AF79}" srcOrd="0" destOrd="0" presId="urn:microsoft.com/office/officeart/2018/2/layout/IconLabelList"/>
    <dgm:cxn modelId="{81F41186-FED6-48F0-A136-E16420DB2D58}" srcId="{9DAC6E13-30B8-4673-90DC-8815B86C28FA}" destId="{F66A9D6D-F881-4C98-AFB7-7F4BE907019E}" srcOrd="0" destOrd="0" parTransId="{CF687987-0501-405D-8384-30840B05EBBC}" sibTransId="{E33299ED-1E3C-4468-B30D-2BBFFBEB41AD}"/>
    <dgm:cxn modelId="{915DCAA0-4F18-40EE-BA42-21EDF94BEEED}" type="presOf" srcId="{9F8A4A81-43E2-4974-A878-D2482BA52040}" destId="{F7E19236-644E-4333-9475-D6C981F4B210}" srcOrd="0" destOrd="0" presId="urn:microsoft.com/office/officeart/2018/2/layout/IconLabelList"/>
    <dgm:cxn modelId="{BE296BC9-F52E-4CD2-BD59-3B142B8C55C0}" srcId="{9DAC6E13-30B8-4673-90DC-8815B86C28FA}" destId="{9F8A4A81-43E2-4974-A878-D2482BA52040}" srcOrd="1" destOrd="0" parTransId="{4AB3F3F5-9A8D-4C8C-BD1C-76A6B40D60AA}" sibTransId="{D499B42A-A2F9-4E67-9A3F-A76196672B8E}"/>
    <dgm:cxn modelId="{834321DF-4677-47CB-86C7-9A7EEACE113A}" type="presParOf" srcId="{93E4FEC9-41CE-4C5C-BBAD-4E378B69AF79}" destId="{65E1FAAF-72CA-4E98-85DB-34CA2B65227D}" srcOrd="0" destOrd="0" presId="urn:microsoft.com/office/officeart/2018/2/layout/IconLabelList"/>
    <dgm:cxn modelId="{022EB3ED-0ABC-4976-A150-66D57B9BF5CD}" type="presParOf" srcId="{65E1FAAF-72CA-4E98-85DB-34CA2B65227D}" destId="{A914F625-6979-4A20-9528-E15F8D465617}" srcOrd="0" destOrd="0" presId="urn:microsoft.com/office/officeart/2018/2/layout/IconLabelList"/>
    <dgm:cxn modelId="{F213AAA9-B3CB-444E-908C-A968C2BDC351}" type="presParOf" srcId="{65E1FAAF-72CA-4E98-85DB-34CA2B65227D}" destId="{B019EC4D-1AB6-42F8-BEE6-34FB6BADBB69}" srcOrd="1" destOrd="0" presId="urn:microsoft.com/office/officeart/2018/2/layout/IconLabelList"/>
    <dgm:cxn modelId="{713C27F3-A13E-4C39-AC5B-A4DE839D8AE6}" type="presParOf" srcId="{65E1FAAF-72CA-4E98-85DB-34CA2B65227D}" destId="{6BD8E776-C3E8-428B-8FD1-F01469C11EFC}" srcOrd="2" destOrd="0" presId="urn:microsoft.com/office/officeart/2018/2/layout/IconLabelList"/>
    <dgm:cxn modelId="{0CA7BD92-7A5F-49C9-9DB2-57074F8992EC}" type="presParOf" srcId="{93E4FEC9-41CE-4C5C-BBAD-4E378B69AF79}" destId="{F6222095-EE99-4097-AA91-6AB036573746}" srcOrd="1" destOrd="0" presId="urn:microsoft.com/office/officeart/2018/2/layout/IconLabelList"/>
    <dgm:cxn modelId="{B5CF4848-1FAB-4648-9C01-F2890E3A06D7}" type="presParOf" srcId="{93E4FEC9-41CE-4C5C-BBAD-4E378B69AF79}" destId="{E59B1086-6B3A-4582-819F-46D888B5AA5B}" srcOrd="2" destOrd="0" presId="urn:microsoft.com/office/officeart/2018/2/layout/IconLabelList"/>
    <dgm:cxn modelId="{3B75944B-3684-486E-B099-2DD76B3EA724}" type="presParOf" srcId="{E59B1086-6B3A-4582-819F-46D888B5AA5B}" destId="{C7F8A5A1-BE01-4A19-A889-E4B0D0D6D4F3}" srcOrd="0" destOrd="0" presId="urn:microsoft.com/office/officeart/2018/2/layout/IconLabelList"/>
    <dgm:cxn modelId="{7896E498-5158-4EE3-AB53-8C3422C00927}" type="presParOf" srcId="{E59B1086-6B3A-4582-819F-46D888B5AA5B}" destId="{FD81E393-A8C3-4D6A-BCF5-C74A09601C38}" srcOrd="1" destOrd="0" presId="urn:microsoft.com/office/officeart/2018/2/layout/IconLabelList"/>
    <dgm:cxn modelId="{23B9458F-63D2-478B-9FCB-9D7C0BAEFBE4}" type="presParOf" srcId="{E59B1086-6B3A-4582-819F-46D888B5AA5B}" destId="{F7E19236-644E-4333-9475-D6C981F4B210}" srcOrd="2" destOrd="0" presId="urn:microsoft.com/office/officeart/2018/2/layout/IconLabelList"/>
    <dgm:cxn modelId="{D03F4F00-002C-4CEE-84AA-0E1EFA9F452D}" type="presParOf" srcId="{93E4FEC9-41CE-4C5C-BBAD-4E378B69AF79}" destId="{0A7BB95C-CA0C-4241-AC45-065A009579F1}" srcOrd="3" destOrd="0" presId="urn:microsoft.com/office/officeart/2018/2/layout/IconLabelList"/>
    <dgm:cxn modelId="{691228C1-4FB3-4ECE-BC54-DA0D6A35BACC}" type="presParOf" srcId="{93E4FEC9-41CE-4C5C-BBAD-4E378B69AF79}" destId="{3CE9E23F-A782-4866-A799-C921B1307DD8}" srcOrd="4" destOrd="0" presId="urn:microsoft.com/office/officeart/2018/2/layout/IconLabelList"/>
    <dgm:cxn modelId="{A34D3FF1-5FD2-4E0D-86A0-5576F82847F5}" type="presParOf" srcId="{3CE9E23F-A782-4866-A799-C921B1307DD8}" destId="{BCA56108-1C61-4B22-96E5-91F29BF6D26E}" srcOrd="0" destOrd="0" presId="urn:microsoft.com/office/officeart/2018/2/layout/IconLabelList"/>
    <dgm:cxn modelId="{26A9FC84-A24D-4F64-BC50-099BB1113C7E}" type="presParOf" srcId="{3CE9E23F-A782-4866-A799-C921B1307DD8}" destId="{F94FBF45-BD3F-4E17-A1D7-3B6318D60BC4}" srcOrd="1" destOrd="0" presId="urn:microsoft.com/office/officeart/2018/2/layout/IconLabelList"/>
    <dgm:cxn modelId="{2ABE5CF4-A1BE-4CE0-BD56-249F4CDA1351}" type="presParOf" srcId="{3CE9E23F-A782-4866-A799-C921B1307DD8}" destId="{1E056BD2-FD41-4E1E-90B9-3EFA04B8B5F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C7FC2DE-498F-4ADE-85EA-238CCDD77D2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4C11544C-A482-4913-9BAD-87A628523D88}">
      <dgm:prSet/>
      <dgm:spPr/>
      <dgm:t>
        <a:bodyPr/>
        <a:lstStyle/>
        <a:p>
          <a:r>
            <a:rPr lang="en-US"/>
            <a:t>Base expectation remains 8 hours of work</a:t>
          </a:r>
        </a:p>
      </dgm:t>
    </dgm:pt>
    <dgm:pt modelId="{701480F3-8042-4B7F-81AC-574A3FDB3F97}" type="parTrans" cxnId="{2DB2B11B-6B48-4A7E-BFB7-07DF146C9C2A}">
      <dgm:prSet/>
      <dgm:spPr/>
      <dgm:t>
        <a:bodyPr/>
        <a:lstStyle/>
        <a:p>
          <a:endParaRPr lang="en-US"/>
        </a:p>
      </dgm:t>
    </dgm:pt>
    <dgm:pt modelId="{6FB4EEEB-C770-4053-95E3-DFA677BB9497}" type="sibTrans" cxnId="{2DB2B11B-6B48-4A7E-BFB7-07DF146C9C2A}">
      <dgm:prSet/>
      <dgm:spPr/>
      <dgm:t>
        <a:bodyPr/>
        <a:lstStyle/>
        <a:p>
          <a:endParaRPr lang="en-US"/>
        </a:p>
      </dgm:t>
    </dgm:pt>
    <dgm:pt modelId="{23BC5E61-28F0-4783-BA0B-8BF72B5BE103}">
      <dgm:prSet/>
      <dgm:spPr/>
      <dgm:t>
        <a:bodyPr/>
        <a:lstStyle/>
        <a:p>
          <a:r>
            <a:rPr lang="en-US"/>
            <a:t>60% utilization responsibility applies to all</a:t>
          </a:r>
        </a:p>
      </dgm:t>
    </dgm:pt>
    <dgm:pt modelId="{ABBCA3D2-AD26-4B31-9730-EC5393BC9C1F}" type="parTrans" cxnId="{B9E0C257-4B8D-46B4-A872-5E850BEDDCF0}">
      <dgm:prSet/>
      <dgm:spPr/>
      <dgm:t>
        <a:bodyPr/>
        <a:lstStyle/>
        <a:p>
          <a:endParaRPr lang="en-US"/>
        </a:p>
      </dgm:t>
    </dgm:pt>
    <dgm:pt modelId="{E3BD4AA9-F693-43C4-A761-2ED3F09076F2}" type="sibTrans" cxnId="{B9E0C257-4B8D-46B4-A872-5E850BEDDCF0}">
      <dgm:prSet/>
      <dgm:spPr/>
      <dgm:t>
        <a:bodyPr/>
        <a:lstStyle/>
        <a:p>
          <a:endParaRPr lang="en-US"/>
        </a:p>
      </dgm:t>
    </dgm:pt>
    <dgm:pt modelId="{5A70E8B3-E226-4AEB-9D13-770C5576546C}">
      <dgm:prSet/>
      <dgm:spPr/>
      <dgm:t>
        <a:bodyPr/>
        <a:lstStyle/>
        <a:p>
          <a:r>
            <a:rPr lang="en-US"/>
            <a:t>Trainer Utilization Policy must be reviewed</a:t>
          </a:r>
        </a:p>
      </dgm:t>
    </dgm:pt>
    <dgm:pt modelId="{FD8A600A-E304-460A-B64C-5873A0B775F4}" type="parTrans" cxnId="{797A92E3-131E-4002-B31D-FDD46819E201}">
      <dgm:prSet/>
      <dgm:spPr/>
      <dgm:t>
        <a:bodyPr/>
        <a:lstStyle/>
        <a:p>
          <a:endParaRPr lang="en-US"/>
        </a:p>
      </dgm:t>
    </dgm:pt>
    <dgm:pt modelId="{DF9A7EF6-29A8-43F5-9EC8-67A877EFAFDD}" type="sibTrans" cxnId="{797A92E3-131E-4002-B31D-FDD46819E201}">
      <dgm:prSet/>
      <dgm:spPr/>
      <dgm:t>
        <a:bodyPr/>
        <a:lstStyle/>
        <a:p>
          <a:endParaRPr lang="en-US"/>
        </a:p>
      </dgm:t>
    </dgm:pt>
    <dgm:pt modelId="{2AE06776-E9C7-46FD-893E-57DB181534C9}">
      <dgm:prSet/>
      <dgm:spPr/>
      <dgm:t>
        <a:bodyPr/>
        <a:lstStyle/>
        <a:p>
          <a:r>
            <a:rPr lang="en-US"/>
            <a:t>Extended hours may be requested temporarily</a:t>
          </a:r>
        </a:p>
      </dgm:t>
    </dgm:pt>
    <dgm:pt modelId="{97FB6030-6631-4B39-9575-2195D33C1408}" type="parTrans" cxnId="{8709710B-8CD3-4D57-B92A-65062F6987F7}">
      <dgm:prSet/>
      <dgm:spPr/>
      <dgm:t>
        <a:bodyPr/>
        <a:lstStyle/>
        <a:p>
          <a:endParaRPr lang="en-US"/>
        </a:p>
      </dgm:t>
    </dgm:pt>
    <dgm:pt modelId="{944E771D-2DCE-40D8-9519-25ED0A791391}" type="sibTrans" cxnId="{8709710B-8CD3-4D57-B92A-65062F6987F7}">
      <dgm:prSet/>
      <dgm:spPr/>
      <dgm:t>
        <a:bodyPr/>
        <a:lstStyle/>
        <a:p>
          <a:endParaRPr lang="en-US"/>
        </a:p>
      </dgm:t>
    </dgm:pt>
    <dgm:pt modelId="{D0FF0E39-391C-40DC-8F7C-A632C0B51675}">
      <dgm:prSet/>
      <dgm:spPr/>
      <dgm:t>
        <a:bodyPr/>
        <a:lstStyle/>
        <a:p>
          <a:r>
            <a:rPr lang="en-US"/>
            <a:t>Extension is never mandatory; opt-out is respected</a:t>
          </a:r>
        </a:p>
      </dgm:t>
    </dgm:pt>
    <dgm:pt modelId="{C2B58DF7-FA51-4C43-96F7-044EE29C55F4}" type="parTrans" cxnId="{9002FED7-7751-4402-AC59-51CA049AA9CF}">
      <dgm:prSet/>
      <dgm:spPr/>
      <dgm:t>
        <a:bodyPr/>
        <a:lstStyle/>
        <a:p>
          <a:endParaRPr lang="en-US"/>
        </a:p>
      </dgm:t>
    </dgm:pt>
    <dgm:pt modelId="{B60970B7-7595-447B-AD78-6EB4A32E3225}" type="sibTrans" cxnId="{9002FED7-7751-4402-AC59-51CA049AA9CF}">
      <dgm:prSet/>
      <dgm:spPr/>
      <dgm:t>
        <a:bodyPr/>
        <a:lstStyle/>
        <a:p>
          <a:endParaRPr lang="en-US"/>
        </a:p>
      </dgm:t>
    </dgm:pt>
    <dgm:pt modelId="{8AE799BC-CE8C-4860-88C8-48293B33EB2D}" type="pres">
      <dgm:prSet presAssocID="{4C7FC2DE-498F-4ADE-85EA-238CCDD77D2B}" presName="root" presStyleCnt="0">
        <dgm:presLayoutVars>
          <dgm:dir/>
          <dgm:resizeHandles val="exact"/>
        </dgm:presLayoutVars>
      </dgm:prSet>
      <dgm:spPr/>
    </dgm:pt>
    <dgm:pt modelId="{57A9E709-8572-45FC-BB76-3F8DBDDAF142}" type="pres">
      <dgm:prSet presAssocID="{4C11544C-A482-4913-9BAD-87A628523D88}" presName="compNode" presStyleCnt="0"/>
      <dgm:spPr/>
    </dgm:pt>
    <dgm:pt modelId="{7A919E10-D039-4B61-BC1F-4C48D3419CB8}" type="pres">
      <dgm:prSet presAssocID="{4C11544C-A482-4913-9BAD-87A628523D8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97A292B-AEFD-4F12-ADCA-85EE0BFE313E}" type="pres">
      <dgm:prSet presAssocID="{4C11544C-A482-4913-9BAD-87A628523D88}" presName="spaceRect" presStyleCnt="0"/>
      <dgm:spPr/>
    </dgm:pt>
    <dgm:pt modelId="{227588D0-CE65-4A83-A0F6-CC72A0293E4B}" type="pres">
      <dgm:prSet presAssocID="{4C11544C-A482-4913-9BAD-87A628523D88}" presName="textRect" presStyleLbl="revTx" presStyleIdx="0" presStyleCnt="5">
        <dgm:presLayoutVars>
          <dgm:chMax val="1"/>
          <dgm:chPref val="1"/>
        </dgm:presLayoutVars>
      </dgm:prSet>
      <dgm:spPr/>
    </dgm:pt>
    <dgm:pt modelId="{6C92F901-656A-4BA8-A638-E7C8D9DCB3C1}" type="pres">
      <dgm:prSet presAssocID="{6FB4EEEB-C770-4053-95E3-DFA677BB9497}" presName="sibTrans" presStyleCnt="0"/>
      <dgm:spPr/>
    </dgm:pt>
    <dgm:pt modelId="{6FA3340A-DEFD-427B-921B-02351E65A401}" type="pres">
      <dgm:prSet presAssocID="{23BC5E61-28F0-4783-BA0B-8BF72B5BE103}" presName="compNode" presStyleCnt="0"/>
      <dgm:spPr/>
    </dgm:pt>
    <dgm:pt modelId="{0855793A-60E0-4B9B-B8A5-6862D17B6B5B}" type="pres">
      <dgm:prSet presAssocID="{23BC5E61-28F0-4783-BA0B-8BF72B5BE10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E7CE0A4-8A0B-430F-99F2-2877C9936410}" type="pres">
      <dgm:prSet presAssocID="{23BC5E61-28F0-4783-BA0B-8BF72B5BE103}" presName="spaceRect" presStyleCnt="0"/>
      <dgm:spPr/>
    </dgm:pt>
    <dgm:pt modelId="{9E33BDE3-6616-42BC-AC6B-6C4FC6AA0A6E}" type="pres">
      <dgm:prSet presAssocID="{23BC5E61-28F0-4783-BA0B-8BF72B5BE103}" presName="textRect" presStyleLbl="revTx" presStyleIdx="1" presStyleCnt="5">
        <dgm:presLayoutVars>
          <dgm:chMax val="1"/>
          <dgm:chPref val="1"/>
        </dgm:presLayoutVars>
      </dgm:prSet>
      <dgm:spPr/>
    </dgm:pt>
    <dgm:pt modelId="{A6611072-387C-45D0-9279-272C622D524C}" type="pres">
      <dgm:prSet presAssocID="{E3BD4AA9-F693-43C4-A761-2ED3F09076F2}" presName="sibTrans" presStyleCnt="0"/>
      <dgm:spPr/>
    </dgm:pt>
    <dgm:pt modelId="{13501037-82F9-4561-AFBE-62228CF3F1C4}" type="pres">
      <dgm:prSet presAssocID="{5A70E8B3-E226-4AEB-9D13-770C5576546C}" presName="compNode" presStyleCnt="0"/>
      <dgm:spPr/>
    </dgm:pt>
    <dgm:pt modelId="{6D4292D0-0864-4CFC-9665-9D71804FBEF2}" type="pres">
      <dgm:prSet presAssocID="{5A70E8B3-E226-4AEB-9D13-770C5576546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7BAA2A01-61F9-4274-A75D-6B18F42F9EB4}" type="pres">
      <dgm:prSet presAssocID="{5A70E8B3-E226-4AEB-9D13-770C5576546C}" presName="spaceRect" presStyleCnt="0"/>
      <dgm:spPr/>
    </dgm:pt>
    <dgm:pt modelId="{F8E15E04-14A0-464F-ADCC-4591B12FCA3C}" type="pres">
      <dgm:prSet presAssocID="{5A70E8B3-E226-4AEB-9D13-770C5576546C}" presName="textRect" presStyleLbl="revTx" presStyleIdx="2" presStyleCnt="5">
        <dgm:presLayoutVars>
          <dgm:chMax val="1"/>
          <dgm:chPref val="1"/>
        </dgm:presLayoutVars>
      </dgm:prSet>
      <dgm:spPr/>
    </dgm:pt>
    <dgm:pt modelId="{00F3C0DE-3B3D-4EA4-95A7-D7D716D65EE6}" type="pres">
      <dgm:prSet presAssocID="{DF9A7EF6-29A8-43F5-9EC8-67A877EFAFDD}" presName="sibTrans" presStyleCnt="0"/>
      <dgm:spPr/>
    </dgm:pt>
    <dgm:pt modelId="{8FB5B901-8580-42A7-ACD5-6B35450AF610}" type="pres">
      <dgm:prSet presAssocID="{2AE06776-E9C7-46FD-893E-57DB181534C9}" presName="compNode" presStyleCnt="0"/>
      <dgm:spPr/>
    </dgm:pt>
    <dgm:pt modelId="{E53D7C22-A3DB-491F-B634-E2EF29C349B3}" type="pres">
      <dgm:prSet presAssocID="{2AE06776-E9C7-46FD-893E-57DB181534C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ED9B327D-9067-40E0-AA6E-0A4801D6B567}" type="pres">
      <dgm:prSet presAssocID="{2AE06776-E9C7-46FD-893E-57DB181534C9}" presName="spaceRect" presStyleCnt="0"/>
      <dgm:spPr/>
    </dgm:pt>
    <dgm:pt modelId="{8C700A1F-7E35-488D-AD6E-657006A7A33C}" type="pres">
      <dgm:prSet presAssocID="{2AE06776-E9C7-46FD-893E-57DB181534C9}" presName="textRect" presStyleLbl="revTx" presStyleIdx="3" presStyleCnt="5">
        <dgm:presLayoutVars>
          <dgm:chMax val="1"/>
          <dgm:chPref val="1"/>
        </dgm:presLayoutVars>
      </dgm:prSet>
      <dgm:spPr/>
    </dgm:pt>
    <dgm:pt modelId="{1A7FFEB0-057C-409B-BF1E-C2F4B138BCD4}" type="pres">
      <dgm:prSet presAssocID="{944E771D-2DCE-40D8-9519-25ED0A791391}" presName="sibTrans" presStyleCnt="0"/>
      <dgm:spPr/>
    </dgm:pt>
    <dgm:pt modelId="{3D13A004-D35B-4442-96C1-84F75B4B91DB}" type="pres">
      <dgm:prSet presAssocID="{D0FF0E39-391C-40DC-8F7C-A632C0B51675}" presName="compNode" presStyleCnt="0"/>
      <dgm:spPr/>
    </dgm:pt>
    <dgm:pt modelId="{258876C3-A4CE-4CD0-A99F-37F8A144DFCE}" type="pres">
      <dgm:prSet presAssocID="{D0FF0E39-391C-40DC-8F7C-A632C0B5167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8728492A-75D4-465B-BB91-FC7FA2E50D96}" type="pres">
      <dgm:prSet presAssocID="{D0FF0E39-391C-40DC-8F7C-A632C0B51675}" presName="spaceRect" presStyleCnt="0"/>
      <dgm:spPr/>
    </dgm:pt>
    <dgm:pt modelId="{6D0620D3-F656-435C-9BEA-AC95B99F01B0}" type="pres">
      <dgm:prSet presAssocID="{D0FF0E39-391C-40DC-8F7C-A632C0B5167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709710B-8CD3-4D57-B92A-65062F6987F7}" srcId="{4C7FC2DE-498F-4ADE-85EA-238CCDD77D2B}" destId="{2AE06776-E9C7-46FD-893E-57DB181534C9}" srcOrd="3" destOrd="0" parTransId="{97FB6030-6631-4B39-9575-2195D33C1408}" sibTransId="{944E771D-2DCE-40D8-9519-25ED0A791391}"/>
    <dgm:cxn modelId="{2DB2B11B-6B48-4A7E-BFB7-07DF146C9C2A}" srcId="{4C7FC2DE-498F-4ADE-85EA-238CCDD77D2B}" destId="{4C11544C-A482-4913-9BAD-87A628523D88}" srcOrd="0" destOrd="0" parTransId="{701480F3-8042-4B7F-81AC-574A3FDB3F97}" sibTransId="{6FB4EEEB-C770-4053-95E3-DFA677BB9497}"/>
    <dgm:cxn modelId="{B9D4D249-5BE3-4918-98DF-08DC28E79529}" type="presOf" srcId="{23BC5E61-28F0-4783-BA0B-8BF72B5BE103}" destId="{9E33BDE3-6616-42BC-AC6B-6C4FC6AA0A6E}" srcOrd="0" destOrd="0" presId="urn:microsoft.com/office/officeart/2018/2/layout/IconLabelList"/>
    <dgm:cxn modelId="{9D233C74-363D-4580-A4ED-3C61D4EB975D}" type="presOf" srcId="{D0FF0E39-391C-40DC-8F7C-A632C0B51675}" destId="{6D0620D3-F656-435C-9BEA-AC95B99F01B0}" srcOrd="0" destOrd="0" presId="urn:microsoft.com/office/officeart/2018/2/layout/IconLabelList"/>
    <dgm:cxn modelId="{B9E0C257-4B8D-46B4-A872-5E850BEDDCF0}" srcId="{4C7FC2DE-498F-4ADE-85EA-238CCDD77D2B}" destId="{23BC5E61-28F0-4783-BA0B-8BF72B5BE103}" srcOrd="1" destOrd="0" parTransId="{ABBCA3D2-AD26-4B31-9730-EC5393BC9C1F}" sibTransId="{E3BD4AA9-F693-43C4-A761-2ED3F09076F2}"/>
    <dgm:cxn modelId="{2745F7C7-1514-4CF7-8B36-9450D07092A8}" type="presOf" srcId="{4C11544C-A482-4913-9BAD-87A628523D88}" destId="{227588D0-CE65-4A83-A0F6-CC72A0293E4B}" srcOrd="0" destOrd="0" presId="urn:microsoft.com/office/officeart/2018/2/layout/IconLabelList"/>
    <dgm:cxn modelId="{9002FED7-7751-4402-AC59-51CA049AA9CF}" srcId="{4C7FC2DE-498F-4ADE-85EA-238CCDD77D2B}" destId="{D0FF0E39-391C-40DC-8F7C-A632C0B51675}" srcOrd="4" destOrd="0" parTransId="{C2B58DF7-FA51-4C43-96F7-044EE29C55F4}" sibTransId="{B60970B7-7595-447B-AD78-6EB4A32E3225}"/>
    <dgm:cxn modelId="{797A92E3-131E-4002-B31D-FDD46819E201}" srcId="{4C7FC2DE-498F-4ADE-85EA-238CCDD77D2B}" destId="{5A70E8B3-E226-4AEB-9D13-770C5576546C}" srcOrd="2" destOrd="0" parTransId="{FD8A600A-E304-460A-B64C-5873A0B775F4}" sibTransId="{DF9A7EF6-29A8-43F5-9EC8-67A877EFAFDD}"/>
    <dgm:cxn modelId="{29DD94E3-5F54-43A4-84C6-D1439AB004FB}" type="presOf" srcId="{5A70E8B3-E226-4AEB-9D13-770C5576546C}" destId="{F8E15E04-14A0-464F-ADCC-4591B12FCA3C}" srcOrd="0" destOrd="0" presId="urn:microsoft.com/office/officeart/2018/2/layout/IconLabelList"/>
    <dgm:cxn modelId="{D2914FF4-E6CB-4D5D-8E80-17509DD011B6}" type="presOf" srcId="{2AE06776-E9C7-46FD-893E-57DB181534C9}" destId="{8C700A1F-7E35-488D-AD6E-657006A7A33C}" srcOrd="0" destOrd="0" presId="urn:microsoft.com/office/officeart/2018/2/layout/IconLabelList"/>
    <dgm:cxn modelId="{167DBDF7-0145-4DB0-91F3-10C8360F5856}" type="presOf" srcId="{4C7FC2DE-498F-4ADE-85EA-238CCDD77D2B}" destId="{8AE799BC-CE8C-4860-88C8-48293B33EB2D}" srcOrd="0" destOrd="0" presId="urn:microsoft.com/office/officeart/2018/2/layout/IconLabelList"/>
    <dgm:cxn modelId="{27833444-56DE-4F34-AF10-CF3B592027E0}" type="presParOf" srcId="{8AE799BC-CE8C-4860-88C8-48293B33EB2D}" destId="{57A9E709-8572-45FC-BB76-3F8DBDDAF142}" srcOrd="0" destOrd="0" presId="urn:microsoft.com/office/officeart/2018/2/layout/IconLabelList"/>
    <dgm:cxn modelId="{8E68C37C-B9A7-4BD7-98D2-FD94EF612AAB}" type="presParOf" srcId="{57A9E709-8572-45FC-BB76-3F8DBDDAF142}" destId="{7A919E10-D039-4B61-BC1F-4C48D3419CB8}" srcOrd="0" destOrd="0" presId="urn:microsoft.com/office/officeart/2018/2/layout/IconLabelList"/>
    <dgm:cxn modelId="{3DB94810-017C-4C29-A956-B305A4B61DBD}" type="presParOf" srcId="{57A9E709-8572-45FC-BB76-3F8DBDDAF142}" destId="{697A292B-AEFD-4F12-ADCA-85EE0BFE313E}" srcOrd="1" destOrd="0" presId="urn:microsoft.com/office/officeart/2018/2/layout/IconLabelList"/>
    <dgm:cxn modelId="{3B0EC18A-8CB9-41B0-9232-2849027A7055}" type="presParOf" srcId="{57A9E709-8572-45FC-BB76-3F8DBDDAF142}" destId="{227588D0-CE65-4A83-A0F6-CC72A0293E4B}" srcOrd="2" destOrd="0" presId="urn:microsoft.com/office/officeart/2018/2/layout/IconLabelList"/>
    <dgm:cxn modelId="{1BBAAD86-BA90-406D-AED9-7A927D39D01D}" type="presParOf" srcId="{8AE799BC-CE8C-4860-88C8-48293B33EB2D}" destId="{6C92F901-656A-4BA8-A638-E7C8D9DCB3C1}" srcOrd="1" destOrd="0" presId="urn:microsoft.com/office/officeart/2018/2/layout/IconLabelList"/>
    <dgm:cxn modelId="{BEE24D2C-EB2F-4A6F-AC00-79D48CFBDC09}" type="presParOf" srcId="{8AE799BC-CE8C-4860-88C8-48293B33EB2D}" destId="{6FA3340A-DEFD-427B-921B-02351E65A401}" srcOrd="2" destOrd="0" presId="urn:microsoft.com/office/officeart/2018/2/layout/IconLabelList"/>
    <dgm:cxn modelId="{648BE7A4-54CE-4FA8-AD26-1CECD6EA6ADF}" type="presParOf" srcId="{6FA3340A-DEFD-427B-921B-02351E65A401}" destId="{0855793A-60E0-4B9B-B8A5-6862D17B6B5B}" srcOrd="0" destOrd="0" presId="urn:microsoft.com/office/officeart/2018/2/layout/IconLabelList"/>
    <dgm:cxn modelId="{AE466C70-486B-4814-AE2A-79C98E3C0BF8}" type="presParOf" srcId="{6FA3340A-DEFD-427B-921B-02351E65A401}" destId="{4E7CE0A4-8A0B-430F-99F2-2877C9936410}" srcOrd="1" destOrd="0" presId="urn:microsoft.com/office/officeart/2018/2/layout/IconLabelList"/>
    <dgm:cxn modelId="{41E9233D-5172-4255-85E8-582CC4C9BAD4}" type="presParOf" srcId="{6FA3340A-DEFD-427B-921B-02351E65A401}" destId="{9E33BDE3-6616-42BC-AC6B-6C4FC6AA0A6E}" srcOrd="2" destOrd="0" presId="urn:microsoft.com/office/officeart/2018/2/layout/IconLabelList"/>
    <dgm:cxn modelId="{09EB29E4-0BEA-4A80-AE03-759002B8861C}" type="presParOf" srcId="{8AE799BC-CE8C-4860-88C8-48293B33EB2D}" destId="{A6611072-387C-45D0-9279-272C622D524C}" srcOrd="3" destOrd="0" presId="urn:microsoft.com/office/officeart/2018/2/layout/IconLabelList"/>
    <dgm:cxn modelId="{B9F23FB6-6648-469E-A5B9-632B90B57298}" type="presParOf" srcId="{8AE799BC-CE8C-4860-88C8-48293B33EB2D}" destId="{13501037-82F9-4561-AFBE-62228CF3F1C4}" srcOrd="4" destOrd="0" presId="urn:microsoft.com/office/officeart/2018/2/layout/IconLabelList"/>
    <dgm:cxn modelId="{B40C1733-7A66-4E0F-AAF3-5C0F3E5C3FD0}" type="presParOf" srcId="{13501037-82F9-4561-AFBE-62228CF3F1C4}" destId="{6D4292D0-0864-4CFC-9665-9D71804FBEF2}" srcOrd="0" destOrd="0" presId="urn:microsoft.com/office/officeart/2018/2/layout/IconLabelList"/>
    <dgm:cxn modelId="{79EB06A4-9461-4775-8C86-45A195DCC95D}" type="presParOf" srcId="{13501037-82F9-4561-AFBE-62228CF3F1C4}" destId="{7BAA2A01-61F9-4274-A75D-6B18F42F9EB4}" srcOrd="1" destOrd="0" presId="urn:microsoft.com/office/officeart/2018/2/layout/IconLabelList"/>
    <dgm:cxn modelId="{319B023C-7A42-4621-9E9F-798E9AA361E1}" type="presParOf" srcId="{13501037-82F9-4561-AFBE-62228CF3F1C4}" destId="{F8E15E04-14A0-464F-ADCC-4591B12FCA3C}" srcOrd="2" destOrd="0" presId="urn:microsoft.com/office/officeart/2018/2/layout/IconLabelList"/>
    <dgm:cxn modelId="{B276A5FA-189C-4465-92E2-7EAA77569FAB}" type="presParOf" srcId="{8AE799BC-CE8C-4860-88C8-48293B33EB2D}" destId="{00F3C0DE-3B3D-4EA4-95A7-D7D716D65EE6}" srcOrd="5" destOrd="0" presId="urn:microsoft.com/office/officeart/2018/2/layout/IconLabelList"/>
    <dgm:cxn modelId="{140B9FB8-2F78-4D47-8B12-514C4AEA0250}" type="presParOf" srcId="{8AE799BC-CE8C-4860-88C8-48293B33EB2D}" destId="{8FB5B901-8580-42A7-ACD5-6B35450AF610}" srcOrd="6" destOrd="0" presId="urn:microsoft.com/office/officeart/2018/2/layout/IconLabelList"/>
    <dgm:cxn modelId="{FB7016BD-7F67-4A8D-8EA2-2072D15E27F0}" type="presParOf" srcId="{8FB5B901-8580-42A7-ACD5-6B35450AF610}" destId="{E53D7C22-A3DB-491F-B634-E2EF29C349B3}" srcOrd="0" destOrd="0" presId="urn:microsoft.com/office/officeart/2018/2/layout/IconLabelList"/>
    <dgm:cxn modelId="{C2A85EE1-1012-4CA5-A75F-30912625CE33}" type="presParOf" srcId="{8FB5B901-8580-42A7-ACD5-6B35450AF610}" destId="{ED9B327D-9067-40E0-AA6E-0A4801D6B567}" srcOrd="1" destOrd="0" presId="urn:microsoft.com/office/officeart/2018/2/layout/IconLabelList"/>
    <dgm:cxn modelId="{A07A0B03-C896-4608-8BEA-40BC32E32E1C}" type="presParOf" srcId="{8FB5B901-8580-42A7-ACD5-6B35450AF610}" destId="{8C700A1F-7E35-488D-AD6E-657006A7A33C}" srcOrd="2" destOrd="0" presId="urn:microsoft.com/office/officeart/2018/2/layout/IconLabelList"/>
    <dgm:cxn modelId="{F0D8AF11-0673-43F3-A2DD-AAF630F511D5}" type="presParOf" srcId="{8AE799BC-CE8C-4860-88C8-48293B33EB2D}" destId="{1A7FFEB0-057C-409B-BF1E-C2F4B138BCD4}" srcOrd="7" destOrd="0" presId="urn:microsoft.com/office/officeart/2018/2/layout/IconLabelList"/>
    <dgm:cxn modelId="{150DE1D7-E51B-40A7-85A1-829333916B03}" type="presParOf" srcId="{8AE799BC-CE8C-4860-88C8-48293B33EB2D}" destId="{3D13A004-D35B-4442-96C1-84F75B4B91DB}" srcOrd="8" destOrd="0" presId="urn:microsoft.com/office/officeart/2018/2/layout/IconLabelList"/>
    <dgm:cxn modelId="{E9B72F8D-FF84-4CC6-8FE2-23C8AF23641D}" type="presParOf" srcId="{3D13A004-D35B-4442-96C1-84F75B4B91DB}" destId="{258876C3-A4CE-4CD0-A99F-37F8A144DFCE}" srcOrd="0" destOrd="0" presId="urn:microsoft.com/office/officeart/2018/2/layout/IconLabelList"/>
    <dgm:cxn modelId="{FBAB141C-0371-4FAB-A4BB-D11AE742D6CF}" type="presParOf" srcId="{3D13A004-D35B-4442-96C1-84F75B4B91DB}" destId="{8728492A-75D4-465B-BB91-FC7FA2E50D96}" srcOrd="1" destOrd="0" presId="urn:microsoft.com/office/officeart/2018/2/layout/IconLabelList"/>
    <dgm:cxn modelId="{4F6B122B-86A4-41E7-A4E2-98C4F4AF589F}" type="presParOf" srcId="{3D13A004-D35B-4442-96C1-84F75B4B91DB}" destId="{6D0620D3-F656-435C-9BEA-AC95B99F01B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71CBBF6-6B7B-467B-9721-7B482947C97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882333-3265-4F0E-A005-3C30DF48454C}">
      <dgm:prSet/>
      <dgm:spPr/>
      <dgm:t>
        <a:bodyPr/>
        <a:lstStyle/>
        <a:p>
          <a:r>
            <a:rPr lang="en-US"/>
            <a:t>Timely response to official emails</a:t>
          </a:r>
        </a:p>
      </dgm:t>
    </dgm:pt>
    <dgm:pt modelId="{718A2A1A-4E13-4C95-AE55-7098265B0628}" type="parTrans" cxnId="{DE10AC25-671C-41B1-835F-704A4E6D40DE}">
      <dgm:prSet/>
      <dgm:spPr/>
      <dgm:t>
        <a:bodyPr/>
        <a:lstStyle/>
        <a:p>
          <a:endParaRPr lang="en-US"/>
        </a:p>
      </dgm:t>
    </dgm:pt>
    <dgm:pt modelId="{49A1313B-6DCB-4911-B021-DCD7DC102766}" type="sibTrans" cxnId="{DE10AC25-671C-41B1-835F-704A4E6D40DE}">
      <dgm:prSet/>
      <dgm:spPr/>
      <dgm:t>
        <a:bodyPr/>
        <a:lstStyle/>
        <a:p>
          <a:endParaRPr lang="en-US"/>
        </a:p>
      </dgm:t>
    </dgm:pt>
    <dgm:pt modelId="{E7B7F08D-8A78-4C71-BFA2-4E26BF12212F}">
      <dgm:prSet/>
      <dgm:spPr/>
      <dgm:t>
        <a:bodyPr/>
        <a:lstStyle/>
        <a:p>
          <a:r>
            <a:rPr lang="en-US"/>
            <a:t>DSR submission mandatory (non-batch days)</a:t>
          </a:r>
        </a:p>
      </dgm:t>
    </dgm:pt>
    <dgm:pt modelId="{C7A9F82F-66D3-4216-9E43-833CF56AC047}" type="parTrans" cxnId="{9ED7EC54-23F0-4A2A-924D-6412B00BAD67}">
      <dgm:prSet/>
      <dgm:spPr/>
      <dgm:t>
        <a:bodyPr/>
        <a:lstStyle/>
        <a:p>
          <a:endParaRPr lang="en-US"/>
        </a:p>
      </dgm:t>
    </dgm:pt>
    <dgm:pt modelId="{A64188C8-E086-40A3-A9C7-574AAFE113CA}" type="sibTrans" cxnId="{9ED7EC54-23F0-4A2A-924D-6412B00BAD67}">
      <dgm:prSet/>
      <dgm:spPr/>
      <dgm:t>
        <a:bodyPr/>
        <a:lstStyle/>
        <a:p>
          <a:endParaRPr lang="en-US"/>
        </a:p>
      </dgm:t>
    </dgm:pt>
    <dgm:pt modelId="{27942C8C-990A-4BD5-974F-34A4EBF9FAF0}">
      <dgm:prSet/>
      <dgm:spPr/>
      <dgm:t>
        <a:bodyPr/>
        <a:lstStyle/>
        <a:p>
          <a:r>
            <a:rPr lang="en-US"/>
            <a:t>BRR submission mandatory before scheduled batches</a:t>
          </a:r>
        </a:p>
      </dgm:t>
    </dgm:pt>
    <dgm:pt modelId="{3BC37FE3-55F1-43ED-84B4-92266E786242}" type="parTrans" cxnId="{41791AB8-DE6C-4C84-A3FF-05B60C4B07E2}">
      <dgm:prSet/>
      <dgm:spPr/>
      <dgm:t>
        <a:bodyPr/>
        <a:lstStyle/>
        <a:p>
          <a:endParaRPr lang="en-US"/>
        </a:p>
      </dgm:t>
    </dgm:pt>
    <dgm:pt modelId="{F84FA637-FD2B-4572-A4F2-393FB18B569B}" type="sibTrans" cxnId="{41791AB8-DE6C-4C84-A3FF-05B60C4B07E2}">
      <dgm:prSet/>
      <dgm:spPr/>
      <dgm:t>
        <a:bodyPr/>
        <a:lstStyle/>
        <a:p>
          <a:endParaRPr lang="en-US"/>
        </a:p>
      </dgm:t>
    </dgm:pt>
    <dgm:pt modelId="{2546088D-D56B-4A89-9E4F-60A06762014A}">
      <dgm:prSet/>
      <dgm:spPr/>
      <dgm:t>
        <a:bodyPr/>
        <a:lstStyle/>
        <a:p>
          <a:r>
            <a:rPr lang="en-US"/>
            <a:t>Delays will result in a nudge</a:t>
          </a:r>
        </a:p>
      </dgm:t>
    </dgm:pt>
    <dgm:pt modelId="{8C2E07CC-9031-42E0-B045-517FBBB2558A}" type="parTrans" cxnId="{0EEC9C20-FD86-42C6-BDFF-D317A3AB13EB}">
      <dgm:prSet/>
      <dgm:spPr/>
      <dgm:t>
        <a:bodyPr/>
        <a:lstStyle/>
        <a:p>
          <a:endParaRPr lang="en-US"/>
        </a:p>
      </dgm:t>
    </dgm:pt>
    <dgm:pt modelId="{551AF854-44BE-4767-89D4-FE4B37498852}" type="sibTrans" cxnId="{0EEC9C20-FD86-42C6-BDFF-D317A3AB13EB}">
      <dgm:prSet/>
      <dgm:spPr/>
      <dgm:t>
        <a:bodyPr/>
        <a:lstStyle/>
        <a:p>
          <a:endParaRPr lang="en-US"/>
        </a:p>
      </dgm:t>
    </dgm:pt>
    <dgm:pt modelId="{A620979A-3C1E-4BBA-880E-0F62D9CAC1C8}" type="pres">
      <dgm:prSet presAssocID="{271CBBF6-6B7B-467B-9721-7B482947C97F}" presName="linear" presStyleCnt="0">
        <dgm:presLayoutVars>
          <dgm:animLvl val="lvl"/>
          <dgm:resizeHandles val="exact"/>
        </dgm:presLayoutVars>
      </dgm:prSet>
      <dgm:spPr/>
    </dgm:pt>
    <dgm:pt modelId="{B95359C4-2201-41E3-88AB-53BA9A555E61}" type="pres">
      <dgm:prSet presAssocID="{F4882333-3265-4F0E-A005-3C30DF4845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AE2D86-3BD4-4269-ACBF-127AA1D83F3A}" type="pres">
      <dgm:prSet presAssocID="{49A1313B-6DCB-4911-B021-DCD7DC102766}" presName="spacer" presStyleCnt="0"/>
      <dgm:spPr/>
    </dgm:pt>
    <dgm:pt modelId="{AE8A48D9-B31F-47F8-872D-74DAE39EA2EA}" type="pres">
      <dgm:prSet presAssocID="{E7B7F08D-8A78-4C71-BFA2-4E26BF1221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9A8D64-E84A-4082-A6BE-04435CF5E440}" type="pres">
      <dgm:prSet presAssocID="{A64188C8-E086-40A3-A9C7-574AAFE113CA}" presName="spacer" presStyleCnt="0"/>
      <dgm:spPr/>
    </dgm:pt>
    <dgm:pt modelId="{A3277D4E-E46E-46E4-99A1-8219264B13AC}" type="pres">
      <dgm:prSet presAssocID="{27942C8C-990A-4BD5-974F-34A4EBF9FAF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60D9399-732F-475E-8BC0-7D53BFB3F254}" type="pres">
      <dgm:prSet presAssocID="{F84FA637-FD2B-4572-A4F2-393FB18B569B}" presName="spacer" presStyleCnt="0"/>
      <dgm:spPr/>
    </dgm:pt>
    <dgm:pt modelId="{2083126E-CE6E-4A91-B61D-2A49EC52AC13}" type="pres">
      <dgm:prSet presAssocID="{2546088D-D56B-4A89-9E4F-60A06762014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EEC9C20-FD86-42C6-BDFF-D317A3AB13EB}" srcId="{271CBBF6-6B7B-467B-9721-7B482947C97F}" destId="{2546088D-D56B-4A89-9E4F-60A06762014A}" srcOrd="3" destOrd="0" parTransId="{8C2E07CC-9031-42E0-B045-517FBBB2558A}" sibTransId="{551AF854-44BE-4767-89D4-FE4B37498852}"/>
    <dgm:cxn modelId="{DE10AC25-671C-41B1-835F-704A4E6D40DE}" srcId="{271CBBF6-6B7B-467B-9721-7B482947C97F}" destId="{F4882333-3265-4F0E-A005-3C30DF48454C}" srcOrd="0" destOrd="0" parTransId="{718A2A1A-4E13-4C95-AE55-7098265B0628}" sibTransId="{49A1313B-6DCB-4911-B021-DCD7DC102766}"/>
    <dgm:cxn modelId="{2176063C-DE04-4659-9442-5A6825B8C1E7}" type="presOf" srcId="{2546088D-D56B-4A89-9E4F-60A06762014A}" destId="{2083126E-CE6E-4A91-B61D-2A49EC52AC13}" srcOrd="0" destOrd="0" presId="urn:microsoft.com/office/officeart/2005/8/layout/vList2"/>
    <dgm:cxn modelId="{9ED7EC54-23F0-4A2A-924D-6412B00BAD67}" srcId="{271CBBF6-6B7B-467B-9721-7B482947C97F}" destId="{E7B7F08D-8A78-4C71-BFA2-4E26BF12212F}" srcOrd="1" destOrd="0" parTransId="{C7A9F82F-66D3-4216-9E43-833CF56AC047}" sibTransId="{A64188C8-E086-40A3-A9C7-574AAFE113CA}"/>
    <dgm:cxn modelId="{12C0C5A0-6EB7-4577-871C-79CCAF4608B7}" type="presOf" srcId="{F4882333-3265-4F0E-A005-3C30DF48454C}" destId="{B95359C4-2201-41E3-88AB-53BA9A555E61}" srcOrd="0" destOrd="0" presId="urn:microsoft.com/office/officeart/2005/8/layout/vList2"/>
    <dgm:cxn modelId="{AF9A48AF-8517-4955-9CAC-95CB009D0B72}" type="presOf" srcId="{27942C8C-990A-4BD5-974F-34A4EBF9FAF0}" destId="{A3277D4E-E46E-46E4-99A1-8219264B13AC}" srcOrd="0" destOrd="0" presId="urn:microsoft.com/office/officeart/2005/8/layout/vList2"/>
    <dgm:cxn modelId="{1A4A2FB6-5E20-4C07-A37B-9438B504E912}" type="presOf" srcId="{271CBBF6-6B7B-467B-9721-7B482947C97F}" destId="{A620979A-3C1E-4BBA-880E-0F62D9CAC1C8}" srcOrd="0" destOrd="0" presId="urn:microsoft.com/office/officeart/2005/8/layout/vList2"/>
    <dgm:cxn modelId="{41791AB8-DE6C-4C84-A3FF-05B60C4B07E2}" srcId="{271CBBF6-6B7B-467B-9721-7B482947C97F}" destId="{27942C8C-990A-4BD5-974F-34A4EBF9FAF0}" srcOrd="2" destOrd="0" parTransId="{3BC37FE3-55F1-43ED-84B4-92266E786242}" sibTransId="{F84FA637-FD2B-4572-A4F2-393FB18B569B}"/>
    <dgm:cxn modelId="{606117DA-F0F8-42A2-A361-04AF42E550D1}" type="presOf" srcId="{E7B7F08D-8A78-4C71-BFA2-4E26BF12212F}" destId="{AE8A48D9-B31F-47F8-872D-74DAE39EA2EA}" srcOrd="0" destOrd="0" presId="urn:microsoft.com/office/officeart/2005/8/layout/vList2"/>
    <dgm:cxn modelId="{1E9A6BE1-BB5C-43B0-AE72-AF4E6BA6C6B0}" type="presParOf" srcId="{A620979A-3C1E-4BBA-880E-0F62D9CAC1C8}" destId="{B95359C4-2201-41E3-88AB-53BA9A555E61}" srcOrd="0" destOrd="0" presId="urn:microsoft.com/office/officeart/2005/8/layout/vList2"/>
    <dgm:cxn modelId="{2423B012-71E6-4468-A8CB-2F1B523F09ED}" type="presParOf" srcId="{A620979A-3C1E-4BBA-880E-0F62D9CAC1C8}" destId="{FCAE2D86-3BD4-4269-ACBF-127AA1D83F3A}" srcOrd="1" destOrd="0" presId="urn:microsoft.com/office/officeart/2005/8/layout/vList2"/>
    <dgm:cxn modelId="{4F8C4D5A-9583-4826-9DBB-45D643D4788A}" type="presParOf" srcId="{A620979A-3C1E-4BBA-880E-0F62D9CAC1C8}" destId="{AE8A48D9-B31F-47F8-872D-74DAE39EA2EA}" srcOrd="2" destOrd="0" presId="urn:microsoft.com/office/officeart/2005/8/layout/vList2"/>
    <dgm:cxn modelId="{99369EFC-E303-4C72-963C-359991B56D47}" type="presParOf" srcId="{A620979A-3C1E-4BBA-880E-0F62D9CAC1C8}" destId="{A49A8D64-E84A-4082-A6BE-04435CF5E440}" srcOrd="3" destOrd="0" presId="urn:microsoft.com/office/officeart/2005/8/layout/vList2"/>
    <dgm:cxn modelId="{A6DA0D8E-9A6D-4D5B-980E-36BFF8A352B5}" type="presParOf" srcId="{A620979A-3C1E-4BBA-880E-0F62D9CAC1C8}" destId="{A3277D4E-E46E-46E4-99A1-8219264B13AC}" srcOrd="4" destOrd="0" presId="urn:microsoft.com/office/officeart/2005/8/layout/vList2"/>
    <dgm:cxn modelId="{97D25578-8722-4928-A087-87468B86DAA7}" type="presParOf" srcId="{A620979A-3C1E-4BBA-880E-0F62D9CAC1C8}" destId="{C60D9399-732F-475E-8BC0-7D53BFB3F254}" srcOrd="5" destOrd="0" presId="urn:microsoft.com/office/officeart/2005/8/layout/vList2"/>
    <dgm:cxn modelId="{B009B829-51D3-4E2F-984C-93CFE8F7F058}" type="presParOf" srcId="{A620979A-3C1E-4BBA-880E-0F62D9CAC1C8}" destId="{2083126E-CE6E-4A91-B61D-2A49EC52AC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C7904DF-77EC-4306-A8E1-3EFD334D092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82F0A83-985A-4B91-A44E-B126F2EF9D4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Manager not always available due to time difference</a:t>
          </a:r>
        </a:p>
      </dgm:t>
    </dgm:pt>
    <dgm:pt modelId="{63295E1F-4525-4062-A74E-C3CEDC4E25BF}" type="parTrans" cxnId="{44ADDE1C-B1A7-41D6-8F34-997B9BB7A18F}">
      <dgm:prSet/>
      <dgm:spPr/>
      <dgm:t>
        <a:bodyPr/>
        <a:lstStyle/>
        <a:p>
          <a:endParaRPr lang="en-US"/>
        </a:p>
      </dgm:t>
    </dgm:pt>
    <dgm:pt modelId="{8A19E0F4-CCEB-46E0-8552-E633D71A73C3}" type="sibTrans" cxnId="{44ADDE1C-B1A7-41D6-8F34-997B9BB7A18F}">
      <dgm:prSet/>
      <dgm:spPr/>
      <dgm:t>
        <a:bodyPr/>
        <a:lstStyle/>
        <a:p>
          <a:endParaRPr lang="en-US"/>
        </a:p>
      </dgm:t>
    </dgm:pt>
    <dgm:pt modelId="{C31911F7-DC77-41E9-9CD8-CECEA14E56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Doubts must be noted and scheduled</a:t>
          </a:r>
        </a:p>
      </dgm:t>
    </dgm:pt>
    <dgm:pt modelId="{CF480EAD-2FA4-43C0-8361-D3320BDA0379}" type="parTrans" cxnId="{9A3DFDEF-D64A-40D3-9C26-D6BE270581C7}">
      <dgm:prSet/>
      <dgm:spPr/>
      <dgm:t>
        <a:bodyPr/>
        <a:lstStyle/>
        <a:p>
          <a:endParaRPr lang="en-US"/>
        </a:p>
      </dgm:t>
    </dgm:pt>
    <dgm:pt modelId="{B206DE41-DA73-4CD3-A856-C451D4D500E9}" type="sibTrans" cxnId="{9A3DFDEF-D64A-40D3-9C26-D6BE270581C7}">
      <dgm:prSet/>
      <dgm:spPr/>
      <dgm:t>
        <a:bodyPr/>
        <a:lstStyle/>
        <a:p>
          <a:endParaRPr lang="en-US"/>
        </a:p>
      </dgm:t>
    </dgm:pt>
    <dgm:pt modelId="{9C731D5F-C97B-463B-B713-7471FA2F79E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Ping only if mission-critical</a:t>
          </a:r>
        </a:p>
      </dgm:t>
    </dgm:pt>
    <dgm:pt modelId="{8586B3AC-94FD-4271-B41E-9573094CF568}" type="parTrans" cxnId="{8F36F4F0-72AE-44D2-AB68-C6FE6D90C7BC}">
      <dgm:prSet/>
      <dgm:spPr/>
      <dgm:t>
        <a:bodyPr/>
        <a:lstStyle/>
        <a:p>
          <a:endParaRPr lang="en-US"/>
        </a:p>
      </dgm:t>
    </dgm:pt>
    <dgm:pt modelId="{AFA736D5-B97C-4962-9940-C14EE8499852}" type="sibTrans" cxnId="{8F36F4F0-72AE-44D2-AB68-C6FE6D90C7BC}">
      <dgm:prSet/>
      <dgm:spPr/>
      <dgm:t>
        <a:bodyPr/>
        <a:lstStyle/>
        <a:p>
          <a:endParaRPr lang="en-US"/>
        </a:p>
      </dgm:t>
    </dgm:pt>
    <dgm:pt modelId="{8BEF3BBC-9B81-4A71-A50A-9818167FE9C8}" type="pres">
      <dgm:prSet presAssocID="{AC7904DF-77EC-4306-A8E1-3EFD334D0924}" presName="root" presStyleCnt="0">
        <dgm:presLayoutVars>
          <dgm:dir/>
          <dgm:resizeHandles val="exact"/>
        </dgm:presLayoutVars>
      </dgm:prSet>
      <dgm:spPr/>
    </dgm:pt>
    <dgm:pt modelId="{FEFC6E64-2365-4EAF-B4DC-5B83D2B3547B}" type="pres">
      <dgm:prSet presAssocID="{982F0A83-985A-4B91-A44E-B126F2EF9D41}" presName="compNode" presStyleCnt="0"/>
      <dgm:spPr/>
    </dgm:pt>
    <dgm:pt modelId="{ADF45841-C50F-4266-A4C9-F5074F848340}" type="pres">
      <dgm:prSet presAssocID="{982F0A83-985A-4B91-A44E-B126F2EF9D41}" presName="iconBgRect" presStyleLbl="bgShp" presStyleIdx="0" presStyleCnt="3"/>
      <dgm:spPr/>
    </dgm:pt>
    <dgm:pt modelId="{E1C52AF7-EA34-4D90-8522-63856959B4F6}" type="pres">
      <dgm:prSet presAssocID="{982F0A83-985A-4B91-A44E-B126F2EF9D4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245DBB78-F965-436B-96F1-9E295327D89F}" type="pres">
      <dgm:prSet presAssocID="{982F0A83-985A-4B91-A44E-B126F2EF9D41}" presName="spaceRect" presStyleCnt="0"/>
      <dgm:spPr/>
    </dgm:pt>
    <dgm:pt modelId="{3EF516C1-E614-4AAC-B7D5-D4BCB3968EBC}" type="pres">
      <dgm:prSet presAssocID="{982F0A83-985A-4B91-A44E-B126F2EF9D41}" presName="textRect" presStyleLbl="revTx" presStyleIdx="0" presStyleCnt="3">
        <dgm:presLayoutVars>
          <dgm:chMax val="1"/>
          <dgm:chPref val="1"/>
        </dgm:presLayoutVars>
      </dgm:prSet>
      <dgm:spPr/>
    </dgm:pt>
    <dgm:pt modelId="{F2F97793-98B5-47A0-B3CB-6E11D0044FC6}" type="pres">
      <dgm:prSet presAssocID="{8A19E0F4-CCEB-46E0-8552-E633D71A73C3}" presName="sibTrans" presStyleCnt="0"/>
      <dgm:spPr/>
    </dgm:pt>
    <dgm:pt modelId="{764601D0-A501-4F6E-B550-088AD523D86D}" type="pres">
      <dgm:prSet presAssocID="{C31911F7-DC77-41E9-9CD8-CECEA14E56FC}" presName="compNode" presStyleCnt="0"/>
      <dgm:spPr/>
    </dgm:pt>
    <dgm:pt modelId="{4D0E310B-3C36-4603-8F74-028DC218F570}" type="pres">
      <dgm:prSet presAssocID="{C31911F7-DC77-41E9-9CD8-CECEA14E56FC}" presName="iconBgRect" presStyleLbl="bgShp" presStyleIdx="1" presStyleCnt="3"/>
      <dgm:spPr/>
    </dgm:pt>
    <dgm:pt modelId="{840907AD-9CFE-4065-A273-F220C7C321A9}" type="pres">
      <dgm:prSet presAssocID="{C31911F7-DC77-41E9-9CD8-CECEA14E56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0F92EFB-CF64-42AC-8289-C0ADC2CF096D}" type="pres">
      <dgm:prSet presAssocID="{C31911F7-DC77-41E9-9CD8-CECEA14E56FC}" presName="spaceRect" presStyleCnt="0"/>
      <dgm:spPr/>
    </dgm:pt>
    <dgm:pt modelId="{50DBE55A-05AB-4D6F-BA1C-C05AE4FE196F}" type="pres">
      <dgm:prSet presAssocID="{C31911F7-DC77-41E9-9CD8-CECEA14E56FC}" presName="textRect" presStyleLbl="revTx" presStyleIdx="1" presStyleCnt="3">
        <dgm:presLayoutVars>
          <dgm:chMax val="1"/>
          <dgm:chPref val="1"/>
        </dgm:presLayoutVars>
      </dgm:prSet>
      <dgm:spPr/>
    </dgm:pt>
    <dgm:pt modelId="{2A66089C-8B22-485B-8D47-703588D583A8}" type="pres">
      <dgm:prSet presAssocID="{B206DE41-DA73-4CD3-A856-C451D4D500E9}" presName="sibTrans" presStyleCnt="0"/>
      <dgm:spPr/>
    </dgm:pt>
    <dgm:pt modelId="{AE3E12E8-B058-45A7-AC49-D694EEB63812}" type="pres">
      <dgm:prSet presAssocID="{9C731D5F-C97B-463B-B713-7471FA2F79E7}" presName="compNode" presStyleCnt="0"/>
      <dgm:spPr/>
    </dgm:pt>
    <dgm:pt modelId="{4E2BA5F4-B668-4FE8-8F62-B8438E554FAB}" type="pres">
      <dgm:prSet presAssocID="{9C731D5F-C97B-463B-B713-7471FA2F79E7}" presName="iconBgRect" presStyleLbl="bgShp" presStyleIdx="2" presStyleCnt="3"/>
      <dgm:spPr/>
    </dgm:pt>
    <dgm:pt modelId="{70C52031-5F7C-4896-AD3A-23D9CBB771B2}" type="pres">
      <dgm:prSet presAssocID="{9C731D5F-C97B-463B-B713-7471FA2F79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600D7AB6-CB2C-43DB-88D2-D5CFE4B8ACFF}" type="pres">
      <dgm:prSet presAssocID="{9C731D5F-C97B-463B-B713-7471FA2F79E7}" presName="spaceRect" presStyleCnt="0"/>
      <dgm:spPr/>
    </dgm:pt>
    <dgm:pt modelId="{61E05B1B-1A3F-4F10-95F6-9CF8892E3C23}" type="pres">
      <dgm:prSet presAssocID="{9C731D5F-C97B-463B-B713-7471FA2F79E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A260902-D80F-465C-929A-BA856105C791}" type="presOf" srcId="{AC7904DF-77EC-4306-A8E1-3EFD334D0924}" destId="{8BEF3BBC-9B81-4A71-A50A-9818167FE9C8}" srcOrd="0" destOrd="0" presId="urn:microsoft.com/office/officeart/2018/5/layout/IconCircleLabelList"/>
    <dgm:cxn modelId="{44ADDE1C-B1A7-41D6-8F34-997B9BB7A18F}" srcId="{AC7904DF-77EC-4306-A8E1-3EFD334D0924}" destId="{982F0A83-985A-4B91-A44E-B126F2EF9D41}" srcOrd="0" destOrd="0" parTransId="{63295E1F-4525-4062-A74E-C3CEDC4E25BF}" sibTransId="{8A19E0F4-CCEB-46E0-8552-E633D71A73C3}"/>
    <dgm:cxn modelId="{8D43A360-050F-484F-AB6E-C8EFCCCF4364}" type="presOf" srcId="{982F0A83-985A-4B91-A44E-B126F2EF9D41}" destId="{3EF516C1-E614-4AAC-B7D5-D4BCB3968EBC}" srcOrd="0" destOrd="0" presId="urn:microsoft.com/office/officeart/2018/5/layout/IconCircleLabelList"/>
    <dgm:cxn modelId="{F03D0E47-3A95-4330-8683-8AF86F2C8C00}" type="presOf" srcId="{9C731D5F-C97B-463B-B713-7471FA2F79E7}" destId="{61E05B1B-1A3F-4F10-95F6-9CF8892E3C23}" srcOrd="0" destOrd="0" presId="urn:microsoft.com/office/officeart/2018/5/layout/IconCircleLabelList"/>
    <dgm:cxn modelId="{80B075BC-3E5C-4C54-B098-47D50578B259}" type="presOf" srcId="{C31911F7-DC77-41E9-9CD8-CECEA14E56FC}" destId="{50DBE55A-05AB-4D6F-BA1C-C05AE4FE196F}" srcOrd="0" destOrd="0" presId="urn:microsoft.com/office/officeart/2018/5/layout/IconCircleLabelList"/>
    <dgm:cxn modelId="{9A3DFDEF-D64A-40D3-9C26-D6BE270581C7}" srcId="{AC7904DF-77EC-4306-A8E1-3EFD334D0924}" destId="{C31911F7-DC77-41E9-9CD8-CECEA14E56FC}" srcOrd="1" destOrd="0" parTransId="{CF480EAD-2FA4-43C0-8361-D3320BDA0379}" sibTransId="{B206DE41-DA73-4CD3-A856-C451D4D500E9}"/>
    <dgm:cxn modelId="{8F36F4F0-72AE-44D2-AB68-C6FE6D90C7BC}" srcId="{AC7904DF-77EC-4306-A8E1-3EFD334D0924}" destId="{9C731D5F-C97B-463B-B713-7471FA2F79E7}" srcOrd="2" destOrd="0" parTransId="{8586B3AC-94FD-4271-B41E-9573094CF568}" sibTransId="{AFA736D5-B97C-4962-9940-C14EE8499852}"/>
    <dgm:cxn modelId="{4F771311-0CB3-489B-B9C2-2F23BEDD3855}" type="presParOf" srcId="{8BEF3BBC-9B81-4A71-A50A-9818167FE9C8}" destId="{FEFC6E64-2365-4EAF-B4DC-5B83D2B3547B}" srcOrd="0" destOrd="0" presId="urn:microsoft.com/office/officeart/2018/5/layout/IconCircleLabelList"/>
    <dgm:cxn modelId="{778C1F4F-1767-412C-B026-0063CFCD47C6}" type="presParOf" srcId="{FEFC6E64-2365-4EAF-B4DC-5B83D2B3547B}" destId="{ADF45841-C50F-4266-A4C9-F5074F848340}" srcOrd="0" destOrd="0" presId="urn:microsoft.com/office/officeart/2018/5/layout/IconCircleLabelList"/>
    <dgm:cxn modelId="{3CFD9FE4-6F7F-4E4B-9022-45596F485B20}" type="presParOf" srcId="{FEFC6E64-2365-4EAF-B4DC-5B83D2B3547B}" destId="{E1C52AF7-EA34-4D90-8522-63856959B4F6}" srcOrd="1" destOrd="0" presId="urn:microsoft.com/office/officeart/2018/5/layout/IconCircleLabelList"/>
    <dgm:cxn modelId="{CEB64824-76A1-45B0-AD99-4952E678C0F7}" type="presParOf" srcId="{FEFC6E64-2365-4EAF-B4DC-5B83D2B3547B}" destId="{245DBB78-F965-436B-96F1-9E295327D89F}" srcOrd="2" destOrd="0" presId="urn:microsoft.com/office/officeart/2018/5/layout/IconCircleLabelList"/>
    <dgm:cxn modelId="{C3A2158B-4416-4B90-8F72-1E3C9028DC9B}" type="presParOf" srcId="{FEFC6E64-2365-4EAF-B4DC-5B83D2B3547B}" destId="{3EF516C1-E614-4AAC-B7D5-D4BCB3968EBC}" srcOrd="3" destOrd="0" presId="urn:microsoft.com/office/officeart/2018/5/layout/IconCircleLabelList"/>
    <dgm:cxn modelId="{F037B47A-92F0-43E0-B1C5-AEC253574749}" type="presParOf" srcId="{8BEF3BBC-9B81-4A71-A50A-9818167FE9C8}" destId="{F2F97793-98B5-47A0-B3CB-6E11D0044FC6}" srcOrd="1" destOrd="0" presId="urn:microsoft.com/office/officeart/2018/5/layout/IconCircleLabelList"/>
    <dgm:cxn modelId="{287A6305-816E-4AAB-B00B-13FE674A25B7}" type="presParOf" srcId="{8BEF3BBC-9B81-4A71-A50A-9818167FE9C8}" destId="{764601D0-A501-4F6E-B550-088AD523D86D}" srcOrd="2" destOrd="0" presId="urn:microsoft.com/office/officeart/2018/5/layout/IconCircleLabelList"/>
    <dgm:cxn modelId="{07B7B3F4-E975-47C6-A49B-2FDF501852E2}" type="presParOf" srcId="{764601D0-A501-4F6E-B550-088AD523D86D}" destId="{4D0E310B-3C36-4603-8F74-028DC218F570}" srcOrd="0" destOrd="0" presId="urn:microsoft.com/office/officeart/2018/5/layout/IconCircleLabelList"/>
    <dgm:cxn modelId="{87EF00CF-2A0D-415D-BDCC-89162C7A9379}" type="presParOf" srcId="{764601D0-A501-4F6E-B550-088AD523D86D}" destId="{840907AD-9CFE-4065-A273-F220C7C321A9}" srcOrd="1" destOrd="0" presId="urn:microsoft.com/office/officeart/2018/5/layout/IconCircleLabelList"/>
    <dgm:cxn modelId="{6A9941E3-7DD5-4376-A3E9-02025B0D4002}" type="presParOf" srcId="{764601D0-A501-4F6E-B550-088AD523D86D}" destId="{70F92EFB-CF64-42AC-8289-C0ADC2CF096D}" srcOrd="2" destOrd="0" presId="urn:microsoft.com/office/officeart/2018/5/layout/IconCircleLabelList"/>
    <dgm:cxn modelId="{BA0EB0ED-0D6A-4577-9F6A-EAF36C198C51}" type="presParOf" srcId="{764601D0-A501-4F6E-B550-088AD523D86D}" destId="{50DBE55A-05AB-4D6F-BA1C-C05AE4FE196F}" srcOrd="3" destOrd="0" presId="urn:microsoft.com/office/officeart/2018/5/layout/IconCircleLabelList"/>
    <dgm:cxn modelId="{D1174F0F-5ED2-4C03-B177-A5F0E5A681EC}" type="presParOf" srcId="{8BEF3BBC-9B81-4A71-A50A-9818167FE9C8}" destId="{2A66089C-8B22-485B-8D47-703588D583A8}" srcOrd="3" destOrd="0" presId="urn:microsoft.com/office/officeart/2018/5/layout/IconCircleLabelList"/>
    <dgm:cxn modelId="{B5F8F46F-30E9-4CBA-9780-E842992FBA3C}" type="presParOf" srcId="{8BEF3BBC-9B81-4A71-A50A-9818167FE9C8}" destId="{AE3E12E8-B058-45A7-AC49-D694EEB63812}" srcOrd="4" destOrd="0" presId="urn:microsoft.com/office/officeart/2018/5/layout/IconCircleLabelList"/>
    <dgm:cxn modelId="{1F295FA5-4F5F-4F39-A4BF-F27F7E500192}" type="presParOf" srcId="{AE3E12E8-B058-45A7-AC49-D694EEB63812}" destId="{4E2BA5F4-B668-4FE8-8F62-B8438E554FAB}" srcOrd="0" destOrd="0" presId="urn:microsoft.com/office/officeart/2018/5/layout/IconCircleLabelList"/>
    <dgm:cxn modelId="{D7140148-5C04-48A2-A602-EB50F2135E53}" type="presParOf" srcId="{AE3E12E8-B058-45A7-AC49-D694EEB63812}" destId="{70C52031-5F7C-4896-AD3A-23D9CBB771B2}" srcOrd="1" destOrd="0" presId="urn:microsoft.com/office/officeart/2018/5/layout/IconCircleLabelList"/>
    <dgm:cxn modelId="{F78A3B42-1545-4F63-9C94-235FD803EAFC}" type="presParOf" srcId="{AE3E12E8-B058-45A7-AC49-D694EEB63812}" destId="{600D7AB6-CB2C-43DB-88D2-D5CFE4B8ACFF}" srcOrd="2" destOrd="0" presId="urn:microsoft.com/office/officeart/2018/5/layout/IconCircleLabelList"/>
    <dgm:cxn modelId="{C5F5CE47-3F0F-46DB-A74B-E38CB62140C7}" type="presParOf" srcId="{AE3E12E8-B058-45A7-AC49-D694EEB63812}" destId="{61E05B1B-1A3F-4F10-95F6-9CF8892E3C2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409AC63-34EB-4168-8777-E14ADB7DFF2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D3DBC4-E10B-4923-A551-4233DD34C3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Single DSR email thread</a:t>
          </a:r>
        </a:p>
      </dgm:t>
    </dgm:pt>
    <dgm:pt modelId="{19B5B1C3-F250-4E2F-9041-E3FC0E292D30}" type="parTrans" cxnId="{DAD73E79-5D48-460E-B0D0-764D31C3DB7F}">
      <dgm:prSet/>
      <dgm:spPr/>
      <dgm:t>
        <a:bodyPr/>
        <a:lstStyle/>
        <a:p>
          <a:endParaRPr lang="en-US"/>
        </a:p>
      </dgm:t>
    </dgm:pt>
    <dgm:pt modelId="{AC61339F-08F9-4860-8B55-316CC02CC4ED}" type="sibTrans" cxnId="{DAD73E79-5D48-460E-B0D0-764D31C3DB7F}">
      <dgm:prSet/>
      <dgm:spPr/>
      <dgm:t>
        <a:bodyPr/>
        <a:lstStyle/>
        <a:p>
          <a:endParaRPr lang="en-US"/>
        </a:p>
      </dgm:t>
    </dgm:pt>
    <dgm:pt modelId="{6A0D4DA3-E2F9-4A8C-97F2-11FAE8EF08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DSR reflects actual work and challenges</a:t>
          </a:r>
        </a:p>
      </dgm:t>
    </dgm:pt>
    <dgm:pt modelId="{10851AE3-933D-4BC5-BA07-1553084E4F4E}" type="parTrans" cxnId="{95E61A3E-3B98-4CD4-9BEC-DAE9A42F07AF}">
      <dgm:prSet/>
      <dgm:spPr/>
      <dgm:t>
        <a:bodyPr/>
        <a:lstStyle/>
        <a:p>
          <a:endParaRPr lang="en-US"/>
        </a:p>
      </dgm:t>
    </dgm:pt>
    <dgm:pt modelId="{E8CB7BDD-B9AD-4843-ABFE-C94AA2404DA4}" type="sibTrans" cxnId="{95E61A3E-3B98-4CD4-9BEC-DAE9A42F07AF}">
      <dgm:prSet/>
      <dgm:spPr/>
      <dgm:t>
        <a:bodyPr/>
        <a:lstStyle/>
        <a:p>
          <a:endParaRPr lang="en-US"/>
        </a:p>
      </dgm:t>
    </dgm:pt>
    <dgm:pt modelId="{745C2864-407E-4E95-B231-CB11A8726F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side conversations or politics</a:t>
          </a:r>
        </a:p>
      </dgm:t>
    </dgm:pt>
    <dgm:pt modelId="{1DABAAEC-1778-459C-8B79-9CA13AB20419}" type="parTrans" cxnId="{91DC3C44-3CE9-47AE-9F2B-F817062DF6C7}">
      <dgm:prSet/>
      <dgm:spPr/>
      <dgm:t>
        <a:bodyPr/>
        <a:lstStyle/>
        <a:p>
          <a:endParaRPr lang="en-US"/>
        </a:p>
      </dgm:t>
    </dgm:pt>
    <dgm:pt modelId="{24E29B2B-4878-4990-A11D-899EEB759147}" type="sibTrans" cxnId="{91DC3C44-3CE9-47AE-9F2B-F817062DF6C7}">
      <dgm:prSet/>
      <dgm:spPr/>
      <dgm:t>
        <a:bodyPr/>
        <a:lstStyle/>
        <a:p>
          <a:endParaRPr lang="en-US"/>
        </a:p>
      </dgm:t>
    </dgm:pt>
    <dgm:pt modelId="{FEB324DB-9B2E-4239-9FBB-A7DEA39DAB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Manager looped on HR emails</a:t>
          </a:r>
        </a:p>
      </dgm:t>
    </dgm:pt>
    <dgm:pt modelId="{84C26FE7-0AF7-4062-A9CF-9E3F3C9A234F}" type="parTrans" cxnId="{07ED9FD0-6733-438E-ADDA-61575F4AB7F7}">
      <dgm:prSet/>
      <dgm:spPr/>
      <dgm:t>
        <a:bodyPr/>
        <a:lstStyle/>
        <a:p>
          <a:endParaRPr lang="en-US"/>
        </a:p>
      </dgm:t>
    </dgm:pt>
    <dgm:pt modelId="{747FD642-87AE-42AE-9778-E42267E6ED89}" type="sibTrans" cxnId="{07ED9FD0-6733-438E-ADDA-61575F4AB7F7}">
      <dgm:prSet/>
      <dgm:spPr/>
      <dgm:t>
        <a:bodyPr/>
        <a:lstStyle/>
        <a:p>
          <a:endParaRPr lang="en-US"/>
        </a:p>
      </dgm:t>
    </dgm:pt>
    <dgm:pt modelId="{A1F115E1-372B-487D-966B-A998577392BE}" type="pres">
      <dgm:prSet presAssocID="{4409AC63-34EB-4168-8777-E14ADB7DFF2E}" presName="root" presStyleCnt="0">
        <dgm:presLayoutVars>
          <dgm:dir/>
          <dgm:resizeHandles val="exact"/>
        </dgm:presLayoutVars>
      </dgm:prSet>
      <dgm:spPr/>
    </dgm:pt>
    <dgm:pt modelId="{82716ECB-8F2E-4282-B6C1-1ADF99BFC7F1}" type="pres">
      <dgm:prSet presAssocID="{1CD3DBC4-E10B-4923-A551-4233DD34C39B}" presName="compNode" presStyleCnt="0"/>
      <dgm:spPr/>
    </dgm:pt>
    <dgm:pt modelId="{AE247E53-18E3-4D33-B9AC-04BCA0ACAF96}" type="pres">
      <dgm:prSet presAssocID="{1CD3DBC4-E10B-4923-A551-4233DD34C39B}" presName="bgRect" presStyleLbl="bgShp" presStyleIdx="0" presStyleCnt="4"/>
      <dgm:spPr/>
    </dgm:pt>
    <dgm:pt modelId="{F208F516-F7E6-4EA7-9E63-213F3EBF8AB5}" type="pres">
      <dgm:prSet presAssocID="{1CD3DBC4-E10B-4923-A551-4233DD34C3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F93A99B3-2238-40C6-95D8-87246456B1BB}" type="pres">
      <dgm:prSet presAssocID="{1CD3DBC4-E10B-4923-A551-4233DD34C39B}" presName="spaceRect" presStyleCnt="0"/>
      <dgm:spPr/>
    </dgm:pt>
    <dgm:pt modelId="{724B416D-916B-492E-8C81-1C1E0904E244}" type="pres">
      <dgm:prSet presAssocID="{1CD3DBC4-E10B-4923-A551-4233DD34C39B}" presName="parTx" presStyleLbl="revTx" presStyleIdx="0" presStyleCnt="4">
        <dgm:presLayoutVars>
          <dgm:chMax val="0"/>
          <dgm:chPref val="0"/>
        </dgm:presLayoutVars>
      </dgm:prSet>
      <dgm:spPr/>
    </dgm:pt>
    <dgm:pt modelId="{ACB2622E-2115-4F4D-A60E-057F49BF4403}" type="pres">
      <dgm:prSet presAssocID="{AC61339F-08F9-4860-8B55-316CC02CC4ED}" presName="sibTrans" presStyleCnt="0"/>
      <dgm:spPr/>
    </dgm:pt>
    <dgm:pt modelId="{7077B92E-1B92-49A2-80A6-77A8B73B81FA}" type="pres">
      <dgm:prSet presAssocID="{6A0D4DA3-E2F9-4A8C-97F2-11FAE8EF0888}" presName="compNode" presStyleCnt="0"/>
      <dgm:spPr/>
    </dgm:pt>
    <dgm:pt modelId="{CAD7A3B9-7943-473D-A261-FD3C684BAC91}" type="pres">
      <dgm:prSet presAssocID="{6A0D4DA3-E2F9-4A8C-97F2-11FAE8EF0888}" presName="bgRect" presStyleLbl="bgShp" presStyleIdx="1" presStyleCnt="4"/>
      <dgm:spPr/>
    </dgm:pt>
    <dgm:pt modelId="{B648537B-974E-460F-B7C9-E5404CCD8B9A}" type="pres">
      <dgm:prSet presAssocID="{6A0D4DA3-E2F9-4A8C-97F2-11FAE8EF088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E33ADCC-5CEF-477B-85EC-8D4AD5C133AF}" type="pres">
      <dgm:prSet presAssocID="{6A0D4DA3-E2F9-4A8C-97F2-11FAE8EF0888}" presName="spaceRect" presStyleCnt="0"/>
      <dgm:spPr/>
    </dgm:pt>
    <dgm:pt modelId="{DCF36DB1-61C2-4209-A2BB-AFE71207D24E}" type="pres">
      <dgm:prSet presAssocID="{6A0D4DA3-E2F9-4A8C-97F2-11FAE8EF0888}" presName="parTx" presStyleLbl="revTx" presStyleIdx="1" presStyleCnt="4">
        <dgm:presLayoutVars>
          <dgm:chMax val="0"/>
          <dgm:chPref val="0"/>
        </dgm:presLayoutVars>
      </dgm:prSet>
      <dgm:spPr/>
    </dgm:pt>
    <dgm:pt modelId="{EFAE433F-2603-4F6B-A212-CDAFF7432C4D}" type="pres">
      <dgm:prSet presAssocID="{E8CB7BDD-B9AD-4843-ABFE-C94AA2404DA4}" presName="sibTrans" presStyleCnt="0"/>
      <dgm:spPr/>
    </dgm:pt>
    <dgm:pt modelId="{AB1BDDAB-9537-4CE3-951F-6195F41160AA}" type="pres">
      <dgm:prSet presAssocID="{745C2864-407E-4E95-B231-CB11A8726F2B}" presName="compNode" presStyleCnt="0"/>
      <dgm:spPr/>
    </dgm:pt>
    <dgm:pt modelId="{B8BEF666-A7C8-4F9E-A11B-9D3AE2B064B1}" type="pres">
      <dgm:prSet presAssocID="{745C2864-407E-4E95-B231-CB11A8726F2B}" presName="bgRect" presStyleLbl="bgShp" presStyleIdx="2" presStyleCnt="4"/>
      <dgm:spPr/>
    </dgm:pt>
    <dgm:pt modelId="{551928A3-2121-4D42-846C-6CEF01C2861D}" type="pres">
      <dgm:prSet presAssocID="{745C2864-407E-4E95-B231-CB11A8726F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8646094C-3458-47F7-AFE5-7A0C7C1BD5CD}" type="pres">
      <dgm:prSet presAssocID="{745C2864-407E-4E95-B231-CB11A8726F2B}" presName="spaceRect" presStyleCnt="0"/>
      <dgm:spPr/>
    </dgm:pt>
    <dgm:pt modelId="{6C318615-D236-4A5B-879B-CCC948A97904}" type="pres">
      <dgm:prSet presAssocID="{745C2864-407E-4E95-B231-CB11A8726F2B}" presName="parTx" presStyleLbl="revTx" presStyleIdx="2" presStyleCnt="4">
        <dgm:presLayoutVars>
          <dgm:chMax val="0"/>
          <dgm:chPref val="0"/>
        </dgm:presLayoutVars>
      </dgm:prSet>
      <dgm:spPr/>
    </dgm:pt>
    <dgm:pt modelId="{3444944C-7B15-423E-9DD7-EC0DF5A2236D}" type="pres">
      <dgm:prSet presAssocID="{24E29B2B-4878-4990-A11D-899EEB759147}" presName="sibTrans" presStyleCnt="0"/>
      <dgm:spPr/>
    </dgm:pt>
    <dgm:pt modelId="{BD835E9D-5760-4141-B849-CA3828FE2E76}" type="pres">
      <dgm:prSet presAssocID="{FEB324DB-9B2E-4239-9FBB-A7DEA39DABF9}" presName="compNode" presStyleCnt="0"/>
      <dgm:spPr/>
    </dgm:pt>
    <dgm:pt modelId="{E59B3D0C-55DF-4BDE-BAE0-FC3D57A9210F}" type="pres">
      <dgm:prSet presAssocID="{FEB324DB-9B2E-4239-9FBB-A7DEA39DABF9}" presName="bgRect" presStyleLbl="bgShp" presStyleIdx="3" presStyleCnt="4"/>
      <dgm:spPr/>
    </dgm:pt>
    <dgm:pt modelId="{3FE206C2-63AF-42A5-9F22-2597CB1E2787}" type="pres">
      <dgm:prSet presAssocID="{FEB324DB-9B2E-4239-9FBB-A7DEA39DABF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BF2AD6E9-853C-48E8-9E9A-B896BB144AD2}" type="pres">
      <dgm:prSet presAssocID="{FEB324DB-9B2E-4239-9FBB-A7DEA39DABF9}" presName="spaceRect" presStyleCnt="0"/>
      <dgm:spPr/>
    </dgm:pt>
    <dgm:pt modelId="{B571D805-0D63-4EDA-BFF8-8050550E54F8}" type="pres">
      <dgm:prSet presAssocID="{FEB324DB-9B2E-4239-9FBB-A7DEA39DABF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943391C-F5CC-4729-9A33-070ED924581B}" type="presOf" srcId="{6A0D4DA3-E2F9-4A8C-97F2-11FAE8EF0888}" destId="{DCF36DB1-61C2-4209-A2BB-AFE71207D24E}" srcOrd="0" destOrd="0" presId="urn:microsoft.com/office/officeart/2018/2/layout/IconVerticalSolidList"/>
    <dgm:cxn modelId="{201AEB24-AFB9-4F01-A275-62664A98E6CE}" type="presOf" srcId="{745C2864-407E-4E95-B231-CB11A8726F2B}" destId="{6C318615-D236-4A5B-879B-CCC948A97904}" srcOrd="0" destOrd="0" presId="urn:microsoft.com/office/officeart/2018/2/layout/IconVerticalSolidList"/>
    <dgm:cxn modelId="{95E61A3E-3B98-4CD4-9BEC-DAE9A42F07AF}" srcId="{4409AC63-34EB-4168-8777-E14ADB7DFF2E}" destId="{6A0D4DA3-E2F9-4A8C-97F2-11FAE8EF0888}" srcOrd="1" destOrd="0" parTransId="{10851AE3-933D-4BC5-BA07-1553084E4F4E}" sibTransId="{E8CB7BDD-B9AD-4843-ABFE-C94AA2404DA4}"/>
    <dgm:cxn modelId="{91DC3C44-3CE9-47AE-9F2B-F817062DF6C7}" srcId="{4409AC63-34EB-4168-8777-E14ADB7DFF2E}" destId="{745C2864-407E-4E95-B231-CB11A8726F2B}" srcOrd="2" destOrd="0" parTransId="{1DABAAEC-1778-459C-8B79-9CA13AB20419}" sibTransId="{24E29B2B-4878-4990-A11D-899EEB759147}"/>
    <dgm:cxn modelId="{73955C4C-E102-48AE-A7BE-7B2D266EBB52}" type="presOf" srcId="{FEB324DB-9B2E-4239-9FBB-A7DEA39DABF9}" destId="{B571D805-0D63-4EDA-BFF8-8050550E54F8}" srcOrd="0" destOrd="0" presId="urn:microsoft.com/office/officeart/2018/2/layout/IconVerticalSolidList"/>
    <dgm:cxn modelId="{FF779C74-8721-413C-A56F-11B9BB0035A9}" type="presOf" srcId="{4409AC63-34EB-4168-8777-E14ADB7DFF2E}" destId="{A1F115E1-372B-487D-966B-A998577392BE}" srcOrd="0" destOrd="0" presId="urn:microsoft.com/office/officeart/2018/2/layout/IconVerticalSolidList"/>
    <dgm:cxn modelId="{DAD73E79-5D48-460E-B0D0-764D31C3DB7F}" srcId="{4409AC63-34EB-4168-8777-E14ADB7DFF2E}" destId="{1CD3DBC4-E10B-4923-A551-4233DD34C39B}" srcOrd="0" destOrd="0" parTransId="{19B5B1C3-F250-4E2F-9041-E3FC0E292D30}" sibTransId="{AC61339F-08F9-4860-8B55-316CC02CC4ED}"/>
    <dgm:cxn modelId="{D22A5AAF-1BD4-4ADF-BAE5-8C6E33E77DA4}" type="presOf" srcId="{1CD3DBC4-E10B-4923-A551-4233DD34C39B}" destId="{724B416D-916B-492E-8C81-1C1E0904E244}" srcOrd="0" destOrd="0" presId="urn:microsoft.com/office/officeart/2018/2/layout/IconVerticalSolidList"/>
    <dgm:cxn modelId="{07ED9FD0-6733-438E-ADDA-61575F4AB7F7}" srcId="{4409AC63-34EB-4168-8777-E14ADB7DFF2E}" destId="{FEB324DB-9B2E-4239-9FBB-A7DEA39DABF9}" srcOrd="3" destOrd="0" parTransId="{84C26FE7-0AF7-4062-A9CF-9E3F3C9A234F}" sibTransId="{747FD642-87AE-42AE-9778-E42267E6ED89}"/>
    <dgm:cxn modelId="{58875963-E003-43BF-AB9F-7CB4C666693B}" type="presParOf" srcId="{A1F115E1-372B-487D-966B-A998577392BE}" destId="{82716ECB-8F2E-4282-B6C1-1ADF99BFC7F1}" srcOrd="0" destOrd="0" presId="urn:microsoft.com/office/officeart/2018/2/layout/IconVerticalSolidList"/>
    <dgm:cxn modelId="{636F7004-8108-4CF0-A71F-3741469075E6}" type="presParOf" srcId="{82716ECB-8F2E-4282-B6C1-1ADF99BFC7F1}" destId="{AE247E53-18E3-4D33-B9AC-04BCA0ACAF96}" srcOrd="0" destOrd="0" presId="urn:microsoft.com/office/officeart/2018/2/layout/IconVerticalSolidList"/>
    <dgm:cxn modelId="{53F2D632-F865-4C6D-BF38-FF29C0D20143}" type="presParOf" srcId="{82716ECB-8F2E-4282-B6C1-1ADF99BFC7F1}" destId="{F208F516-F7E6-4EA7-9E63-213F3EBF8AB5}" srcOrd="1" destOrd="0" presId="urn:microsoft.com/office/officeart/2018/2/layout/IconVerticalSolidList"/>
    <dgm:cxn modelId="{559A1F5C-F575-4981-B4A2-1427012D0B29}" type="presParOf" srcId="{82716ECB-8F2E-4282-B6C1-1ADF99BFC7F1}" destId="{F93A99B3-2238-40C6-95D8-87246456B1BB}" srcOrd="2" destOrd="0" presId="urn:microsoft.com/office/officeart/2018/2/layout/IconVerticalSolidList"/>
    <dgm:cxn modelId="{EEBA4727-EDEA-4DAA-B890-7B66DAFD0B5C}" type="presParOf" srcId="{82716ECB-8F2E-4282-B6C1-1ADF99BFC7F1}" destId="{724B416D-916B-492E-8C81-1C1E0904E244}" srcOrd="3" destOrd="0" presId="urn:microsoft.com/office/officeart/2018/2/layout/IconVerticalSolidList"/>
    <dgm:cxn modelId="{A41E5BBD-C7EA-4B03-9017-F7036C774A2B}" type="presParOf" srcId="{A1F115E1-372B-487D-966B-A998577392BE}" destId="{ACB2622E-2115-4F4D-A60E-057F49BF4403}" srcOrd="1" destOrd="0" presId="urn:microsoft.com/office/officeart/2018/2/layout/IconVerticalSolidList"/>
    <dgm:cxn modelId="{46D68B82-874C-4A89-A197-A13A8188DFA5}" type="presParOf" srcId="{A1F115E1-372B-487D-966B-A998577392BE}" destId="{7077B92E-1B92-49A2-80A6-77A8B73B81FA}" srcOrd="2" destOrd="0" presId="urn:microsoft.com/office/officeart/2018/2/layout/IconVerticalSolidList"/>
    <dgm:cxn modelId="{50C64710-03C4-4390-9C89-DDF2BD8A6BEB}" type="presParOf" srcId="{7077B92E-1B92-49A2-80A6-77A8B73B81FA}" destId="{CAD7A3B9-7943-473D-A261-FD3C684BAC91}" srcOrd="0" destOrd="0" presId="urn:microsoft.com/office/officeart/2018/2/layout/IconVerticalSolidList"/>
    <dgm:cxn modelId="{52DBE0F3-67D6-40EE-8CA7-D641544221C8}" type="presParOf" srcId="{7077B92E-1B92-49A2-80A6-77A8B73B81FA}" destId="{B648537B-974E-460F-B7C9-E5404CCD8B9A}" srcOrd="1" destOrd="0" presId="urn:microsoft.com/office/officeart/2018/2/layout/IconVerticalSolidList"/>
    <dgm:cxn modelId="{840A8ED1-D7AE-4B50-9621-479FDBC9E7CA}" type="presParOf" srcId="{7077B92E-1B92-49A2-80A6-77A8B73B81FA}" destId="{AE33ADCC-5CEF-477B-85EC-8D4AD5C133AF}" srcOrd="2" destOrd="0" presId="urn:microsoft.com/office/officeart/2018/2/layout/IconVerticalSolidList"/>
    <dgm:cxn modelId="{FB9CC8F1-9D08-44BE-8005-F8DF87A279FD}" type="presParOf" srcId="{7077B92E-1B92-49A2-80A6-77A8B73B81FA}" destId="{DCF36DB1-61C2-4209-A2BB-AFE71207D24E}" srcOrd="3" destOrd="0" presId="urn:microsoft.com/office/officeart/2018/2/layout/IconVerticalSolidList"/>
    <dgm:cxn modelId="{F445F92A-DFA9-4982-990D-3FAF30380981}" type="presParOf" srcId="{A1F115E1-372B-487D-966B-A998577392BE}" destId="{EFAE433F-2603-4F6B-A212-CDAFF7432C4D}" srcOrd="3" destOrd="0" presId="urn:microsoft.com/office/officeart/2018/2/layout/IconVerticalSolidList"/>
    <dgm:cxn modelId="{AD4814BF-EC8B-40A0-8B4F-FD5829037464}" type="presParOf" srcId="{A1F115E1-372B-487D-966B-A998577392BE}" destId="{AB1BDDAB-9537-4CE3-951F-6195F41160AA}" srcOrd="4" destOrd="0" presId="urn:microsoft.com/office/officeart/2018/2/layout/IconVerticalSolidList"/>
    <dgm:cxn modelId="{FCFFB42D-211B-4663-AB7B-FA326C7D5236}" type="presParOf" srcId="{AB1BDDAB-9537-4CE3-951F-6195F41160AA}" destId="{B8BEF666-A7C8-4F9E-A11B-9D3AE2B064B1}" srcOrd="0" destOrd="0" presId="urn:microsoft.com/office/officeart/2018/2/layout/IconVerticalSolidList"/>
    <dgm:cxn modelId="{82A4A8F7-334C-4E58-9819-AF2EF2C424E9}" type="presParOf" srcId="{AB1BDDAB-9537-4CE3-951F-6195F41160AA}" destId="{551928A3-2121-4D42-846C-6CEF01C2861D}" srcOrd="1" destOrd="0" presId="urn:microsoft.com/office/officeart/2018/2/layout/IconVerticalSolidList"/>
    <dgm:cxn modelId="{68EA16F2-5EEB-45F6-956C-E48EE9CBEA1A}" type="presParOf" srcId="{AB1BDDAB-9537-4CE3-951F-6195F41160AA}" destId="{8646094C-3458-47F7-AFE5-7A0C7C1BD5CD}" srcOrd="2" destOrd="0" presId="urn:microsoft.com/office/officeart/2018/2/layout/IconVerticalSolidList"/>
    <dgm:cxn modelId="{9AA906CE-4C29-4D4F-A2F8-1D5B83E38114}" type="presParOf" srcId="{AB1BDDAB-9537-4CE3-951F-6195F41160AA}" destId="{6C318615-D236-4A5B-879B-CCC948A97904}" srcOrd="3" destOrd="0" presId="urn:microsoft.com/office/officeart/2018/2/layout/IconVerticalSolidList"/>
    <dgm:cxn modelId="{BEF64D87-EA81-4445-A9F5-45435CD0C687}" type="presParOf" srcId="{A1F115E1-372B-487D-966B-A998577392BE}" destId="{3444944C-7B15-423E-9DD7-EC0DF5A2236D}" srcOrd="5" destOrd="0" presId="urn:microsoft.com/office/officeart/2018/2/layout/IconVerticalSolidList"/>
    <dgm:cxn modelId="{F582859C-CBD7-4B07-9EB1-794C9E1600A5}" type="presParOf" srcId="{A1F115E1-372B-487D-966B-A998577392BE}" destId="{BD835E9D-5760-4141-B849-CA3828FE2E76}" srcOrd="6" destOrd="0" presId="urn:microsoft.com/office/officeart/2018/2/layout/IconVerticalSolidList"/>
    <dgm:cxn modelId="{56E612B7-C082-4006-9B63-46D36AD0B45F}" type="presParOf" srcId="{BD835E9D-5760-4141-B849-CA3828FE2E76}" destId="{E59B3D0C-55DF-4BDE-BAE0-FC3D57A9210F}" srcOrd="0" destOrd="0" presId="urn:microsoft.com/office/officeart/2018/2/layout/IconVerticalSolidList"/>
    <dgm:cxn modelId="{16308C30-888E-4542-9D76-2E6EACD00254}" type="presParOf" srcId="{BD835E9D-5760-4141-B849-CA3828FE2E76}" destId="{3FE206C2-63AF-42A5-9F22-2597CB1E2787}" srcOrd="1" destOrd="0" presId="urn:microsoft.com/office/officeart/2018/2/layout/IconVerticalSolidList"/>
    <dgm:cxn modelId="{63312CDF-7AE6-461D-B243-5F8A8919D88A}" type="presParOf" srcId="{BD835E9D-5760-4141-B849-CA3828FE2E76}" destId="{BF2AD6E9-853C-48E8-9E9A-B896BB144AD2}" srcOrd="2" destOrd="0" presId="urn:microsoft.com/office/officeart/2018/2/layout/IconVerticalSolidList"/>
    <dgm:cxn modelId="{C944E138-A01D-4449-B719-CB1B0BA8B530}" type="presParOf" srcId="{BD835E9D-5760-4141-B849-CA3828FE2E76}" destId="{B571D805-0D63-4EDA-BFF8-8050550E54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1C5ABAF-12BB-4DA9-BD29-C14934C207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E76732-CD8C-44D6-A524-49EA9EAAFFE9}">
      <dgm:prSet/>
      <dgm:spPr/>
      <dgm:t>
        <a:bodyPr/>
        <a:lstStyle/>
        <a:p>
          <a:r>
            <a:rPr lang="en-US"/>
            <a:t>Focus on work not tone</a:t>
          </a:r>
        </a:p>
      </dgm:t>
    </dgm:pt>
    <dgm:pt modelId="{2E837726-10B6-47AE-BF37-095080A327F7}" type="parTrans" cxnId="{68BF2FA4-6E33-44F3-8065-EF6508E09592}">
      <dgm:prSet/>
      <dgm:spPr/>
      <dgm:t>
        <a:bodyPr/>
        <a:lstStyle/>
        <a:p>
          <a:endParaRPr lang="en-US"/>
        </a:p>
      </dgm:t>
    </dgm:pt>
    <dgm:pt modelId="{821EA6D7-CB9F-4FBF-8F33-CFA01208416E}" type="sibTrans" cxnId="{68BF2FA4-6E33-44F3-8065-EF6508E09592}">
      <dgm:prSet/>
      <dgm:spPr/>
      <dgm:t>
        <a:bodyPr/>
        <a:lstStyle/>
        <a:p>
          <a:endParaRPr lang="en-US"/>
        </a:p>
      </dgm:t>
    </dgm:pt>
    <dgm:pt modelId="{D35976F9-4229-424A-9E68-1A3B86A859BD}">
      <dgm:prSet/>
      <dgm:spPr/>
      <dgm:t>
        <a:bodyPr/>
        <a:lstStyle/>
        <a:p>
          <a:r>
            <a:rPr lang="en-US"/>
            <a:t>Direct language is not personal</a:t>
          </a:r>
        </a:p>
      </dgm:t>
    </dgm:pt>
    <dgm:pt modelId="{B1F17E17-4141-4D89-BC89-1A58E5AC503B}" type="parTrans" cxnId="{903EFA71-9C30-407B-9151-A7F2338B902E}">
      <dgm:prSet/>
      <dgm:spPr/>
      <dgm:t>
        <a:bodyPr/>
        <a:lstStyle/>
        <a:p>
          <a:endParaRPr lang="en-US"/>
        </a:p>
      </dgm:t>
    </dgm:pt>
    <dgm:pt modelId="{BE8B58EC-A346-4421-A0C4-8DF7C4FF7841}" type="sibTrans" cxnId="{903EFA71-9C30-407B-9151-A7F2338B902E}">
      <dgm:prSet/>
      <dgm:spPr/>
      <dgm:t>
        <a:bodyPr/>
        <a:lstStyle/>
        <a:p>
          <a:endParaRPr lang="en-US"/>
        </a:p>
      </dgm:t>
    </dgm:pt>
    <dgm:pt modelId="{BF3D3DA6-0867-46DD-ABF7-BABFB66AE1B4}">
      <dgm:prSet/>
      <dgm:spPr/>
      <dgm:t>
        <a:bodyPr/>
        <a:lstStyle/>
        <a:p>
          <a:r>
            <a:rPr lang="en-US"/>
            <a:t>Professional maturity expected</a:t>
          </a:r>
        </a:p>
      </dgm:t>
    </dgm:pt>
    <dgm:pt modelId="{F19B1C4D-5DD6-4477-806E-32E465C05D5C}" type="parTrans" cxnId="{030A9CF4-0E5B-4CB4-ADBD-5B07677E9386}">
      <dgm:prSet/>
      <dgm:spPr/>
      <dgm:t>
        <a:bodyPr/>
        <a:lstStyle/>
        <a:p>
          <a:endParaRPr lang="en-US"/>
        </a:p>
      </dgm:t>
    </dgm:pt>
    <dgm:pt modelId="{518ED167-415A-42A5-AAED-286B1DAD9882}" type="sibTrans" cxnId="{030A9CF4-0E5B-4CB4-ADBD-5B07677E9386}">
      <dgm:prSet/>
      <dgm:spPr/>
      <dgm:t>
        <a:bodyPr/>
        <a:lstStyle/>
        <a:p>
          <a:endParaRPr lang="en-US"/>
        </a:p>
      </dgm:t>
    </dgm:pt>
    <dgm:pt modelId="{2050B569-6872-4E23-A1BC-38C5B787672A}" type="pres">
      <dgm:prSet presAssocID="{B1C5ABAF-12BB-4DA9-BD29-C14934C207FB}" presName="root" presStyleCnt="0">
        <dgm:presLayoutVars>
          <dgm:dir/>
          <dgm:resizeHandles val="exact"/>
        </dgm:presLayoutVars>
      </dgm:prSet>
      <dgm:spPr/>
    </dgm:pt>
    <dgm:pt modelId="{CFBFEB28-F3CA-4DAB-A0DF-521ACA2BD845}" type="pres">
      <dgm:prSet presAssocID="{1BE76732-CD8C-44D6-A524-49EA9EAAFFE9}" presName="compNode" presStyleCnt="0"/>
      <dgm:spPr/>
    </dgm:pt>
    <dgm:pt modelId="{09545D0F-9720-448A-B630-D2C2E4FA0410}" type="pres">
      <dgm:prSet presAssocID="{1BE76732-CD8C-44D6-A524-49EA9EAAFFE9}" presName="bgRect" presStyleLbl="bgShp" presStyleIdx="0" presStyleCnt="3"/>
      <dgm:spPr/>
    </dgm:pt>
    <dgm:pt modelId="{22EE1168-4A51-40F6-BCAB-9B93D0DE377A}" type="pres">
      <dgm:prSet presAssocID="{1BE76732-CD8C-44D6-A524-49EA9EAAFFE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890B543-D8E5-4AD4-9594-8878B7BFA453}" type="pres">
      <dgm:prSet presAssocID="{1BE76732-CD8C-44D6-A524-49EA9EAAFFE9}" presName="spaceRect" presStyleCnt="0"/>
      <dgm:spPr/>
    </dgm:pt>
    <dgm:pt modelId="{183CAF43-B789-4DFD-8A6F-9A36AF2F9F02}" type="pres">
      <dgm:prSet presAssocID="{1BE76732-CD8C-44D6-A524-49EA9EAAFFE9}" presName="parTx" presStyleLbl="revTx" presStyleIdx="0" presStyleCnt="3">
        <dgm:presLayoutVars>
          <dgm:chMax val="0"/>
          <dgm:chPref val="0"/>
        </dgm:presLayoutVars>
      </dgm:prSet>
      <dgm:spPr/>
    </dgm:pt>
    <dgm:pt modelId="{FAB39870-48D0-43DE-ABCC-20139A0FFE8D}" type="pres">
      <dgm:prSet presAssocID="{821EA6D7-CB9F-4FBF-8F33-CFA01208416E}" presName="sibTrans" presStyleCnt="0"/>
      <dgm:spPr/>
    </dgm:pt>
    <dgm:pt modelId="{171A2391-CCA0-4B9A-9D4D-D1DC0DAF3786}" type="pres">
      <dgm:prSet presAssocID="{D35976F9-4229-424A-9E68-1A3B86A859BD}" presName="compNode" presStyleCnt="0"/>
      <dgm:spPr/>
    </dgm:pt>
    <dgm:pt modelId="{26B34A12-5BF4-4975-A2AA-729828408401}" type="pres">
      <dgm:prSet presAssocID="{D35976F9-4229-424A-9E68-1A3B86A859BD}" presName="bgRect" presStyleLbl="bgShp" presStyleIdx="1" presStyleCnt="3"/>
      <dgm:spPr/>
    </dgm:pt>
    <dgm:pt modelId="{048E4FFE-4113-4DDB-8F53-3A25F66F99CD}" type="pres">
      <dgm:prSet presAssocID="{D35976F9-4229-424A-9E68-1A3B86A859B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509AA161-E2C4-4326-9033-4AEF60E6F09E}" type="pres">
      <dgm:prSet presAssocID="{D35976F9-4229-424A-9E68-1A3B86A859BD}" presName="spaceRect" presStyleCnt="0"/>
      <dgm:spPr/>
    </dgm:pt>
    <dgm:pt modelId="{07F9B5D9-90CB-4FEF-9A77-B6FEA32AA5BE}" type="pres">
      <dgm:prSet presAssocID="{D35976F9-4229-424A-9E68-1A3B86A859BD}" presName="parTx" presStyleLbl="revTx" presStyleIdx="1" presStyleCnt="3">
        <dgm:presLayoutVars>
          <dgm:chMax val="0"/>
          <dgm:chPref val="0"/>
        </dgm:presLayoutVars>
      </dgm:prSet>
      <dgm:spPr/>
    </dgm:pt>
    <dgm:pt modelId="{07B60EC2-A6A8-4880-8E4B-3FDBF295AB9D}" type="pres">
      <dgm:prSet presAssocID="{BE8B58EC-A346-4421-A0C4-8DF7C4FF7841}" presName="sibTrans" presStyleCnt="0"/>
      <dgm:spPr/>
    </dgm:pt>
    <dgm:pt modelId="{4B4D7E64-D3E5-490B-9F1E-E0E63E876F58}" type="pres">
      <dgm:prSet presAssocID="{BF3D3DA6-0867-46DD-ABF7-BABFB66AE1B4}" presName="compNode" presStyleCnt="0"/>
      <dgm:spPr/>
    </dgm:pt>
    <dgm:pt modelId="{3139C26F-47A6-4ECD-8BBE-4E42A1737534}" type="pres">
      <dgm:prSet presAssocID="{BF3D3DA6-0867-46DD-ABF7-BABFB66AE1B4}" presName="bgRect" presStyleLbl="bgShp" presStyleIdx="2" presStyleCnt="3"/>
      <dgm:spPr/>
    </dgm:pt>
    <dgm:pt modelId="{1E45842C-3AF2-4312-8DF1-C44AF8E23D9F}" type="pres">
      <dgm:prSet presAssocID="{BF3D3DA6-0867-46DD-ABF7-BABFB66AE1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797BC3D-CC60-4834-86DC-E8612BA81CB6}" type="pres">
      <dgm:prSet presAssocID="{BF3D3DA6-0867-46DD-ABF7-BABFB66AE1B4}" presName="spaceRect" presStyleCnt="0"/>
      <dgm:spPr/>
    </dgm:pt>
    <dgm:pt modelId="{CAD30477-A8BD-4036-BF53-04F1A079672A}" type="pres">
      <dgm:prSet presAssocID="{BF3D3DA6-0867-46DD-ABF7-BABFB66AE1B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95AA805-4B6D-4331-830B-B5BCDD275E36}" type="presOf" srcId="{1BE76732-CD8C-44D6-A524-49EA9EAAFFE9}" destId="{183CAF43-B789-4DFD-8A6F-9A36AF2F9F02}" srcOrd="0" destOrd="0" presId="urn:microsoft.com/office/officeart/2018/2/layout/IconVerticalSolidList"/>
    <dgm:cxn modelId="{E93F2231-C54B-4386-A6B6-8FF79614322B}" type="presOf" srcId="{BF3D3DA6-0867-46DD-ABF7-BABFB66AE1B4}" destId="{CAD30477-A8BD-4036-BF53-04F1A079672A}" srcOrd="0" destOrd="0" presId="urn:microsoft.com/office/officeart/2018/2/layout/IconVerticalSolidList"/>
    <dgm:cxn modelId="{903EFA71-9C30-407B-9151-A7F2338B902E}" srcId="{B1C5ABAF-12BB-4DA9-BD29-C14934C207FB}" destId="{D35976F9-4229-424A-9E68-1A3B86A859BD}" srcOrd="1" destOrd="0" parTransId="{B1F17E17-4141-4D89-BC89-1A58E5AC503B}" sibTransId="{BE8B58EC-A346-4421-A0C4-8DF7C4FF7841}"/>
    <dgm:cxn modelId="{C8894A56-B7AD-4DF4-86B5-C59EB8ACAAFE}" type="presOf" srcId="{D35976F9-4229-424A-9E68-1A3B86A859BD}" destId="{07F9B5D9-90CB-4FEF-9A77-B6FEA32AA5BE}" srcOrd="0" destOrd="0" presId="urn:microsoft.com/office/officeart/2018/2/layout/IconVerticalSolidList"/>
    <dgm:cxn modelId="{68BF2FA4-6E33-44F3-8065-EF6508E09592}" srcId="{B1C5ABAF-12BB-4DA9-BD29-C14934C207FB}" destId="{1BE76732-CD8C-44D6-A524-49EA9EAAFFE9}" srcOrd="0" destOrd="0" parTransId="{2E837726-10B6-47AE-BF37-095080A327F7}" sibTransId="{821EA6D7-CB9F-4FBF-8F33-CFA01208416E}"/>
    <dgm:cxn modelId="{7F8F14A9-1142-4EC0-B3D9-D01DDC455AD1}" type="presOf" srcId="{B1C5ABAF-12BB-4DA9-BD29-C14934C207FB}" destId="{2050B569-6872-4E23-A1BC-38C5B787672A}" srcOrd="0" destOrd="0" presId="urn:microsoft.com/office/officeart/2018/2/layout/IconVerticalSolidList"/>
    <dgm:cxn modelId="{030A9CF4-0E5B-4CB4-ADBD-5B07677E9386}" srcId="{B1C5ABAF-12BB-4DA9-BD29-C14934C207FB}" destId="{BF3D3DA6-0867-46DD-ABF7-BABFB66AE1B4}" srcOrd="2" destOrd="0" parTransId="{F19B1C4D-5DD6-4477-806E-32E465C05D5C}" sibTransId="{518ED167-415A-42A5-AAED-286B1DAD9882}"/>
    <dgm:cxn modelId="{47DE75DF-F78E-4DD4-95BD-31DFAE70DABF}" type="presParOf" srcId="{2050B569-6872-4E23-A1BC-38C5B787672A}" destId="{CFBFEB28-F3CA-4DAB-A0DF-521ACA2BD845}" srcOrd="0" destOrd="0" presId="urn:microsoft.com/office/officeart/2018/2/layout/IconVerticalSolidList"/>
    <dgm:cxn modelId="{99C33E39-7293-4097-89DF-59A86E7F92B2}" type="presParOf" srcId="{CFBFEB28-F3CA-4DAB-A0DF-521ACA2BD845}" destId="{09545D0F-9720-448A-B630-D2C2E4FA0410}" srcOrd="0" destOrd="0" presId="urn:microsoft.com/office/officeart/2018/2/layout/IconVerticalSolidList"/>
    <dgm:cxn modelId="{06ACCA94-76A6-4B84-892D-E0FB5F88B7E4}" type="presParOf" srcId="{CFBFEB28-F3CA-4DAB-A0DF-521ACA2BD845}" destId="{22EE1168-4A51-40F6-BCAB-9B93D0DE377A}" srcOrd="1" destOrd="0" presId="urn:microsoft.com/office/officeart/2018/2/layout/IconVerticalSolidList"/>
    <dgm:cxn modelId="{62ADA502-B00C-4494-B3C6-8C1B2830ED08}" type="presParOf" srcId="{CFBFEB28-F3CA-4DAB-A0DF-521ACA2BD845}" destId="{F890B543-D8E5-4AD4-9594-8878B7BFA453}" srcOrd="2" destOrd="0" presId="urn:microsoft.com/office/officeart/2018/2/layout/IconVerticalSolidList"/>
    <dgm:cxn modelId="{06FF21FD-EF1B-42F8-BAE6-68FDFA36202E}" type="presParOf" srcId="{CFBFEB28-F3CA-4DAB-A0DF-521ACA2BD845}" destId="{183CAF43-B789-4DFD-8A6F-9A36AF2F9F02}" srcOrd="3" destOrd="0" presId="urn:microsoft.com/office/officeart/2018/2/layout/IconVerticalSolidList"/>
    <dgm:cxn modelId="{07E02DCB-958C-4B0F-8219-3F2E302544F5}" type="presParOf" srcId="{2050B569-6872-4E23-A1BC-38C5B787672A}" destId="{FAB39870-48D0-43DE-ABCC-20139A0FFE8D}" srcOrd="1" destOrd="0" presId="urn:microsoft.com/office/officeart/2018/2/layout/IconVerticalSolidList"/>
    <dgm:cxn modelId="{FE736E98-427A-4273-968F-41C9ACC388C9}" type="presParOf" srcId="{2050B569-6872-4E23-A1BC-38C5B787672A}" destId="{171A2391-CCA0-4B9A-9D4D-D1DC0DAF3786}" srcOrd="2" destOrd="0" presId="urn:microsoft.com/office/officeart/2018/2/layout/IconVerticalSolidList"/>
    <dgm:cxn modelId="{462736FF-E67A-4A89-82C5-2AAC14F091A3}" type="presParOf" srcId="{171A2391-CCA0-4B9A-9D4D-D1DC0DAF3786}" destId="{26B34A12-5BF4-4975-A2AA-729828408401}" srcOrd="0" destOrd="0" presId="urn:microsoft.com/office/officeart/2018/2/layout/IconVerticalSolidList"/>
    <dgm:cxn modelId="{93B250FF-05B5-4921-8795-3201BAC385A8}" type="presParOf" srcId="{171A2391-CCA0-4B9A-9D4D-D1DC0DAF3786}" destId="{048E4FFE-4113-4DDB-8F53-3A25F66F99CD}" srcOrd="1" destOrd="0" presId="urn:microsoft.com/office/officeart/2018/2/layout/IconVerticalSolidList"/>
    <dgm:cxn modelId="{5A5147E5-9A73-40A4-83DF-3817B148F4B1}" type="presParOf" srcId="{171A2391-CCA0-4B9A-9D4D-D1DC0DAF3786}" destId="{509AA161-E2C4-4326-9033-4AEF60E6F09E}" srcOrd="2" destOrd="0" presId="urn:microsoft.com/office/officeart/2018/2/layout/IconVerticalSolidList"/>
    <dgm:cxn modelId="{1874F8BB-E739-43C1-BE4F-F7E48EB74F9D}" type="presParOf" srcId="{171A2391-CCA0-4B9A-9D4D-D1DC0DAF3786}" destId="{07F9B5D9-90CB-4FEF-9A77-B6FEA32AA5BE}" srcOrd="3" destOrd="0" presId="urn:microsoft.com/office/officeart/2018/2/layout/IconVerticalSolidList"/>
    <dgm:cxn modelId="{08C1D86F-A80A-46AA-BDE0-D3D053DD012B}" type="presParOf" srcId="{2050B569-6872-4E23-A1BC-38C5B787672A}" destId="{07B60EC2-A6A8-4880-8E4B-3FDBF295AB9D}" srcOrd="3" destOrd="0" presId="urn:microsoft.com/office/officeart/2018/2/layout/IconVerticalSolidList"/>
    <dgm:cxn modelId="{37DF744E-9EE2-4A6E-ADB2-2CEC3A931E55}" type="presParOf" srcId="{2050B569-6872-4E23-A1BC-38C5B787672A}" destId="{4B4D7E64-D3E5-490B-9F1E-E0E63E876F58}" srcOrd="4" destOrd="0" presId="urn:microsoft.com/office/officeart/2018/2/layout/IconVerticalSolidList"/>
    <dgm:cxn modelId="{F99AB5D8-8C87-4217-8061-536B4878C238}" type="presParOf" srcId="{4B4D7E64-D3E5-490B-9F1E-E0E63E876F58}" destId="{3139C26F-47A6-4ECD-8BBE-4E42A1737534}" srcOrd="0" destOrd="0" presId="urn:microsoft.com/office/officeart/2018/2/layout/IconVerticalSolidList"/>
    <dgm:cxn modelId="{D3E6CCEA-7A7E-47D0-914F-D73AEAB6F37D}" type="presParOf" srcId="{4B4D7E64-D3E5-490B-9F1E-E0E63E876F58}" destId="{1E45842C-3AF2-4312-8DF1-C44AF8E23D9F}" srcOrd="1" destOrd="0" presId="urn:microsoft.com/office/officeart/2018/2/layout/IconVerticalSolidList"/>
    <dgm:cxn modelId="{8E683347-B02F-487C-8D1C-B109E1C288DF}" type="presParOf" srcId="{4B4D7E64-D3E5-490B-9F1E-E0E63E876F58}" destId="{6797BC3D-CC60-4834-86DC-E8612BA81CB6}" srcOrd="2" destOrd="0" presId="urn:microsoft.com/office/officeart/2018/2/layout/IconVerticalSolidList"/>
    <dgm:cxn modelId="{2DB20996-7766-4CF5-A691-86532FF60D15}" type="presParOf" srcId="{4B4D7E64-D3E5-490B-9F1E-E0E63E876F58}" destId="{CAD30477-A8BD-4036-BF53-04F1A07967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228B90D-3DA8-471C-976F-6F519C46BF1B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7F60337-F05E-439A-9615-757E53F6A992}">
      <dgm:prSet/>
      <dgm:spPr/>
      <dgm:t>
        <a:bodyPr/>
        <a:lstStyle/>
        <a:p>
          <a:r>
            <a:rPr lang="en-US"/>
            <a:t>AI to be used actively and responsibly</a:t>
          </a:r>
        </a:p>
      </dgm:t>
    </dgm:pt>
    <dgm:pt modelId="{B865CBAB-0DB5-4D2E-B4CB-F7CE3B60402B}" type="parTrans" cxnId="{9C593A9C-274D-42C9-BC98-E0A6EBCFA3BA}">
      <dgm:prSet/>
      <dgm:spPr/>
      <dgm:t>
        <a:bodyPr/>
        <a:lstStyle/>
        <a:p>
          <a:endParaRPr lang="en-US"/>
        </a:p>
      </dgm:t>
    </dgm:pt>
    <dgm:pt modelId="{0A64F6AD-4939-4272-8012-98CA532F9D41}" type="sibTrans" cxnId="{9C593A9C-274D-42C9-BC98-E0A6EBCFA3BA}">
      <dgm:prSet/>
      <dgm:spPr/>
      <dgm:t>
        <a:bodyPr/>
        <a:lstStyle/>
        <a:p>
          <a:endParaRPr lang="en-US"/>
        </a:p>
      </dgm:t>
    </dgm:pt>
    <dgm:pt modelId="{78559B44-992E-4E73-9535-9A9044880E00}">
      <dgm:prSet/>
      <dgm:spPr/>
      <dgm:t>
        <a:bodyPr/>
        <a:lstStyle/>
        <a:p>
          <a:r>
            <a:rPr lang="en-US"/>
            <a:t>AI improves productivity and clarity</a:t>
          </a:r>
        </a:p>
      </dgm:t>
    </dgm:pt>
    <dgm:pt modelId="{55F3C5F3-A7BF-46CF-B96B-3B1C184AF448}" type="parTrans" cxnId="{C26EE1A8-B96F-4D55-8831-8F269AAD08AB}">
      <dgm:prSet/>
      <dgm:spPr/>
      <dgm:t>
        <a:bodyPr/>
        <a:lstStyle/>
        <a:p>
          <a:endParaRPr lang="en-US"/>
        </a:p>
      </dgm:t>
    </dgm:pt>
    <dgm:pt modelId="{1758380A-1A4A-42ED-8D08-34B9DBE6B172}" type="sibTrans" cxnId="{C26EE1A8-B96F-4D55-8831-8F269AAD08AB}">
      <dgm:prSet/>
      <dgm:spPr/>
      <dgm:t>
        <a:bodyPr/>
        <a:lstStyle/>
        <a:p>
          <a:endParaRPr lang="en-US"/>
        </a:p>
      </dgm:t>
    </dgm:pt>
    <dgm:pt modelId="{BFC8EFDC-F666-48FA-914D-5DAA2ACE1B01}">
      <dgm:prSet/>
      <dgm:spPr/>
      <dgm:t>
        <a:bodyPr/>
        <a:lstStyle/>
        <a:p>
          <a:r>
            <a:rPr lang="en-US"/>
            <a:t>AI is not a shortcut</a:t>
          </a:r>
        </a:p>
      </dgm:t>
    </dgm:pt>
    <dgm:pt modelId="{D009DA95-0214-4433-8590-C097B3362FA1}" type="parTrans" cxnId="{AE5BEBB5-B220-4C61-884B-7BB41DD257BC}">
      <dgm:prSet/>
      <dgm:spPr/>
      <dgm:t>
        <a:bodyPr/>
        <a:lstStyle/>
        <a:p>
          <a:endParaRPr lang="en-US"/>
        </a:p>
      </dgm:t>
    </dgm:pt>
    <dgm:pt modelId="{D0DB384C-AA94-494D-8EB4-1485DF4EF711}" type="sibTrans" cxnId="{AE5BEBB5-B220-4C61-884B-7BB41DD257BC}">
      <dgm:prSet/>
      <dgm:spPr/>
      <dgm:t>
        <a:bodyPr/>
        <a:lstStyle/>
        <a:p>
          <a:endParaRPr lang="en-US"/>
        </a:p>
      </dgm:t>
    </dgm:pt>
    <dgm:pt modelId="{690D020B-4B59-4A9C-BBF1-01696162EC68}">
      <dgm:prSet/>
      <dgm:spPr/>
      <dgm:t>
        <a:bodyPr/>
        <a:lstStyle/>
        <a:p>
          <a:r>
            <a:rPr lang="en-US"/>
            <a:t>Ownership remains with individual</a:t>
          </a:r>
        </a:p>
      </dgm:t>
    </dgm:pt>
    <dgm:pt modelId="{26FC58F1-F882-441A-8E8A-1FE7149A12DC}" type="parTrans" cxnId="{9E35CC2B-1710-4BD4-B23F-0C416441B5B9}">
      <dgm:prSet/>
      <dgm:spPr/>
      <dgm:t>
        <a:bodyPr/>
        <a:lstStyle/>
        <a:p>
          <a:endParaRPr lang="en-US"/>
        </a:p>
      </dgm:t>
    </dgm:pt>
    <dgm:pt modelId="{1233D16D-2A38-4B61-BED9-399CEBCF65CD}" type="sibTrans" cxnId="{9E35CC2B-1710-4BD4-B23F-0C416441B5B9}">
      <dgm:prSet/>
      <dgm:spPr/>
      <dgm:t>
        <a:bodyPr/>
        <a:lstStyle/>
        <a:p>
          <a:endParaRPr lang="en-US"/>
        </a:p>
      </dgm:t>
    </dgm:pt>
    <dgm:pt modelId="{FD38442A-23A9-4A28-AD86-72F39E83C8FA}" type="pres">
      <dgm:prSet presAssocID="{3228B90D-3DA8-471C-976F-6F519C46BF1B}" presName="matrix" presStyleCnt="0">
        <dgm:presLayoutVars>
          <dgm:chMax val="1"/>
          <dgm:dir/>
          <dgm:resizeHandles val="exact"/>
        </dgm:presLayoutVars>
      </dgm:prSet>
      <dgm:spPr/>
    </dgm:pt>
    <dgm:pt modelId="{54551088-89C9-4C2B-91A6-52788CA3A390}" type="pres">
      <dgm:prSet presAssocID="{3228B90D-3DA8-471C-976F-6F519C46BF1B}" presName="diamond" presStyleLbl="bgShp" presStyleIdx="0" presStyleCnt="1"/>
      <dgm:spPr/>
    </dgm:pt>
    <dgm:pt modelId="{532895A3-8B83-49A7-A4A7-48D07710572E}" type="pres">
      <dgm:prSet presAssocID="{3228B90D-3DA8-471C-976F-6F519C46BF1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932E1B1-4898-49B3-9725-075DA690A36A}" type="pres">
      <dgm:prSet presAssocID="{3228B90D-3DA8-471C-976F-6F519C46BF1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3CC1982-3C23-4891-8424-687F0A7BA50F}" type="pres">
      <dgm:prSet presAssocID="{3228B90D-3DA8-471C-976F-6F519C46BF1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EB85E25-6461-45A6-897E-D69ADB631B08}" type="pres">
      <dgm:prSet presAssocID="{3228B90D-3DA8-471C-976F-6F519C46BF1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E35CC2B-1710-4BD4-B23F-0C416441B5B9}" srcId="{3228B90D-3DA8-471C-976F-6F519C46BF1B}" destId="{690D020B-4B59-4A9C-BBF1-01696162EC68}" srcOrd="3" destOrd="0" parTransId="{26FC58F1-F882-441A-8E8A-1FE7149A12DC}" sibTransId="{1233D16D-2A38-4B61-BED9-399CEBCF65CD}"/>
    <dgm:cxn modelId="{D2FC075D-B4FE-4C93-BB98-E95441C5DDD6}" type="presOf" srcId="{3228B90D-3DA8-471C-976F-6F519C46BF1B}" destId="{FD38442A-23A9-4A28-AD86-72F39E83C8FA}" srcOrd="0" destOrd="0" presId="urn:microsoft.com/office/officeart/2005/8/layout/matrix3"/>
    <dgm:cxn modelId="{94907570-77A3-4D61-9DE9-CEC8A8C99BE5}" type="presOf" srcId="{BFC8EFDC-F666-48FA-914D-5DAA2ACE1B01}" destId="{83CC1982-3C23-4891-8424-687F0A7BA50F}" srcOrd="0" destOrd="0" presId="urn:microsoft.com/office/officeart/2005/8/layout/matrix3"/>
    <dgm:cxn modelId="{9C593A9C-274D-42C9-BC98-E0A6EBCFA3BA}" srcId="{3228B90D-3DA8-471C-976F-6F519C46BF1B}" destId="{97F60337-F05E-439A-9615-757E53F6A992}" srcOrd="0" destOrd="0" parTransId="{B865CBAB-0DB5-4D2E-B4CB-F7CE3B60402B}" sibTransId="{0A64F6AD-4939-4272-8012-98CA532F9D41}"/>
    <dgm:cxn modelId="{C26EE1A8-B96F-4D55-8831-8F269AAD08AB}" srcId="{3228B90D-3DA8-471C-976F-6F519C46BF1B}" destId="{78559B44-992E-4E73-9535-9A9044880E00}" srcOrd="1" destOrd="0" parTransId="{55F3C5F3-A7BF-46CF-B96B-3B1C184AF448}" sibTransId="{1758380A-1A4A-42ED-8D08-34B9DBE6B172}"/>
    <dgm:cxn modelId="{AE5BEBB5-B220-4C61-884B-7BB41DD257BC}" srcId="{3228B90D-3DA8-471C-976F-6F519C46BF1B}" destId="{BFC8EFDC-F666-48FA-914D-5DAA2ACE1B01}" srcOrd="2" destOrd="0" parTransId="{D009DA95-0214-4433-8590-C097B3362FA1}" sibTransId="{D0DB384C-AA94-494D-8EB4-1485DF4EF711}"/>
    <dgm:cxn modelId="{0ACA2FE3-573B-4E7D-B135-E31DAB4DF167}" type="presOf" srcId="{97F60337-F05E-439A-9615-757E53F6A992}" destId="{532895A3-8B83-49A7-A4A7-48D07710572E}" srcOrd="0" destOrd="0" presId="urn:microsoft.com/office/officeart/2005/8/layout/matrix3"/>
    <dgm:cxn modelId="{874B0BEB-FDF2-421E-9DA9-29CE3B8F1653}" type="presOf" srcId="{690D020B-4B59-4A9C-BBF1-01696162EC68}" destId="{7EB85E25-6461-45A6-897E-D69ADB631B08}" srcOrd="0" destOrd="0" presId="urn:microsoft.com/office/officeart/2005/8/layout/matrix3"/>
    <dgm:cxn modelId="{C370AFFB-8E1F-4F37-AB88-2580F4ECA6BB}" type="presOf" srcId="{78559B44-992E-4E73-9535-9A9044880E00}" destId="{0932E1B1-4898-49B3-9725-075DA690A36A}" srcOrd="0" destOrd="0" presId="urn:microsoft.com/office/officeart/2005/8/layout/matrix3"/>
    <dgm:cxn modelId="{A273CF53-E001-4A67-938B-ABE62F0DD3E1}" type="presParOf" srcId="{FD38442A-23A9-4A28-AD86-72F39E83C8FA}" destId="{54551088-89C9-4C2B-91A6-52788CA3A390}" srcOrd="0" destOrd="0" presId="urn:microsoft.com/office/officeart/2005/8/layout/matrix3"/>
    <dgm:cxn modelId="{92404B20-92B5-414E-8FE2-EFA694472E61}" type="presParOf" srcId="{FD38442A-23A9-4A28-AD86-72F39E83C8FA}" destId="{532895A3-8B83-49A7-A4A7-48D07710572E}" srcOrd="1" destOrd="0" presId="urn:microsoft.com/office/officeart/2005/8/layout/matrix3"/>
    <dgm:cxn modelId="{48B7AA4B-7B54-4CFD-BE49-50CD37697DC3}" type="presParOf" srcId="{FD38442A-23A9-4A28-AD86-72F39E83C8FA}" destId="{0932E1B1-4898-49B3-9725-075DA690A36A}" srcOrd="2" destOrd="0" presId="urn:microsoft.com/office/officeart/2005/8/layout/matrix3"/>
    <dgm:cxn modelId="{9CD03DA6-6091-4518-843E-4A9EDD629DF9}" type="presParOf" srcId="{FD38442A-23A9-4A28-AD86-72F39E83C8FA}" destId="{83CC1982-3C23-4891-8424-687F0A7BA50F}" srcOrd="3" destOrd="0" presId="urn:microsoft.com/office/officeart/2005/8/layout/matrix3"/>
    <dgm:cxn modelId="{12C8B55C-4095-4159-93E1-E14873608AA9}" type="presParOf" srcId="{FD38442A-23A9-4A28-AD86-72F39E83C8FA}" destId="{7EB85E25-6461-45A6-897E-D69ADB631B0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2207AFC-BF2F-4BC5-A4BC-16BF7774234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97EBEB-624E-4678-9ED9-68505BAC1C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Avoid interrupting in meetings</a:t>
          </a:r>
        </a:p>
      </dgm:t>
    </dgm:pt>
    <dgm:pt modelId="{5DD2D0B2-A1D4-4155-9C2B-7055432408FB}" type="parTrans" cxnId="{C5758C5B-3DB2-4F91-8A6E-1594D267E7B1}">
      <dgm:prSet/>
      <dgm:spPr/>
      <dgm:t>
        <a:bodyPr/>
        <a:lstStyle/>
        <a:p>
          <a:endParaRPr lang="en-US"/>
        </a:p>
      </dgm:t>
    </dgm:pt>
    <dgm:pt modelId="{94DCEBFA-C088-483B-807D-391B8310382F}" type="sibTrans" cxnId="{C5758C5B-3DB2-4F91-8A6E-1594D267E7B1}">
      <dgm:prSet/>
      <dgm:spPr/>
      <dgm:t>
        <a:bodyPr/>
        <a:lstStyle/>
        <a:p>
          <a:endParaRPr lang="en-US"/>
        </a:p>
      </dgm:t>
    </dgm:pt>
    <dgm:pt modelId="{CC1B167B-DC6C-4DE1-84ED-A6B7923C67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Follow listen then summarize then respond</a:t>
          </a:r>
        </a:p>
      </dgm:t>
    </dgm:pt>
    <dgm:pt modelId="{CB072DB6-E257-48F2-BE76-C7DEF9D3FA2F}" type="parTrans" cxnId="{C767EF39-41BC-4A24-9EF8-B82EE6B50630}">
      <dgm:prSet/>
      <dgm:spPr/>
      <dgm:t>
        <a:bodyPr/>
        <a:lstStyle/>
        <a:p>
          <a:endParaRPr lang="en-US"/>
        </a:p>
      </dgm:t>
    </dgm:pt>
    <dgm:pt modelId="{331CD104-AB70-4232-A620-45D742131671}" type="sibTrans" cxnId="{C767EF39-41BC-4A24-9EF8-B82EE6B50630}">
      <dgm:prSet/>
      <dgm:spPr/>
      <dgm:t>
        <a:bodyPr/>
        <a:lstStyle/>
        <a:p>
          <a:endParaRPr lang="en-US"/>
        </a:p>
      </dgm:t>
    </dgm:pt>
    <dgm:pt modelId="{08A79A04-23B2-4CD2-B81A-BD2A191198FE}" type="pres">
      <dgm:prSet presAssocID="{22207AFC-BF2F-4BC5-A4BC-16BF77742340}" presName="root" presStyleCnt="0">
        <dgm:presLayoutVars>
          <dgm:dir/>
          <dgm:resizeHandles val="exact"/>
        </dgm:presLayoutVars>
      </dgm:prSet>
      <dgm:spPr/>
    </dgm:pt>
    <dgm:pt modelId="{CA9AC189-BE01-45E2-91A9-8E34352928DF}" type="pres">
      <dgm:prSet presAssocID="{3897EBEB-624E-4678-9ED9-68505BAC1C3F}" presName="compNode" presStyleCnt="0"/>
      <dgm:spPr/>
    </dgm:pt>
    <dgm:pt modelId="{BEA3EDCB-A49A-466B-9990-0EEDC6380BD6}" type="pres">
      <dgm:prSet presAssocID="{3897EBEB-624E-4678-9ED9-68505BAC1C3F}" presName="bgRect" presStyleLbl="bgShp" presStyleIdx="0" presStyleCnt="2"/>
      <dgm:spPr/>
    </dgm:pt>
    <dgm:pt modelId="{1DA1A4EC-ECBC-465B-8145-BD4BABBCD96B}" type="pres">
      <dgm:prSet presAssocID="{3897EBEB-624E-4678-9ED9-68505BAC1C3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1A1E6BDF-1072-4C8C-8A62-C16DA74D0E05}" type="pres">
      <dgm:prSet presAssocID="{3897EBEB-624E-4678-9ED9-68505BAC1C3F}" presName="spaceRect" presStyleCnt="0"/>
      <dgm:spPr/>
    </dgm:pt>
    <dgm:pt modelId="{78D679FA-15B9-419B-BE37-E672116E0471}" type="pres">
      <dgm:prSet presAssocID="{3897EBEB-624E-4678-9ED9-68505BAC1C3F}" presName="parTx" presStyleLbl="revTx" presStyleIdx="0" presStyleCnt="2">
        <dgm:presLayoutVars>
          <dgm:chMax val="0"/>
          <dgm:chPref val="0"/>
        </dgm:presLayoutVars>
      </dgm:prSet>
      <dgm:spPr/>
    </dgm:pt>
    <dgm:pt modelId="{7FEB6E39-D582-4D58-9E43-0D3765C8B204}" type="pres">
      <dgm:prSet presAssocID="{94DCEBFA-C088-483B-807D-391B8310382F}" presName="sibTrans" presStyleCnt="0"/>
      <dgm:spPr/>
    </dgm:pt>
    <dgm:pt modelId="{FFCE8467-3100-42FA-BF04-4A673828F948}" type="pres">
      <dgm:prSet presAssocID="{CC1B167B-DC6C-4DE1-84ED-A6B7923C6771}" presName="compNode" presStyleCnt="0"/>
      <dgm:spPr/>
    </dgm:pt>
    <dgm:pt modelId="{0011F696-1F91-47F5-847D-23304501815B}" type="pres">
      <dgm:prSet presAssocID="{CC1B167B-DC6C-4DE1-84ED-A6B7923C6771}" presName="bgRect" presStyleLbl="bgShp" presStyleIdx="1" presStyleCnt="2"/>
      <dgm:spPr/>
    </dgm:pt>
    <dgm:pt modelId="{84511785-EA97-473B-A4AB-E4428D70732D}" type="pres">
      <dgm:prSet presAssocID="{CC1B167B-DC6C-4DE1-84ED-A6B7923C677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9A80F565-C5BA-4BBB-941F-EB1CF318570D}" type="pres">
      <dgm:prSet presAssocID="{CC1B167B-DC6C-4DE1-84ED-A6B7923C6771}" presName="spaceRect" presStyleCnt="0"/>
      <dgm:spPr/>
    </dgm:pt>
    <dgm:pt modelId="{F1DCF581-4249-4AB6-89CE-53C967C7BB24}" type="pres">
      <dgm:prSet presAssocID="{CC1B167B-DC6C-4DE1-84ED-A6B7923C677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15A130B-8E11-4DAC-9E2D-460BE125392A}" type="presOf" srcId="{CC1B167B-DC6C-4DE1-84ED-A6B7923C6771}" destId="{F1DCF581-4249-4AB6-89CE-53C967C7BB24}" srcOrd="0" destOrd="0" presId="urn:microsoft.com/office/officeart/2018/2/layout/IconVerticalSolidList"/>
    <dgm:cxn modelId="{F2845837-1B55-4E2E-8CB8-307024BF8D21}" type="presOf" srcId="{3897EBEB-624E-4678-9ED9-68505BAC1C3F}" destId="{78D679FA-15B9-419B-BE37-E672116E0471}" srcOrd="0" destOrd="0" presId="urn:microsoft.com/office/officeart/2018/2/layout/IconVerticalSolidList"/>
    <dgm:cxn modelId="{C767EF39-41BC-4A24-9EF8-B82EE6B50630}" srcId="{22207AFC-BF2F-4BC5-A4BC-16BF77742340}" destId="{CC1B167B-DC6C-4DE1-84ED-A6B7923C6771}" srcOrd="1" destOrd="0" parTransId="{CB072DB6-E257-48F2-BE76-C7DEF9D3FA2F}" sibTransId="{331CD104-AB70-4232-A620-45D742131671}"/>
    <dgm:cxn modelId="{C5758C5B-3DB2-4F91-8A6E-1594D267E7B1}" srcId="{22207AFC-BF2F-4BC5-A4BC-16BF77742340}" destId="{3897EBEB-624E-4678-9ED9-68505BAC1C3F}" srcOrd="0" destOrd="0" parTransId="{5DD2D0B2-A1D4-4155-9C2B-7055432408FB}" sibTransId="{94DCEBFA-C088-483B-807D-391B8310382F}"/>
    <dgm:cxn modelId="{3769A571-F6FB-49A0-9AC9-79D9D2C0668B}" type="presOf" srcId="{22207AFC-BF2F-4BC5-A4BC-16BF77742340}" destId="{08A79A04-23B2-4CD2-B81A-BD2A191198FE}" srcOrd="0" destOrd="0" presId="urn:microsoft.com/office/officeart/2018/2/layout/IconVerticalSolidList"/>
    <dgm:cxn modelId="{089A60D6-9AFB-425F-9BB9-8B5D2D66999C}" type="presParOf" srcId="{08A79A04-23B2-4CD2-B81A-BD2A191198FE}" destId="{CA9AC189-BE01-45E2-91A9-8E34352928DF}" srcOrd="0" destOrd="0" presId="urn:microsoft.com/office/officeart/2018/2/layout/IconVerticalSolidList"/>
    <dgm:cxn modelId="{A69877B7-8CAB-47E8-85C9-4E789D6651FE}" type="presParOf" srcId="{CA9AC189-BE01-45E2-91A9-8E34352928DF}" destId="{BEA3EDCB-A49A-466B-9990-0EEDC6380BD6}" srcOrd="0" destOrd="0" presId="urn:microsoft.com/office/officeart/2018/2/layout/IconVerticalSolidList"/>
    <dgm:cxn modelId="{55CA4524-ECC4-4D2A-9BB9-851C689ED04B}" type="presParOf" srcId="{CA9AC189-BE01-45E2-91A9-8E34352928DF}" destId="{1DA1A4EC-ECBC-465B-8145-BD4BABBCD96B}" srcOrd="1" destOrd="0" presId="urn:microsoft.com/office/officeart/2018/2/layout/IconVerticalSolidList"/>
    <dgm:cxn modelId="{16BBBFFF-D873-40D4-B0B8-5680A9F317AF}" type="presParOf" srcId="{CA9AC189-BE01-45E2-91A9-8E34352928DF}" destId="{1A1E6BDF-1072-4C8C-8A62-C16DA74D0E05}" srcOrd="2" destOrd="0" presId="urn:microsoft.com/office/officeart/2018/2/layout/IconVerticalSolidList"/>
    <dgm:cxn modelId="{207BED6E-07D7-45F7-ACCE-2355B2E1DF6D}" type="presParOf" srcId="{CA9AC189-BE01-45E2-91A9-8E34352928DF}" destId="{78D679FA-15B9-419B-BE37-E672116E0471}" srcOrd="3" destOrd="0" presId="urn:microsoft.com/office/officeart/2018/2/layout/IconVerticalSolidList"/>
    <dgm:cxn modelId="{92626A1F-26E8-46C2-A237-5CC3745D6A4A}" type="presParOf" srcId="{08A79A04-23B2-4CD2-B81A-BD2A191198FE}" destId="{7FEB6E39-D582-4D58-9E43-0D3765C8B204}" srcOrd="1" destOrd="0" presId="urn:microsoft.com/office/officeart/2018/2/layout/IconVerticalSolidList"/>
    <dgm:cxn modelId="{17469C58-142C-4743-A44C-3E5229F97049}" type="presParOf" srcId="{08A79A04-23B2-4CD2-B81A-BD2A191198FE}" destId="{FFCE8467-3100-42FA-BF04-4A673828F948}" srcOrd="2" destOrd="0" presId="urn:microsoft.com/office/officeart/2018/2/layout/IconVerticalSolidList"/>
    <dgm:cxn modelId="{205CD66F-F6BA-4CFA-B5E1-56C7E3B84563}" type="presParOf" srcId="{FFCE8467-3100-42FA-BF04-4A673828F948}" destId="{0011F696-1F91-47F5-847D-23304501815B}" srcOrd="0" destOrd="0" presId="urn:microsoft.com/office/officeart/2018/2/layout/IconVerticalSolidList"/>
    <dgm:cxn modelId="{FB98EE31-1D94-4018-B73F-A5972C7F1570}" type="presParOf" srcId="{FFCE8467-3100-42FA-BF04-4A673828F948}" destId="{84511785-EA97-473B-A4AB-E4428D70732D}" srcOrd="1" destOrd="0" presId="urn:microsoft.com/office/officeart/2018/2/layout/IconVerticalSolidList"/>
    <dgm:cxn modelId="{31139993-B530-4A9B-A463-EC00A804CD08}" type="presParOf" srcId="{FFCE8467-3100-42FA-BF04-4A673828F948}" destId="{9A80F565-C5BA-4BBB-941F-EB1CF318570D}" srcOrd="2" destOrd="0" presId="urn:microsoft.com/office/officeart/2018/2/layout/IconVerticalSolidList"/>
    <dgm:cxn modelId="{F10A8B80-1C86-42E3-B545-D90E80735C32}" type="presParOf" srcId="{FFCE8467-3100-42FA-BF04-4A673828F948}" destId="{F1DCF581-4249-4AB6-89CE-53C967C7BB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5E9A75F-BE10-4C12-82DC-3CB800CBFEF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7EA9E2-6C77-433B-AB43-4AE6E0E49D63}">
      <dgm:prSet/>
      <dgm:spPr/>
      <dgm:t>
        <a:bodyPr/>
        <a:lstStyle/>
        <a:p>
          <a:r>
            <a:rPr lang="en-US"/>
            <a:t>Knowledge not the issue</a:t>
          </a:r>
        </a:p>
      </dgm:t>
    </dgm:pt>
    <dgm:pt modelId="{C528D879-2C1C-420C-A042-E6FD266AC27A}" type="parTrans" cxnId="{28E76B59-9753-4F60-911A-2EA79ABE91EA}">
      <dgm:prSet/>
      <dgm:spPr/>
      <dgm:t>
        <a:bodyPr/>
        <a:lstStyle/>
        <a:p>
          <a:endParaRPr lang="en-US"/>
        </a:p>
      </dgm:t>
    </dgm:pt>
    <dgm:pt modelId="{0C3E764A-6352-44B8-BB93-2D457C6B515F}" type="sibTrans" cxnId="{28E76B59-9753-4F60-911A-2EA79ABE91EA}">
      <dgm:prSet/>
      <dgm:spPr/>
      <dgm:t>
        <a:bodyPr/>
        <a:lstStyle/>
        <a:p>
          <a:endParaRPr lang="en-US"/>
        </a:p>
      </dgm:t>
    </dgm:pt>
    <dgm:pt modelId="{3E9DD0AF-5D78-482C-B2F5-8F24CF416CB9}">
      <dgm:prSet/>
      <dgm:spPr/>
      <dgm:t>
        <a:bodyPr/>
        <a:lstStyle/>
        <a:p>
          <a:r>
            <a:rPr lang="en-US"/>
            <a:t>Meeting presence impacts team confidence</a:t>
          </a:r>
        </a:p>
      </dgm:t>
    </dgm:pt>
    <dgm:pt modelId="{B349527E-0AEB-4B78-AC19-825DFEDC3273}" type="parTrans" cxnId="{733739C7-8C0D-4C01-B8B2-84B6D161045E}">
      <dgm:prSet/>
      <dgm:spPr/>
      <dgm:t>
        <a:bodyPr/>
        <a:lstStyle/>
        <a:p>
          <a:endParaRPr lang="en-US"/>
        </a:p>
      </dgm:t>
    </dgm:pt>
    <dgm:pt modelId="{03CBE109-9C6D-4F63-BFCC-31C11F9E2E02}" type="sibTrans" cxnId="{733739C7-8C0D-4C01-B8B2-84B6D161045E}">
      <dgm:prSet/>
      <dgm:spPr/>
      <dgm:t>
        <a:bodyPr/>
        <a:lstStyle/>
        <a:p>
          <a:endParaRPr lang="en-US"/>
        </a:p>
      </dgm:t>
    </dgm:pt>
    <dgm:pt modelId="{A015EC44-7A6F-43E9-8EE7-A0E55694E944}">
      <dgm:prSet/>
      <dgm:spPr/>
      <dgm:t>
        <a:bodyPr/>
        <a:lstStyle/>
        <a:p>
          <a:r>
            <a:rPr lang="en-US"/>
            <a:t>Senior behavior sets team tone</a:t>
          </a:r>
        </a:p>
      </dgm:t>
    </dgm:pt>
    <dgm:pt modelId="{D33EA62B-B5B0-414C-9AFE-C2E98719D948}" type="parTrans" cxnId="{2AFA5FF6-D61F-4928-A3AC-0CD3A8A204AF}">
      <dgm:prSet/>
      <dgm:spPr/>
      <dgm:t>
        <a:bodyPr/>
        <a:lstStyle/>
        <a:p>
          <a:endParaRPr lang="en-US"/>
        </a:p>
      </dgm:t>
    </dgm:pt>
    <dgm:pt modelId="{486BAB86-4F4D-43B0-B117-B7D5DCD02E31}" type="sibTrans" cxnId="{2AFA5FF6-D61F-4928-A3AC-0CD3A8A204AF}">
      <dgm:prSet/>
      <dgm:spPr/>
      <dgm:t>
        <a:bodyPr/>
        <a:lstStyle/>
        <a:p>
          <a:endParaRPr lang="en-US"/>
        </a:p>
      </dgm:t>
    </dgm:pt>
    <dgm:pt modelId="{E9F5ED02-9CEE-41A3-AD6B-011C306882CC}" type="pres">
      <dgm:prSet presAssocID="{C5E9A75F-BE10-4C12-82DC-3CB800CBFEF1}" presName="root" presStyleCnt="0">
        <dgm:presLayoutVars>
          <dgm:dir/>
          <dgm:resizeHandles val="exact"/>
        </dgm:presLayoutVars>
      </dgm:prSet>
      <dgm:spPr/>
    </dgm:pt>
    <dgm:pt modelId="{B883F620-5115-4F4C-9503-582D19BEF8FC}" type="pres">
      <dgm:prSet presAssocID="{F07EA9E2-6C77-433B-AB43-4AE6E0E49D63}" presName="compNode" presStyleCnt="0"/>
      <dgm:spPr/>
    </dgm:pt>
    <dgm:pt modelId="{38F0DC0A-D9E0-4287-8416-CD3CE1F77D4F}" type="pres">
      <dgm:prSet presAssocID="{F07EA9E2-6C77-433B-AB43-4AE6E0E49D63}" presName="bgRect" presStyleLbl="bgShp" presStyleIdx="0" presStyleCnt="3"/>
      <dgm:spPr/>
    </dgm:pt>
    <dgm:pt modelId="{29BE6BFB-026B-42D1-BC81-33864C5412EA}" type="pres">
      <dgm:prSet presAssocID="{F07EA9E2-6C77-433B-AB43-4AE6E0E49D6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50B4FF9-E1B1-4C26-A6BE-E7D8E905E55D}" type="pres">
      <dgm:prSet presAssocID="{F07EA9E2-6C77-433B-AB43-4AE6E0E49D63}" presName="spaceRect" presStyleCnt="0"/>
      <dgm:spPr/>
    </dgm:pt>
    <dgm:pt modelId="{410A0F3E-BEB9-4536-B905-C19E95742F7D}" type="pres">
      <dgm:prSet presAssocID="{F07EA9E2-6C77-433B-AB43-4AE6E0E49D63}" presName="parTx" presStyleLbl="revTx" presStyleIdx="0" presStyleCnt="3">
        <dgm:presLayoutVars>
          <dgm:chMax val="0"/>
          <dgm:chPref val="0"/>
        </dgm:presLayoutVars>
      </dgm:prSet>
      <dgm:spPr/>
    </dgm:pt>
    <dgm:pt modelId="{4B1E269E-A246-4A78-8384-B1C4F2975190}" type="pres">
      <dgm:prSet presAssocID="{0C3E764A-6352-44B8-BB93-2D457C6B515F}" presName="sibTrans" presStyleCnt="0"/>
      <dgm:spPr/>
    </dgm:pt>
    <dgm:pt modelId="{0F95036C-58B6-491E-8CBA-4B7ACB635E59}" type="pres">
      <dgm:prSet presAssocID="{3E9DD0AF-5D78-482C-B2F5-8F24CF416CB9}" presName="compNode" presStyleCnt="0"/>
      <dgm:spPr/>
    </dgm:pt>
    <dgm:pt modelId="{BD98FB3D-CF9E-4A3B-A2CE-370382D3369A}" type="pres">
      <dgm:prSet presAssocID="{3E9DD0AF-5D78-482C-B2F5-8F24CF416CB9}" presName="bgRect" presStyleLbl="bgShp" presStyleIdx="1" presStyleCnt="3"/>
      <dgm:spPr/>
    </dgm:pt>
    <dgm:pt modelId="{CCFE4309-EB87-4181-8C03-5AC33F1082EC}" type="pres">
      <dgm:prSet presAssocID="{3E9DD0AF-5D78-482C-B2F5-8F24CF416C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17FDFD5-7033-40AC-96D3-625CA21D2779}" type="pres">
      <dgm:prSet presAssocID="{3E9DD0AF-5D78-482C-B2F5-8F24CF416CB9}" presName="spaceRect" presStyleCnt="0"/>
      <dgm:spPr/>
    </dgm:pt>
    <dgm:pt modelId="{404C7B37-CFDB-4FFB-AC00-396CF1C44E1B}" type="pres">
      <dgm:prSet presAssocID="{3E9DD0AF-5D78-482C-B2F5-8F24CF416CB9}" presName="parTx" presStyleLbl="revTx" presStyleIdx="1" presStyleCnt="3">
        <dgm:presLayoutVars>
          <dgm:chMax val="0"/>
          <dgm:chPref val="0"/>
        </dgm:presLayoutVars>
      </dgm:prSet>
      <dgm:spPr/>
    </dgm:pt>
    <dgm:pt modelId="{831BD93D-83AA-4B6F-864C-31B5814121F1}" type="pres">
      <dgm:prSet presAssocID="{03CBE109-9C6D-4F63-BFCC-31C11F9E2E02}" presName="sibTrans" presStyleCnt="0"/>
      <dgm:spPr/>
    </dgm:pt>
    <dgm:pt modelId="{A9AA059B-21D9-4A0F-B85D-D96E15D23842}" type="pres">
      <dgm:prSet presAssocID="{A015EC44-7A6F-43E9-8EE7-A0E55694E944}" presName="compNode" presStyleCnt="0"/>
      <dgm:spPr/>
    </dgm:pt>
    <dgm:pt modelId="{E403655E-77B5-4469-A54E-128F64259BBB}" type="pres">
      <dgm:prSet presAssocID="{A015EC44-7A6F-43E9-8EE7-A0E55694E944}" presName="bgRect" presStyleLbl="bgShp" presStyleIdx="2" presStyleCnt="3"/>
      <dgm:spPr/>
    </dgm:pt>
    <dgm:pt modelId="{8D08087E-85FD-4D10-A10A-1FF5E33AC95C}" type="pres">
      <dgm:prSet presAssocID="{A015EC44-7A6F-43E9-8EE7-A0E55694E9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9DFFB4B-F6FF-4FBB-BB29-D7239EF53842}" type="pres">
      <dgm:prSet presAssocID="{A015EC44-7A6F-43E9-8EE7-A0E55694E944}" presName="spaceRect" presStyleCnt="0"/>
      <dgm:spPr/>
    </dgm:pt>
    <dgm:pt modelId="{3AA74C7A-243A-40C9-8D31-7FA802A7E795}" type="pres">
      <dgm:prSet presAssocID="{A015EC44-7A6F-43E9-8EE7-A0E55694E94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DE25F27-4336-4105-A197-659D4D3F196C}" type="presOf" srcId="{3E9DD0AF-5D78-482C-B2F5-8F24CF416CB9}" destId="{404C7B37-CFDB-4FFB-AC00-396CF1C44E1B}" srcOrd="0" destOrd="0" presId="urn:microsoft.com/office/officeart/2018/2/layout/IconVerticalSolidList"/>
    <dgm:cxn modelId="{1B298D28-F687-4981-80AE-DC48869F4E16}" type="presOf" srcId="{F07EA9E2-6C77-433B-AB43-4AE6E0E49D63}" destId="{410A0F3E-BEB9-4536-B905-C19E95742F7D}" srcOrd="0" destOrd="0" presId="urn:microsoft.com/office/officeart/2018/2/layout/IconVerticalSolidList"/>
    <dgm:cxn modelId="{28E76B59-9753-4F60-911A-2EA79ABE91EA}" srcId="{C5E9A75F-BE10-4C12-82DC-3CB800CBFEF1}" destId="{F07EA9E2-6C77-433B-AB43-4AE6E0E49D63}" srcOrd="0" destOrd="0" parTransId="{C528D879-2C1C-420C-A042-E6FD266AC27A}" sibTransId="{0C3E764A-6352-44B8-BB93-2D457C6B515F}"/>
    <dgm:cxn modelId="{AB6C717A-6986-4AA3-A269-12D1B81818DA}" type="presOf" srcId="{C5E9A75F-BE10-4C12-82DC-3CB800CBFEF1}" destId="{E9F5ED02-9CEE-41A3-AD6B-011C306882CC}" srcOrd="0" destOrd="0" presId="urn:microsoft.com/office/officeart/2018/2/layout/IconVerticalSolidList"/>
    <dgm:cxn modelId="{A9BA838D-815D-48A9-8386-5303A41A60F1}" type="presOf" srcId="{A015EC44-7A6F-43E9-8EE7-A0E55694E944}" destId="{3AA74C7A-243A-40C9-8D31-7FA802A7E795}" srcOrd="0" destOrd="0" presId="urn:microsoft.com/office/officeart/2018/2/layout/IconVerticalSolidList"/>
    <dgm:cxn modelId="{733739C7-8C0D-4C01-B8B2-84B6D161045E}" srcId="{C5E9A75F-BE10-4C12-82DC-3CB800CBFEF1}" destId="{3E9DD0AF-5D78-482C-B2F5-8F24CF416CB9}" srcOrd="1" destOrd="0" parTransId="{B349527E-0AEB-4B78-AC19-825DFEDC3273}" sibTransId="{03CBE109-9C6D-4F63-BFCC-31C11F9E2E02}"/>
    <dgm:cxn modelId="{2AFA5FF6-D61F-4928-A3AC-0CD3A8A204AF}" srcId="{C5E9A75F-BE10-4C12-82DC-3CB800CBFEF1}" destId="{A015EC44-7A6F-43E9-8EE7-A0E55694E944}" srcOrd="2" destOrd="0" parTransId="{D33EA62B-B5B0-414C-9AFE-C2E98719D948}" sibTransId="{486BAB86-4F4D-43B0-B117-B7D5DCD02E31}"/>
    <dgm:cxn modelId="{347A6ACB-ACA7-41F8-BFA3-4E62D7BF1CC7}" type="presParOf" srcId="{E9F5ED02-9CEE-41A3-AD6B-011C306882CC}" destId="{B883F620-5115-4F4C-9503-582D19BEF8FC}" srcOrd="0" destOrd="0" presId="urn:microsoft.com/office/officeart/2018/2/layout/IconVerticalSolidList"/>
    <dgm:cxn modelId="{2E35C372-86CA-45ED-9907-3E49B74B962F}" type="presParOf" srcId="{B883F620-5115-4F4C-9503-582D19BEF8FC}" destId="{38F0DC0A-D9E0-4287-8416-CD3CE1F77D4F}" srcOrd="0" destOrd="0" presId="urn:microsoft.com/office/officeart/2018/2/layout/IconVerticalSolidList"/>
    <dgm:cxn modelId="{5E1EEA77-0F94-403B-B6B9-6802E8E77F4D}" type="presParOf" srcId="{B883F620-5115-4F4C-9503-582D19BEF8FC}" destId="{29BE6BFB-026B-42D1-BC81-33864C5412EA}" srcOrd="1" destOrd="0" presId="urn:microsoft.com/office/officeart/2018/2/layout/IconVerticalSolidList"/>
    <dgm:cxn modelId="{A8B59FD5-BFFE-4C2E-815F-1414E40ABA6D}" type="presParOf" srcId="{B883F620-5115-4F4C-9503-582D19BEF8FC}" destId="{650B4FF9-E1B1-4C26-A6BE-E7D8E905E55D}" srcOrd="2" destOrd="0" presId="urn:microsoft.com/office/officeart/2018/2/layout/IconVerticalSolidList"/>
    <dgm:cxn modelId="{3ED2B25F-D31E-47C7-8B7C-3B452F2C79CB}" type="presParOf" srcId="{B883F620-5115-4F4C-9503-582D19BEF8FC}" destId="{410A0F3E-BEB9-4536-B905-C19E95742F7D}" srcOrd="3" destOrd="0" presId="urn:microsoft.com/office/officeart/2018/2/layout/IconVerticalSolidList"/>
    <dgm:cxn modelId="{713E29FA-82D4-4D5A-8C20-BA3E7155037A}" type="presParOf" srcId="{E9F5ED02-9CEE-41A3-AD6B-011C306882CC}" destId="{4B1E269E-A246-4A78-8384-B1C4F2975190}" srcOrd="1" destOrd="0" presId="urn:microsoft.com/office/officeart/2018/2/layout/IconVerticalSolidList"/>
    <dgm:cxn modelId="{324E5383-D87E-40C9-8702-12D4F156A404}" type="presParOf" srcId="{E9F5ED02-9CEE-41A3-AD6B-011C306882CC}" destId="{0F95036C-58B6-491E-8CBA-4B7ACB635E59}" srcOrd="2" destOrd="0" presId="urn:microsoft.com/office/officeart/2018/2/layout/IconVerticalSolidList"/>
    <dgm:cxn modelId="{32CA7659-275A-4BEA-8357-BF3AEE6B0914}" type="presParOf" srcId="{0F95036C-58B6-491E-8CBA-4B7ACB635E59}" destId="{BD98FB3D-CF9E-4A3B-A2CE-370382D3369A}" srcOrd="0" destOrd="0" presId="urn:microsoft.com/office/officeart/2018/2/layout/IconVerticalSolidList"/>
    <dgm:cxn modelId="{2FF1450C-DB71-42E7-B15B-81FB16D1ED1B}" type="presParOf" srcId="{0F95036C-58B6-491E-8CBA-4B7ACB635E59}" destId="{CCFE4309-EB87-4181-8C03-5AC33F1082EC}" srcOrd="1" destOrd="0" presId="urn:microsoft.com/office/officeart/2018/2/layout/IconVerticalSolidList"/>
    <dgm:cxn modelId="{CCDAA0D3-9AA1-43D8-88D0-937D4208E666}" type="presParOf" srcId="{0F95036C-58B6-491E-8CBA-4B7ACB635E59}" destId="{617FDFD5-7033-40AC-96D3-625CA21D2779}" srcOrd="2" destOrd="0" presId="urn:microsoft.com/office/officeart/2018/2/layout/IconVerticalSolidList"/>
    <dgm:cxn modelId="{3A26AD0E-2ED8-4F26-9E91-E0089D0B18E1}" type="presParOf" srcId="{0F95036C-58B6-491E-8CBA-4B7ACB635E59}" destId="{404C7B37-CFDB-4FFB-AC00-396CF1C44E1B}" srcOrd="3" destOrd="0" presId="urn:microsoft.com/office/officeart/2018/2/layout/IconVerticalSolidList"/>
    <dgm:cxn modelId="{C9BB1D51-8E2E-44A9-8731-28C96F464E8F}" type="presParOf" srcId="{E9F5ED02-9CEE-41A3-AD6B-011C306882CC}" destId="{831BD93D-83AA-4B6F-864C-31B5814121F1}" srcOrd="3" destOrd="0" presId="urn:microsoft.com/office/officeart/2018/2/layout/IconVerticalSolidList"/>
    <dgm:cxn modelId="{23A8BCD0-DF00-4FE9-A31B-55ADBDDDA00E}" type="presParOf" srcId="{E9F5ED02-9CEE-41A3-AD6B-011C306882CC}" destId="{A9AA059B-21D9-4A0F-B85D-D96E15D23842}" srcOrd="4" destOrd="0" presId="urn:microsoft.com/office/officeart/2018/2/layout/IconVerticalSolidList"/>
    <dgm:cxn modelId="{64D3CE61-4CAD-440E-8D52-39EB79CA4D61}" type="presParOf" srcId="{A9AA059B-21D9-4A0F-B85D-D96E15D23842}" destId="{E403655E-77B5-4469-A54E-128F64259BBB}" srcOrd="0" destOrd="0" presId="urn:microsoft.com/office/officeart/2018/2/layout/IconVerticalSolidList"/>
    <dgm:cxn modelId="{D9ED35B2-FF52-4C59-9EB4-9F45D41251A4}" type="presParOf" srcId="{A9AA059B-21D9-4A0F-B85D-D96E15D23842}" destId="{8D08087E-85FD-4D10-A10A-1FF5E33AC95C}" srcOrd="1" destOrd="0" presId="urn:microsoft.com/office/officeart/2018/2/layout/IconVerticalSolidList"/>
    <dgm:cxn modelId="{5181DF6E-DC05-4B9A-B4CD-2E50C177B0D8}" type="presParOf" srcId="{A9AA059B-21D9-4A0F-B85D-D96E15D23842}" destId="{D9DFFB4B-F6FF-4FBB-BB29-D7239EF53842}" srcOrd="2" destOrd="0" presId="urn:microsoft.com/office/officeart/2018/2/layout/IconVerticalSolidList"/>
    <dgm:cxn modelId="{1DCE8C20-6FDE-405E-AFA0-5E90524D22D7}" type="presParOf" srcId="{A9AA059B-21D9-4A0F-B85D-D96E15D23842}" destId="{3AA74C7A-243A-40C9-8D31-7FA802A7E7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B68C12C5-99D3-45FE-B7F6-89E208DF80B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15BF363-0D50-415B-A1B0-7C2F91D9A435}">
      <dgm:prSet/>
      <dgm:spPr/>
      <dgm:t>
        <a:bodyPr/>
        <a:lstStyle/>
        <a:p>
          <a:r>
            <a:rPr lang="en-US"/>
            <a:t>Act as stability anchor</a:t>
          </a:r>
        </a:p>
      </dgm:t>
    </dgm:pt>
    <dgm:pt modelId="{826B2E70-E090-4D2E-AD39-AD3AD1D0DDBE}" type="parTrans" cxnId="{F9DCF469-C419-4096-A273-F9E24EDA4535}">
      <dgm:prSet/>
      <dgm:spPr/>
      <dgm:t>
        <a:bodyPr/>
        <a:lstStyle/>
        <a:p>
          <a:endParaRPr lang="en-US"/>
        </a:p>
      </dgm:t>
    </dgm:pt>
    <dgm:pt modelId="{EFB04BCC-9E8E-4FB0-BBF0-259EE8F0B560}" type="sibTrans" cxnId="{F9DCF469-C419-4096-A273-F9E24EDA4535}">
      <dgm:prSet/>
      <dgm:spPr/>
      <dgm:t>
        <a:bodyPr/>
        <a:lstStyle/>
        <a:p>
          <a:endParaRPr lang="en-US"/>
        </a:p>
      </dgm:t>
    </dgm:pt>
    <dgm:pt modelId="{B48B5715-15EE-4957-81E9-7A36C4A6BD75}">
      <dgm:prSet/>
      <dgm:spPr/>
      <dgm:t>
        <a:bodyPr/>
        <a:lstStyle/>
        <a:p>
          <a:r>
            <a:rPr lang="en-US"/>
            <a:t>Mentor Harman when not in batch</a:t>
          </a:r>
        </a:p>
      </dgm:t>
    </dgm:pt>
    <dgm:pt modelId="{7D236BE9-B5B1-4B02-87BD-73AA33782B74}" type="parTrans" cxnId="{0978BC5E-9F86-40BC-920C-71A2CB85F888}">
      <dgm:prSet/>
      <dgm:spPr/>
      <dgm:t>
        <a:bodyPr/>
        <a:lstStyle/>
        <a:p>
          <a:endParaRPr lang="en-US"/>
        </a:p>
      </dgm:t>
    </dgm:pt>
    <dgm:pt modelId="{A6119494-54E5-4B6C-9F97-189455B84687}" type="sibTrans" cxnId="{0978BC5E-9F86-40BC-920C-71A2CB85F888}">
      <dgm:prSet/>
      <dgm:spPr/>
      <dgm:t>
        <a:bodyPr/>
        <a:lstStyle/>
        <a:p>
          <a:endParaRPr lang="en-US"/>
        </a:p>
      </dgm:t>
    </dgm:pt>
    <dgm:pt modelId="{63C289B9-74CE-48F6-BCD8-CB869496F224}">
      <dgm:prSet/>
      <dgm:spPr/>
      <dgm:t>
        <a:bodyPr/>
        <a:lstStyle/>
        <a:p>
          <a:r>
            <a:rPr lang="en-US"/>
            <a:t>Deliver detailed mock reviews</a:t>
          </a:r>
        </a:p>
      </dgm:t>
    </dgm:pt>
    <dgm:pt modelId="{258E8636-CBC2-45C3-988D-366AF84FFB6B}" type="parTrans" cxnId="{E318CA50-05F0-443B-9924-FFFF10EA056F}">
      <dgm:prSet/>
      <dgm:spPr/>
      <dgm:t>
        <a:bodyPr/>
        <a:lstStyle/>
        <a:p>
          <a:endParaRPr lang="en-US"/>
        </a:p>
      </dgm:t>
    </dgm:pt>
    <dgm:pt modelId="{A6B99A3E-B08A-4647-8404-72F80D987591}" type="sibTrans" cxnId="{E318CA50-05F0-443B-9924-FFFF10EA056F}">
      <dgm:prSet/>
      <dgm:spPr/>
      <dgm:t>
        <a:bodyPr/>
        <a:lstStyle/>
        <a:p>
          <a:endParaRPr lang="en-US"/>
        </a:p>
      </dgm:t>
    </dgm:pt>
    <dgm:pt modelId="{066BEC13-AC4A-44BC-B632-C284EEC84492}">
      <dgm:prSet/>
      <dgm:spPr/>
      <dgm:t>
        <a:bodyPr/>
        <a:lstStyle/>
        <a:p>
          <a:r>
            <a:rPr lang="en-US"/>
            <a:t>Maintain meeting etiquette</a:t>
          </a:r>
        </a:p>
      </dgm:t>
    </dgm:pt>
    <dgm:pt modelId="{EC0C497F-46AD-4ED4-B796-0AB130839457}" type="parTrans" cxnId="{F450F644-14B6-48DC-8311-D12AB6F94BEC}">
      <dgm:prSet/>
      <dgm:spPr/>
      <dgm:t>
        <a:bodyPr/>
        <a:lstStyle/>
        <a:p>
          <a:endParaRPr lang="en-US"/>
        </a:p>
      </dgm:t>
    </dgm:pt>
    <dgm:pt modelId="{6C5D810A-C779-42CB-B06B-C436B279A704}" type="sibTrans" cxnId="{F450F644-14B6-48DC-8311-D12AB6F94BEC}">
      <dgm:prSet/>
      <dgm:spPr/>
      <dgm:t>
        <a:bodyPr/>
        <a:lstStyle/>
        <a:p>
          <a:endParaRPr lang="en-US"/>
        </a:p>
      </dgm:t>
    </dgm:pt>
    <dgm:pt modelId="{484DC52B-A24F-47CC-A18F-89DEBB273572}" type="pres">
      <dgm:prSet presAssocID="{B68C12C5-99D3-45FE-B7F6-89E208DF80BD}" presName="root" presStyleCnt="0">
        <dgm:presLayoutVars>
          <dgm:dir/>
          <dgm:resizeHandles val="exact"/>
        </dgm:presLayoutVars>
      </dgm:prSet>
      <dgm:spPr/>
    </dgm:pt>
    <dgm:pt modelId="{4BAC18C6-4F8E-4AC2-B9DB-C372F2DBD5B9}" type="pres">
      <dgm:prSet presAssocID="{115BF363-0D50-415B-A1B0-7C2F91D9A435}" presName="compNode" presStyleCnt="0"/>
      <dgm:spPr/>
    </dgm:pt>
    <dgm:pt modelId="{8A19574F-B14A-4F1B-AF7F-4C13F928A4DE}" type="pres">
      <dgm:prSet presAssocID="{115BF363-0D50-415B-A1B0-7C2F91D9A435}" presName="bgRect" presStyleLbl="bgShp" presStyleIdx="0" presStyleCnt="4"/>
      <dgm:spPr/>
    </dgm:pt>
    <dgm:pt modelId="{C8AD70E4-49BE-4E26-BA34-06115D708735}" type="pres">
      <dgm:prSet presAssocID="{115BF363-0D50-415B-A1B0-7C2F91D9A4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chor"/>
        </a:ext>
      </dgm:extLst>
    </dgm:pt>
    <dgm:pt modelId="{02EF8F4F-A6F0-43F2-85A4-8B90B34CB931}" type="pres">
      <dgm:prSet presAssocID="{115BF363-0D50-415B-A1B0-7C2F91D9A435}" presName="spaceRect" presStyleCnt="0"/>
      <dgm:spPr/>
    </dgm:pt>
    <dgm:pt modelId="{E375B062-090C-46D1-AFFC-49AB474AFD99}" type="pres">
      <dgm:prSet presAssocID="{115BF363-0D50-415B-A1B0-7C2F91D9A435}" presName="parTx" presStyleLbl="revTx" presStyleIdx="0" presStyleCnt="4">
        <dgm:presLayoutVars>
          <dgm:chMax val="0"/>
          <dgm:chPref val="0"/>
        </dgm:presLayoutVars>
      </dgm:prSet>
      <dgm:spPr/>
    </dgm:pt>
    <dgm:pt modelId="{FDEE56A2-F244-44AF-BABB-07195C884131}" type="pres">
      <dgm:prSet presAssocID="{EFB04BCC-9E8E-4FB0-BBF0-259EE8F0B560}" presName="sibTrans" presStyleCnt="0"/>
      <dgm:spPr/>
    </dgm:pt>
    <dgm:pt modelId="{27DFF136-03F6-4F2E-BAB5-F612E167BAA3}" type="pres">
      <dgm:prSet presAssocID="{B48B5715-15EE-4957-81E9-7A36C4A6BD75}" presName="compNode" presStyleCnt="0"/>
      <dgm:spPr/>
    </dgm:pt>
    <dgm:pt modelId="{385813FD-F451-401E-AA84-196056C4F734}" type="pres">
      <dgm:prSet presAssocID="{B48B5715-15EE-4957-81E9-7A36C4A6BD75}" presName="bgRect" presStyleLbl="bgShp" presStyleIdx="1" presStyleCnt="4"/>
      <dgm:spPr/>
    </dgm:pt>
    <dgm:pt modelId="{7294AA4A-0363-45F5-8C12-247147C6C226}" type="pres">
      <dgm:prSet presAssocID="{B48B5715-15EE-4957-81E9-7A36C4A6BD7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AC9DA1A-4EBC-4E9C-90B1-31076D5BED07}" type="pres">
      <dgm:prSet presAssocID="{B48B5715-15EE-4957-81E9-7A36C4A6BD75}" presName="spaceRect" presStyleCnt="0"/>
      <dgm:spPr/>
    </dgm:pt>
    <dgm:pt modelId="{869D9E42-BB55-4796-BFC9-B306E5A6A033}" type="pres">
      <dgm:prSet presAssocID="{B48B5715-15EE-4957-81E9-7A36C4A6BD75}" presName="parTx" presStyleLbl="revTx" presStyleIdx="1" presStyleCnt="4">
        <dgm:presLayoutVars>
          <dgm:chMax val="0"/>
          <dgm:chPref val="0"/>
        </dgm:presLayoutVars>
      </dgm:prSet>
      <dgm:spPr/>
    </dgm:pt>
    <dgm:pt modelId="{DBEFA045-89E8-470A-9E09-1A336C42CE6E}" type="pres">
      <dgm:prSet presAssocID="{A6119494-54E5-4B6C-9F97-189455B84687}" presName="sibTrans" presStyleCnt="0"/>
      <dgm:spPr/>
    </dgm:pt>
    <dgm:pt modelId="{76F51587-CD0D-4768-AD6D-139E49285886}" type="pres">
      <dgm:prSet presAssocID="{63C289B9-74CE-48F6-BCD8-CB869496F224}" presName="compNode" presStyleCnt="0"/>
      <dgm:spPr/>
    </dgm:pt>
    <dgm:pt modelId="{7243C777-36FA-41F6-A2A0-848EAC8AA203}" type="pres">
      <dgm:prSet presAssocID="{63C289B9-74CE-48F6-BCD8-CB869496F224}" presName="bgRect" presStyleLbl="bgShp" presStyleIdx="2" presStyleCnt="4"/>
      <dgm:spPr/>
    </dgm:pt>
    <dgm:pt modelId="{14321103-EBCF-41A4-9C3D-A216F8352016}" type="pres">
      <dgm:prSet presAssocID="{63C289B9-74CE-48F6-BCD8-CB869496F22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95C70DA-00AA-4E34-9525-7F43F98E6E25}" type="pres">
      <dgm:prSet presAssocID="{63C289B9-74CE-48F6-BCD8-CB869496F224}" presName="spaceRect" presStyleCnt="0"/>
      <dgm:spPr/>
    </dgm:pt>
    <dgm:pt modelId="{F232B6E7-F15D-4E6E-B543-D46243B93195}" type="pres">
      <dgm:prSet presAssocID="{63C289B9-74CE-48F6-BCD8-CB869496F224}" presName="parTx" presStyleLbl="revTx" presStyleIdx="2" presStyleCnt="4">
        <dgm:presLayoutVars>
          <dgm:chMax val="0"/>
          <dgm:chPref val="0"/>
        </dgm:presLayoutVars>
      </dgm:prSet>
      <dgm:spPr/>
    </dgm:pt>
    <dgm:pt modelId="{A5FA873A-EF17-4C6C-91B1-3A257CEC893F}" type="pres">
      <dgm:prSet presAssocID="{A6B99A3E-B08A-4647-8404-72F80D987591}" presName="sibTrans" presStyleCnt="0"/>
      <dgm:spPr/>
    </dgm:pt>
    <dgm:pt modelId="{E3BAA9BA-0C7B-4884-84D9-27299E9AE109}" type="pres">
      <dgm:prSet presAssocID="{066BEC13-AC4A-44BC-B632-C284EEC84492}" presName="compNode" presStyleCnt="0"/>
      <dgm:spPr/>
    </dgm:pt>
    <dgm:pt modelId="{6BB387DE-463E-452C-B268-69A0B7551742}" type="pres">
      <dgm:prSet presAssocID="{066BEC13-AC4A-44BC-B632-C284EEC84492}" presName="bgRect" presStyleLbl="bgShp" presStyleIdx="3" presStyleCnt="4"/>
      <dgm:spPr/>
    </dgm:pt>
    <dgm:pt modelId="{23F567F3-B977-4EF1-BC79-2CBD531D5972}" type="pres">
      <dgm:prSet presAssocID="{066BEC13-AC4A-44BC-B632-C284EEC844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3ED2C38A-D198-4238-9E54-34076DD4699E}" type="pres">
      <dgm:prSet presAssocID="{066BEC13-AC4A-44BC-B632-C284EEC84492}" presName="spaceRect" presStyleCnt="0"/>
      <dgm:spPr/>
    </dgm:pt>
    <dgm:pt modelId="{5B4B2CA9-9FDE-4DAF-BEA4-3E24E100C25F}" type="pres">
      <dgm:prSet presAssocID="{066BEC13-AC4A-44BC-B632-C284EEC8449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CB94726-D39C-48FE-A869-6985482021D7}" type="presOf" srcId="{B68C12C5-99D3-45FE-B7F6-89E208DF80BD}" destId="{484DC52B-A24F-47CC-A18F-89DEBB273572}" srcOrd="0" destOrd="0" presId="urn:microsoft.com/office/officeart/2018/2/layout/IconVerticalSolidList"/>
    <dgm:cxn modelId="{0978BC5E-9F86-40BC-920C-71A2CB85F888}" srcId="{B68C12C5-99D3-45FE-B7F6-89E208DF80BD}" destId="{B48B5715-15EE-4957-81E9-7A36C4A6BD75}" srcOrd="1" destOrd="0" parTransId="{7D236BE9-B5B1-4B02-87BD-73AA33782B74}" sibTransId="{A6119494-54E5-4B6C-9F97-189455B84687}"/>
    <dgm:cxn modelId="{F450F644-14B6-48DC-8311-D12AB6F94BEC}" srcId="{B68C12C5-99D3-45FE-B7F6-89E208DF80BD}" destId="{066BEC13-AC4A-44BC-B632-C284EEC84492}" srcOrd="3" destOrd="0" parTransId="{EC0C497F-46AD-4ED4-B796-0AB130839457}" sibTransId="{6C5D810A-C779-42CB-B06B-C436B279A704}"/>
    <dgm:cxn modelId="{F9DCF469-C419-4096-A273-F9E24EDA4535}" srcId="{B68C12C5-99D3-45FE-B7F6-89E208DF80BD}" destId="{115BF363-0D50-415B-A1B0-7C2F91D9A435}" srcOrd="0" destOrd="0" parTransId="{826B2E70-E090-4D2E-AD39-AD3AD1D0DDBE}" sibTransId="{EFB04BCC-9E8E-4FB0-BBF0-259EE8F0B560}"/>
    <dgm:cxn modelId="{F245524F-F231-408A-A906-6758149F040C}" type="presOf" srcId="{115BF363-0D50-415B-A1B0-7C2F91D9A435}" destId="{E375B062-090C-46D1-AFFC-49AB474AFD99}" srcOrd="0" destOrd="0" presId="urn:microsoft.com/office/officeart/2018/2/layout/IconVerticalSolidList"/>
    <dgm:cxn modelId="{E318CA50-05F0-443B-9924-FFFF10EA056F}" srcId="{B68C12C5-99D3-45FE-B7F6-89E208DF80BD}" destId="{63C289B9-74CE-48F6-BCD8-CB869496F224}" srcOrd="2" destOrd="0" parTransId="{258E8636-CBC2-45C3-988D-366AF84FFB6B}" sibTransId="{A6B99A3E-B08A-4647-8404-72F80D987591}"/>
    <dgm:cxn modelId="{17843054-19A4-4F23-A81D-4AEA807B7567}" type="presOf" srcId="{63C289B9-74CE-48F6-BCD8-CB869496F224}" destId="{F232B6E7-F15D-4E6E-B543-D46243B93195}" srcOrd="0" destOrd="0" presId="urn:microsoft.com/office/officeart/2018/2/layout/IconVerticalSolidList"/>
    <dgm:cxn modelId="{72CF31E0-7CF6-4144-80F1-C8E7226CEE97}" type="presOf" srcId="{B48B5715-15EE-4957-81E9-7A36C4A6BD75}" destId="{869D9E42-BB55-4796-BFC9-B306E5A6A033}" srcOrd="0" destOrd="0" presId="urn:microsoft.com/office/officeart/2018/2/layout/IconVerticalSolidList"/>
    <dgm:cxn modelId="{19DEF8E9-49D6-49C9-AE68-396D8EEDD100}" type="presOf" srcId="{066BEC13-AC4A-44BC-B632-C284EEC84492}" destId="{5B4B2CA9-9FDE-4DAF-BEA4-3E24E100C25F}" srcOrd="0" destOrd="0" presId="urn:microsoft.com/office/officeart/2018/2/layout/IconVerticalSolidList"/>
    <dgm:cxn modelId="{64A5C9F7-F70E-4340-9EDD-9A0BAFBC4593}" type="presParOf" srcId="{484DC52B-A24F-47CC-A18F-89DEBB273572}" destId="{4BAC18C6-4F8E-4AC2-B9DB-C372F2DBD5B9}" srcOrd="0" destOrd="0" presId="urn:microsoft.com/office/officeart/2018/2/layout/IconVerticalSolidList"/>
    <dgm:cxn modelId="{2A3FCA61-DAF5-47D5-A242-61407E29D08D}" type="presParOf" srcId="{4BAC18C6-4F8E-4AC2-B9DB-C372F2DBD5B9}" destId="{8A19574F-B14A-4F1B-AF7F-4C13F928A4DE}" srcOrd="0" destOrd="0" presId="urn:microsoft.com/office/officeart/2018/2/layout/IconVerticalSolidList"/>
    <dgm:cxn modelId="{A38B61DA-D187-4040-926F-BBFF876A9946}" type="presParOf" srcId="{4BAC18C6-4F8E-4AC2-B9DB-C372F2DBD5B9}" destId="{C8AD70E4-49BE-4E26-BA34-06115D708735}" srcOrd="1" destOrd="0" presId="urn:microsoft.com/office/officeart/2018/2/layout/IconVerticalSolidList"/>
    <dgm:cxn modelId="{B3455EE1-36C9-4956-83C7-E6183C134BAB}" type="presParOf" srcId="{4BAC18C6-4F8E-4AC2-B9DB-C372F2DBD5B9}" destId="{02EF8F4F-A6F0-43F2-85A4-8B90B34CB931}" srcOrd="2" destOrd="0" presId="urn:microsoft.com/office/officeart/2018/2/layout/IconVerticalSolidList"/>
    <dgm:cxn modelId="{C5A77D93-B93C-49E0-BADD-A5A47980B011}" type="presParOf" srcId="{4BAC18C6-4F8E-4AC2-B9DB-C372F2DBD5B9}" destId="{E375B062-090C-46D1-AFFC-49AB474AFD99}" srcOrd="3" destOrd="0" presId="urn:microsoft.com/office/officeart/2018/2/layout/IconVerticalSolidList"/>
    <dgm:cxn modelId="{C2E930E3-19FA-40CE-B1A7-35DD2B31155D}" type="presParOf" srcId="{484DC52B-A24F-47CC-A18F-89DEBB273572}" destId="{FDEE56A2-F244-44AF-BABB-07195C884131}" srcOrd="1" destOrd="0" presId="urn:microsoft.com/office/officeart/2018/2/layout/IconVerticalSolidList"/>
    <dgm:cxn modelId="{6697052D-DF39-4A68-932C-8321C624330F}" type="presParOf" srcId="{484DC52B-A24F-47CC-A18F-89DEBB273572}" destId="{27DFF136-03F6-4F2E-BAB5-F612E167BAA3}" srcOrd="2" destOrd="0" presId="urn:microsoft.com/office/officeart/2018/2/layout/IconVerticalSolidList"/>
    <dgm:cxn modelId="{AE8BB562-E462-48B8-A121-7C6D49208357}" type="presParOf" srcId="{27DFF136-03F6-4F2E-BAB5-F612E167BAA3}" destId="{385813FD-F451-401E-AA84-196056C4F734}" srcOrd="0" destOrd="0" presId="urn:microsoft.com/office/officeart/2018/2/layout/IconVerticalSolidList"/>
    <dgm:cxn modelId="{B5117C34-8A77-4AA6-BF25-5F2FEF8C91F4}" type="presParOf" srcId="{27DFF136-03F6-4F2E-BAB5-F612E167BAA3}" destId="{7294AA4A-0363-45F5-8C12-247147C6C226}" srcOrd="1" destOrd="0" presId="urn:microsoft.com/office/officeart/2018/2/layout/IconVerticalSolidList"/>
    <dgm:cxn modelId="{3EB45A3D-BC1C-4247-AA5C-406694BBF1A5}" type="presParOf" srcId="{27DFF136-03F6-4F2E-BAB5-F612E167BAA3}" destId="{2AC9DA1A-4EBC-4E9C-90B1-31076D5BED07}" srcOrd="2" destOrd="0" presId="urn:microsoft.com/office/officeart/2018/2/layout/IconVerticalSolidList"/>
    <dgm:cxn modelId="{AFF710AA-548C-49A2-854C-17CFC1807ECD}" type="presParOf" srcId="{27DFF136-03F6-4F2E-BAB5-F612E167BAA3}" destId="{869D9E42-BB55-4796-BFC9-B306E5A6A033}" srcOrd="3" destOrd="0" presId="urn:microsoft.com/office/officeart/2018/2/layout/IconVerticalSolidList"/>
    <dgm:cxn modelId="{64539C1B-2CDF-473C-ACBB-75D9882C6CBC}" type="presParOf" srcId="{484DC52B-A24F-47CC-A18F-89DEBB273572}" destId="{DBEFA045-89E8-470A-9E09-1A336C42CE6E}" srcOrd="3" destOrd="0" presId="urn:microsoft.com/office/officeart/2018/2/layout/IconVerticalSolidList"/>
    <dgm:cxn modelId="{C5A163BE-9067-4C36-97D0-27359B949C66}" type="presParOf" srcId="{484DC52B-A24F-47CC-A18F-89DEBB273572}" destId="{76F51587-CD0D-4768-AD6D-139E49285886}" srcOrd="4" destOrd="0" presId="urn:microsoft.com/office/officeart/2018/2/layout/IconVerticalSolidList"/>
    <dgm:cxn modelId="{D8E86765-B6D8-4718-86C4-7D7C9D20A686}" type="presParOf" srcId="{76F51587-CD0D-4768-AD6D-139E49285886}" destId="{7243C777-36FA-41F6-A2A0-848EAC8AA203}" srcOrd="0" destOrd="0" presId="urn:microsoft.com/office/officeart/2018/2/layout/IconVerticalSolidList"/>
    <dgm:cxn modelId="{C5EF72E1-6F80-443C-8386-7D0CE3D1845B}" type="presParOf" srcId="{76F51587-CD0D-4768-AD6D-139E49285886}" destId="{14321103-EBCF-41A4-9C3D-A216F8352016}" srcOrd="1" destOrd="0" presId="urn:microsoft.com/office/officeart/2018/2/layout/IconVerticalSolidList"/>
    <dgm:cxn modelId="{14828BCA-DCFE-423F-981C-A9E57A927CDF}" type="presParOf" srcId="{76F51587-CD0D-4768-AD6D-139E49285886}" destId="{795C70DA-00AA-4E34-9525-7F43F98E6E25}" srcOrd="2" destOrd="0" presId="urn:microsoft.com/office/officeart/2018/2/layout/IconVerticalSolidList"/>
    <dgm:cxn modelId="{0F16FEB4-9061-4C62-B7FE-75EADA7C1C1B}" type="presParOf" srcId="{76F51587-CD0D-4768-AD6D-139E49285886}" destId="{F232B6E7-F15D-4E6E-B543-D46243B93195}" srcOrd="3" destOrd="0" presId="urn:microsoft.com/office/officeart/2018/2/layout/IconVerticalSolidList"/>
    <dgm:cxn modelId="{76FDCCBE-5C6F-40EA-BEAB-6EC0C9A215BE}" type="presParOf" srcId="{484DC52B-A24F-47CC-A18F-89DEBB273572}" destId="{A5FA873A-EF17-4C6C-91B1-3A257CEC893F}" srcOrd="5" destOrd="0" presId="urn:microsoft.com/office/officeart/2018/2/layout/IconVerticalSolidList"/>
    <dgm:cxn modelId="{FAEFC4B8-082C-4E94-AA5A-27E296F65549}" type="presParOf" srcId="{484DC52B-A24F-47CC-A18F-89DEBB273572}" destId="{E3BAA9BA-0C7B-4884-84D9-27299E9AE109}" srcOrd="6" destOrd="0" presId="urn:microsoft.com/office/officeart/2018/2/layout/IconVerticalSolidList"/>
    <dgm:cxn modelId="{BE837CAC-E24B-4866-AE2F-C65ADD27F5E5}" type="presParOf" srcId="{E3BAA9BA-0C7B-4884-84D9-27299E9AE109}" destId="{6BB387DE-463E-452C-B268-69A0B7551742}" srcOrd="0" destOrd="0" presId="urn:microsoft.com/office/officeart/2018/2/layout/IconVerticalSolidList"/>
    <dgm:cxn modelId="{FE8FF5DF-F216-4B01-B3C7-6230E2352048}" type="presParOf" srcId="{E3BAA9BA-0C7B-4884-84D9-27299E9AE109}" destId="{23F567F3-B977-4EF1-BC79-2CBD531D5972}" srcOrd="1" destOrd="0" presId="urn:microsoft.com/office/officeart/2018/2/layout/IconVerticalSolidList"/>
    <dgm:cxn modelId="{FE2EFE1F-0206-4855-A069-B1B3934211D4}" type="presParOf" srcId="{E3BAA9BA-0C7B-4884-84D9-27299E9AE109}" destId="{3ED2C38A-D198-4238-9E54-34076DD4699E}" srcOrd="2" destOrd="0" presId="urn:microsoft.com/office/officeart/2018/2/layout/IconVerticalSolidList"/>
    <dgm:cxn modelId="{D09000AD-95AA-4784-AA16-8E3FD8219174}" type="presParOf" srcId="{E3BAA9BA-0C7B-4884-84D9-27299E9AE109}" destId="{5B4B2CA9-9FDE-4DAF-BEA4-3E24E100C2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7D3D8C2-3523-4528-8DEA-A8B82F9C6471}" type="doc">
      <dgm:prSet loTypeId="urn:microsoft.com/office/officeart/2005/8/layout/process5" loCatId="process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0BCA3F0-19D4-476E-827B-F49D5157ECCE}">
      <dgm:prSet/>
      <dgm:spPr/>
      <dgm:t>
        <a:bodyPr/>
        <a:lstStyle/>
        <a:p>
          <a:r>
            <a:rPr lang="en-US"/>
            <a:t>Starts next point before finishing current one</a:t>
          </a:r>
        </a:p>
      </dgm:t>
    </dgm:pt>
    <dgm:pt modelId="{B5B0F2E1-CAB4-4301-BCCA-D7E59690042A}" type="parTrans" cxnId="{DE73B39D-721C-4D38-AE66-D48680E7FF70}">
      <dgm:prSet/>
      <dgm:spPr/>
      <dgm:t>
        <a:bodyPr/>
        <a:lstStyle/>
        <a:p>
          <a:endParaRPr lang="en-US"/>
        </a:p>
      </dgm:t>
    </dgm:pt>
    <dgm:pt modelId="{288A3D86-9E29-44D9-B345-F408018839BC}" type="sibTrans" cxnId="{DE73B39D-721C-4D38-AE66-D48680E7FF70}">
      <dgm:prSet/>
      <dgm:spPr/>
      <dgm:t>
        <a:bodyPr/>
        <a:lstStyle/>
        <a:p>
          <a:endParaRPr lang="en-US"/>
        </a:p>
      </dgm:t>
    </dgm:pt>
    <dgm:pt modelId="{6FEE8A73-27C0-4F3C-B6DA-E119AEA4AC9B}">
      <dgm:prSet/>
      <dgm:spPr/>
      <dgm:t>
        <a:bodyPr/>
        <a:lstStyle/>
        <a:p>
          <a:r>
            <a:rPr lang="en-US"/>
            <a:t>Task hopping due to urgency mindset</a:t>
          </a:r>
        </a:p>
      </dgm:t>
    </dgm:pt>
    <dgm:pt modelId="{B7FC792A-37C7-4D6E-ACB9-8A1EC3B3E7CE}" type="parTrans" cxnId="{3988497C-36AF-47D8-A9C6-1D787ACAA348}">
      <dgm:prSet/>
      <dgm:spPr/>
      <dgm:t>
        <a:bodyPr/>
        <a:lstStyle/>
        <a:p>
          <a:endParaRPr lang="en-US"/>
        </a:p>
      </dgm:t>
    </dgm:pt>
    <dgm:pt modelId="{458C4099-7A21-422C-A7F4-371D910B0421}" type="sibTrans" cxnId="{3988497C-36AF-47D8-A9C6-1D787ACAA348}">
      <dgm:prSet/>
      <dgm:spPr/>
      <dgm:t>
        <a:bodyPr/>
        <a:lstStyle/>
        <a:p>
          <a:endParaRPr lang="en-US"/>
        </a:p>
      </dgm:t>
    </dgm:pt>
    <dgm:pt modelId="{C06565D1-C5D2-4EDB-9D53-635F10D0FBCE}" type="pres">
      <dgm:prSet presAssocID="{E7D3D8C2-3523-4528-8DEA-A8B82F9C6471}" presName="diagram" presStyleCnt="0">
        <dgm:presLayoutVars>
          <dgm:dir/>
          <dgm:resizeHandles val="exact"/>
        </dgm:presLayoutVars>
      </dgm:prSet>
      <dgm:spPr/>
    </dgm:pt>
    <dgm:pt modelId="{B5613210-6274-4B7A-AAB8-157171573E06}" type="pres">
      <dgm:prSet presAssocID="{90BCA3F0-19D4-476E-827B-F49D5157ECCE}" presName="node" presStyleLbl="node1" presStyleIdx="0" presStyleCnt="2">
        <dgm:presLayoutVars>
          <dgm:bulletEnabled val="1"/>
        </dgm:presLayoutVars>
      </dgm:prSet>
      <dgm:spPr/>
    </dgm:pt>
    <dgm:pt modelId="{39AC93BA-4B8E-4332-9F70-BB2D39AA7F00}" type="pres">
      <dgm:prSet presAssocID="{288A3D86-9E29-44D9-B345-F408018839BC}" presName="sibTrans" presStyleLbl="sibTrans2D1" presStyleIdx="0" presStyleCnt="1"/>
      <dgm:spPr/>
    </dgm:pt>
    <dgm:pt modelId="{4A7F1830-2EE0-4576-8B8F-0DF54CA749BB}" type="pres">
      <dgm:prSet presAssocID="{288A3D86-9E29-44D9-B345-F408018839BC}" presName="connectorText" presStyleLbl="sibTrans2D1" presStyleIdx="0" presStyleCnt="1"/>
      <dgm:spPr/>
    </dgm:pt>
    <dgm:pt modelId="{DEB6B5AB-E86E-4161-8AF9-96FBF5ED6A3A}" type="pres">
      <dgm:prSet presAssocID="{6FEE8A73-27C0-4F3C-B6DA-E119AEA4AC9B}" presName="node" presStyleLbl="node1" presStyleIdx="1" presStyleCnt="2">
        <dgm:presLayoutVars>
          <dgm:bulletEnabled val="1"/>
        </dgm:presLayoutVars>
      </dgm:prSet>
      <dgm:spPr/>
    </dgm:pt>
  </dgm:ptLst>
  <dgm:cxnLst>
    <dgm:cxn modelId="{8F0B2E23-2F8D-4199-89AF-4F258EDA75EA}" type="presOf" srcId="{E7D3D8C2-3523-4528-8DEA-A8B82F9C6471}" destId="{C06565D1-C5D2-4EDB-9D53-635F10D0FBCE}" srcOrd="0" destOrd="0" presId="urn:microsoft.com/office/officeart/2005/8/layout/process5"/>
    <dgm:cxn modelId="{5C92AF62-EF77-4ECD-AD00-29314120EA59}" type="presOf" srcId="{288A3D86-9E29-44D9-B345-F408018839BC}" destId="{4A7F1830-2EE0-4576-8B8F-0DF54CA749BB}" srcOrd="1" destOrd="0" presId="urn:microsoft.com/office/officeart/2005/8/layout/process5"/>
    <dgm:cxn modelId="{28D8F957-BA25-47CB-8DAF-79598E6E89CB}" type="presOf" srcId="{288A3D86-9E29-44D9-B345-F408018839BC}" destId="{39AC93BA-4B8E-4332-9F70-BB2D39AA7F00}" srcOrd="0" destOrd="0" presId="urn:microsoft.com/office/officeart/2005/8/layout/process5"/>
    <dgm:cxn modelId="{3988497C-36AF-47D8-A9C6-1D787ACAA348}" srcId="{E7D3D8C2-3523-4528-8DEA-A8B82F9C6471}" destId="{6FEE8A73-27C0-4F3C-B6DA-E119AEA4AC9B}" srcOrd="1" destOrd="0" parTransId="{B7FC792A-37C7-4D6E-ACB9-8A1EC3B3E7CE}" sibTransId="{458C4099-7A21-422C-A7F4-371D910B0421}"/>
    <dgm:cxn modelId="{A3106885-F4A5-44D1-8441-934BA4FCCF10}" type="presOf" srcId="{90BCA3F0-19D4-476E-827B-F49D5157ECCE}" destId="{B5613210-6274-4B7A-AAB8-157171573E06}" srcOrd="0" destOrd="0" presId="urn:microsoft.com/office/officeart/2005/8/layout/process5"/>
    <dgm:cxn modelId="{6E075C94-DF57-4BDF-9287-6E2A35FCEAD5}" type="presOf" srcId="{6FEE8A73-27C0-4F3C-B6DA-E119AEA4AC9B}" destId="{DEB6B5AB-E86E-4161-8AF9-96FBF5ED6A3A}" srcOrd="0" destOrd="0" presId="urn:microsoft.com/office/officeart/2005/8/layout/process5"/>
    <dgm:cxn modelId="{DE73B39D-721C-4D38-AE66-D48680E7FF70}" srcId="{E7D3D8C2-3523-4528-8DEA-A8B82F9C6471}" destId="{90BCA3F0-19D4-476E-827B-F49D5157ECCE}" srcOrd="0" destOrd="0" parTransId="{B5B0F2E1-CAB4-4301-BCCA-D7E59690042A}" sibTransId="{288A3D86-9E29-44D9-B345-F408018839BC}"/>
    <dgm:cxn modelId="{50FB2EFD-5D6F-449A-888B-B4ACB4C18ABC}" type="presParOf" srcId="{C06565D1-C5D2-4EDB-9D53-635F10D0FBCE}" destId="{B5613210-6274-4B7A-AAB8-157171573E06}" srcOrd="0" destOrd="0" presId="urn:microsoft.com/office/officeart/2005/8/layout/process5"/>
    <dgm:cxn modelId="{22369EBD-D08C-4E4A-B15C-F104CB582C4E}" type="presParOf" srcId="{C06565D1-C5D2-4EDB-9D53-635F10D0FBCE}" destId="{39AC93BA-4B8E-4332-9F70-BB2D39AA7F00}" srcOrd="1" destOrd="0" presId="urn:microsoft.com/office/officeart/2005/8/layout/process5"/>
    <dgm:cxn modelId="{24BE3134-106F-4CB9-9F17-593D1D02EADA}" type="presParOf" srcId="{39AC93BA-4B8E-4332-9F70-BB2D39AA7F00}" destId="{4A7F1830-2EE0-4576-8B8F-0DF54CA749BB}" srcOrd="0" destOrd="0" presId="urn:microsoft.com/office/officeart/2005/8/layout/process5"/>
    <dgm:cxn modelId="{8125272E-6508-428E-B5F9-2633CDA249B0}" type="presParOf" srcId="{C06565D1-C5D2-4EDB-9D53-635F10D0FBCE}" destId="{DEB6B5AB-E86E-4161-8AF9-96FBF5ED6A3A}" srcOrd="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906FFCC-F832-4C9D-9B39-BBA2AB496DD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56A4E4-34F0-4CFF-880B-1B3DB9329981}">
      <dgm:prSet/>
      <dgm:spPr/>
      <dgm:t>
        <a:bodyPr/>
        <a:lstStyle/>
        <a:p>
          <a:r>
            <a:rPr lang="en-US"/>
            <a:t>Maximum two active tasks</a:t>
          </a:r>
        </a:p>
      </dgm:t>
    </dgm:pt>
    <dgm:pt modelId="{CF83E936-360A-40CA-AF6F-6261665915A7}" type="parTrans" cxnId="{B57CE275-0CAD-4CD9-983C-F871B32F388A}">
      <dgm:prSet/>
      <dgm:spPr/>
      <dgm:t>
        <a:bodyPr/>
        <a:lstStyle/>
        <a:p>
          <a:endParaRPr lang="en-US"/>
        </a:p>
      </dgm:t>
    </dgm:pt>
    <dgm:pt modelId="{4C7FC11B-8D32-4894-8B78-FE304ED9537F}" type="sibTrans" cxnId="{B57CE275-0CAD-4CD9-983C-F871B32F388A}">
      <dgm:prSet/>
      <dgm:spPr/>
      <dgm:t>
        <a:bodyPr/>
        <a:lstStyle/>
        <a:p>
          <a:endParaRPr lang="en-US"/>
        </a:p>
      </dgm:t>
    </dgm:pt>
    <dgm:pt modelId="{374067B0-EB14-495D-9007-325F017917F9}">
      <dgm:prSet/>
      <dgm:spPr/>
      <dgm:t>
        <a:bodyPr/>
        <a:lstStyle/>
        <a:p>
          <a:r>
            <a:rPr lang="en-US"/>
            <a:t>Avoid parallel topic switching</a:t>
          </a:r>
        </a:p>
      </dgm:t>
    </dgm:pt>
    <dgm:pt modelId="{954441AF-3BF0-4AB2-BD0E-DCBA93A651A4}" type="parTrans" cxnId="{F44D3F8F-E770-4211-B9E5-5FD7D50FDFE9}">
      <dgm:prSet/>
      <dgm:spPr/>
      <dgm:t>
        <a:bodyPr/>
        <a:lstStyle/>
        <a:p>
          <a:endParaRPr lang="en-US"/>
        </a:p>
      </dgm:t>
    </dgm:pt>
    <dgm:pt modelId="{42F8AE08-C995-4F19-965F-21794343ED4D}" type="sibTrans" cxnId="{F44D3F8F-E770-4211-B9E5-5FD7D50FDFE9}">
      <dgm:prSet/>
      <dgm:spPr/>
      <dgm:t>
        <a:bodyPr/>
        <a:lstStyle/>
        <a:p>
          <a:endParaRPr lang="en-US"/>
        </a:p>
      </dgm:t>
    </dgm:pt>
    <dgm:pt modelId="{262ADAAB-A4AA-421B-9E41-9AC5DAFD6D54}">
      <dgm:prSet/>
      <dgm:spPr/>
      <dgm:t>
        <a:bodyPr/>
        <a:lstStyle/>
        <a:p>
          <a:r>
            <a:rPr lang="en-US"/>
            <a:t>Focus on closure</a:t>
          </a:r>
        </a:p>
      </dgm:t>
    </dgm:pt>
    <dgm:pt modelId="{9FDA0AAB-A990-43DE-81CB-85CEBC39D60A}" type="parTrans" cxnId="{74478ECF-F68E-49BE-AF5A-6287CEFB67BF}">
      <dgm:prSet/>
      <dgm:spPr/>
      <dgm:t>
        <a:bodyPr/>
        <a:lstStyle/>
        <a:p>
          <a:endParaRPr lang="en-US"/>
        </a:p>
      </dgm:t>
    </dgm:pt>
    <dgm:pt modelId="{C7FB07FD-5B28-4F64-9E40-05A6E17F56AD}" type="sibTrans" cxnId="{74478ECF-F68E-49BE-AF5A-6287CEFB67BF}">
      <dgm:prSet/>
      <dgm:spPr/>
      <dgm:t>
        <a:bodyPr/>
        <a:lstStyle/>
        <a:p>
          <a:endParaRPr lang="en-US"/>
        </a:p>
      </dgm:t>
    </dgm:pt>
    <dgm:pt modelId="{B4392323-8D4D-495D-9BFD-376BC645D7FE}" type="pres">
      <dgm:prSet presAssocID="{8906FFCC-F832-4C9D-9B39-BBA2AB496DD3}" presName="outerComposite" presStyleCnt="0">
        <dgm:presLayoutVars>
          <dgm:chMax val="5"/>
          <dgm:dir/>
          <dgm:resizeHandles val="exact"/>
        </dgm:presLayoutVars>
      </dgm:prSet>
      <dgm:spPr/>
    </dgm:pt>
    <dgm:pt modelId="{3F4DF8B8-E727-468E-95D1-80723D846127}" type="pres">
      <dgm:prSet presAssocID="{8906FFCC-F832-4C9D-9B39-BBA2AB496DD3}" presName="dummyMaxCanvas" presStyleCnt="0">
        <dgm:presLayoutVars/>
      </dgm:prSet>
      <dgm:spPr/>
    </dgm:pt>
    <dgm:pt modelId="{3A0BE60B-C8E5-4F75-B18A-B23F7D018A23}" type="pres">
      <dgm:prSet presAssocID="{8906FFCC-F832-4C9D-9B39-BBA2AB496DD3}" presName="ThreeNodes_1" presStyleLbl="node1" presStyleIdx="0" presStyleCnt="3">
        <dgm:presLayoutVars>
          <dgm:bulletEnabled val="1"/>
        </dgm:presLayoutVars>
      </dgm:prSet>
      <dgm:spPr/>
    </dgm:pt>
    <dgm:pt modelId="{2C4579BC-C63B-4156-A184-0A5D1A104EE9}" type="pres">
      <dgm:prSet presAssocID="{8906FFCC-F832-4C9D-9B39-BBA2AB496DD3}" presName="ThreeNodes_2" presStyleLbl="node1" presStyleIdx="1" presStyleCnt="3">
        <dgm:presLayoutVars>
          <dgm:bulletEnabled val="1"/>
        </dgm:presLayoutVars>
      </dgm:prSet>
      <dgm:spPr/>
    </dgm:pt>
    <dgm:pt modelId="{C1784CC0-ED21-4EF1-816C-2144DC02C82A}" type="pres">
      <dgm:prSet presAssocID="{8906FFCC-F832-4C9D-9B39-BBA2AB496DD3}" presName="ThreeNodes_3" presStyleLbl="node1" presStyleIdx="2" presStyleCnt="3">
        <dgm:presLayoutVars>
          <dgm:bulletEnabled val="1"/>
        </dgm:presLayoutVars>
      </dgm:prSet>
      <dgm:spPr/>
    </dgm:pt>
    <dgm:pt modelId="{2BBC09D5-0761-47F4-97A9-8ECF60BDD54B}" type="pres">
      <dgm:prSet presAssocID="{8906FFCC-F832-4C9D-9B39-BBA2AB496DD3}" presName="ThreeConn_1-2" presStyleLbl="fgAccFollowNode1" presStyleIdx="0" presStyleCnt="2">
        <dgm:presLayoutVars>
          <dgm:bulletEnabled val="1"/>
        </dgm:presLayoutVars>
      </dgm:prSet>
      <dgm:spPr/>
    </dgm:pt>
    <dgm:pt modelId="{3C489ABE-7765-47E5-A1BF-507F1B1339F1}" type="pres">
      <dgm:prSet presAssocID="{8906FFCC-F832-4C9D-9B39-BBA2AB496DD3}" presName="ThreeConn_2-3" presStyleLbl="fgAccFollowNode1" presStyleIdx="1" presStyleCnt="2">
        <dgm:presLayoutVars>
          <dgm:bulletEnabled val="1"/>
        </dgm:presLayoutVars>
      </dgm:prSet>
      <dgm:spPr/>
    </dgm:pt>
    <dgm:pt modelId="{2C28D2DB-B448-4F7B-8632-637F086BA59E}" type="pres">
      <dgm:prSet presAssocID="{8906FFCC-F832-4C9D-9B39-BBA2AB496DD3}" presName="ThreeNodes_1_text" presStyleLbl="node1" presStyleIdx="2" presStyleCnt="3">
        <dgm:presLayoutVars>
          <dgm:bulletEnabled val="1"/>
        </dgm:presLayoutVars>
      </dgm:prSet>
      <dgm:spPr/>
    </dgm:pt>
    <dgm:pt modelId="{81E90C76-AE99-4752-80CA-134E3013AFEA}" type="pres">
      <dgm:prSet presAssocID="{8906FFCC-F832-4C9D-9B39-BBA2AB496DD3}" presName="ThreeNodes_2_text" presStyleLbl="node1" presStyleIdx="2" presStyleCnt="3">
        <dgm:presLayoutVars>
          <dgm:bulletEnabled val="1"/>
        </dgm:presLayoutVars>
      </dgm:prSet>
      <dgm:spPr/>
    </dgm:pt>
    <dgm:pt modelId="{FAF78267-0351-45D6-AAF9-2C0FCF745F67}" type="pres">
      <dgm:prSet presAssocID="{8906FFCC-F832-4C9D-9B39-BBA2AB496DD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3C1DE03-976A-4700-B372-9E6A09558B93}" type="presOf" srcId="{C456A4E4-34F0-4CFF-880B-1B3DB9329981}" destId="{2C28D2DB-B448-4F7B-8632-637F086BA59E}" srcOrd="1" destOrd="0" presId="urn:microsoft.com/office/officeart/2005/8/layout/vProcess5"/>
    <dgm:cxn modelId="{00B0B30E-3E8F-4846-8756-5678237D2B8A}" type="presOf" srcId="{4C7FC11B-8D32-4894-8B78-FE304ED9537F}" destId="{2BBC09D5-0761-47F4-97A9-8ECF60BDD54B}" srcOrd="0" destOrd="0" presId="urn:microsoft.com/office/officeart/2005/8/layout/vProcess5"/>
    <dgm:cxn modelId="{D09D2A1A-04BA-482D-863F-6ABA76DDBC67}" type="presOf" srcId="{C456A4E4-34F0-4CFF-880B-1B3DB9329981}" destId="{3A0BE60B-C8E5-4F75-B18A-B23F7D018A23}" srcOrd="0" destOrd="0" presId="urn:microsoft.com/office/officeart/2005/8/layout/vProcess5"/>
    <dgm:cxn modelId="{AC63E82A-A7EB-48AA-BB0A-461754E40AD7}" type="presOf" srcId="{262ADAAB-A4AA-421B-9E41-9AC5DAFD6D54}" destId="{C1784CC0-ED21-4EF1-816C-2144DC02C82A}" srcOrd="0" destOrd="0" presId="urn:microsoft.com/office/officeart/2005/8/layout/vProcess5"/>
    <dgm:cxn modelId="{B57CE275-0CAD-4CD9-983C-F871B32F388A}" srcId="{8906FFCC-F832-4C9D-9B39-BBA2AB496DD3}" destId="{C456A4E4-34F0-4CFF-880B-1B3DB9329981}" srcOrd="0" destOrd="0" parTransId="{CF83E936-360A-40CA-AF6F-6261665915A7}" sibTransId="{4C7FC11B-8D32-4894-8B78-FE304ED9537F}"/>
    <dgm:cxn modelId="{49EA6287-AAB7-4F03-9AEF-2D074ECE9EE6}" type="presOf" srcId="{374067B0-EB14-495D-9007-325F017917F9}" destId="{81E90C76-AE99-4752-80CA-134E3013AFEA}" srcOrd="1" destOrd="0" presId="urn:microsoft.com/office/officeart/2005/8/layout/vProcess5"/>
    <dgm:cxn modelId="{F44D3F8F-E770-4211-B9E5-5FD7D50FDFE9}" srcId="{8906FFCC-F832-4C9D-9B39-BBA2AB496DD3}" destId="{374067B0-EB14-495D-9007-325F017917F9}" srcOrd="1" destOrd="0" parTransId="{954441AF-3BF0-4AB2-BD0E-DCBA93A651A4}" sibTransId="{42F8AE08-C995-4F19-965F-21794343ED4D}"/>
    <dgm:cxn modelId="{35120891-8AEB-4EF8-A85C-95800A5EC3F3}" type="presOf" srcId="{262ADAAB-A4AA-421B-9E41-9AC5DAFD6D54}" destId="{FAF78267-0351-45D6-AAF9-2C0FCF745F67}" srcOrd="1" destOrd="0" presId="urn:microsoft.com/office/officeart/2005/8/layout/vProcess5"/>
    <dgm:cxn modelId="{74478ECF-F68E-49BE-AF5A-6287CEFB67BF}" srcId="{8906FFCC-F832-4C9D-9B39-BBA2AB496DD3}" destId="{262ADAAB-A4AA-421B-9E41-9AC5DAFD6D54}" srcOrd="2" destOrd="0" parTransId="{9FDA0AAB-A990-43DE-81CB-85CEBC39D60A}" sibTransId="{C7FB07FD-5B28-4F64-9E40-05A6E17F56AD}"/>
    <dgm:cxn modelId="{124AB0DD-2B7B-40D0-B8F8-BDD786D21EB5}" type="presOf" srcId="{374067B0-EB14-495D-9007-325F017917F9}" destId="{2C4579BC-C63B-4156-A184-0A5D1A104EE9}" srcOrd="0" destOrd="0" presId="urn:microsoft.com/office/officeart/2005/8/layout/vProcess5"/>
    <dgm:cxn modelId="{DDA14BDF-3C64-49ED-9903-76939F8F9AB7}" type="presOf" srcId="{42F8AE08-C995-4F19-965F-21794343ED4D}" destId="{3C489ABE-7765-47E5-A1BF-507F1B1339F1}" srcOrd="0" destOrd="0" presId="urn:microsoft.com/office/officeart/2005/8/layout/vProcess5"/>
    <dgm:cxn modelId="{CD4CB8FB-A9F6-4A30-9CF9-5F1F2D28F2E4}" type="presOf" srcId="{8906FFCC-F832-4C9D-9B39-BBA2AB496DD3}" destId="{B4392323-8D4D-495D-9BFD-376BC645D7FE}" srcOrd="0" destOrd="0" presId="urn:microsoft.com/office/officeart/2005/8/layout/vProcess5"/>
    <dgm:cxn modelId="{31038571-4B50-4F92-91CE-BCB69595B295}" type="presParOf" srcId="{B4392323-8D4D-495D-9BFD-376BC645D7FE}" destId="{3F4DF8B8-E727-468E-95D1-80723D846127}" srcOrd="0" destOrd="0" presId="urn:microsoft.com/office/officeart/2005/8/layout/vProcess5"/>
    <dgm:cxn modelId="{5934F7F4-A7AC-49E6-A948-45EB844E401C}" type="presParOf" srcId="{B4392323-8D4D-495D-9BFD-376BC645D7FE}" destId="{3A0BE60B-C8E5-4F75-B18A-B23F7D018A23}" srcOrd="1" destOrd="0" presId="urn:microsoft.com/office/officeart/2005/8/layout/vProcess5"/>
    <dgm:cxn modelId="{5C9BD5C1-046E-4067-BE57-8CEB6BB58176}" type="presParOf" srcId="{B4392323-8D4D-495D-9BFD-376BC645D7FE}" destId="{2C4579BC-C63B-4156-A184-0A5D1A104EE9}" srcOrd="2" destOrd="0" presId="urn:microsoft.com/office/officeart/2005/8/layout/vProcess5"/>
    <dgm:cxn modelId="{558465D3-C111-454E-A31C-73D56554AF48}" type="presParOf" srcId="{B4392323-8D4D-495D-9BFD-376BC645D7FE}" destId="{C1784CC0-ED21-4EF1-816C-2144DC02C82A}" srcOrd="3" destOrd="0" presId="urn:microsoft.com/office/officeart/2005/8/layout/vProcess5"/>
    <dgm:cxn modelId="{3EE46508-6D84-4A4F-8E7F-DAA980067BF2}" type="presParOf" srcId="{B4392323-8D4D-495D-9BFD-376BC645D7FE}" destId="{2BBC09D5-0761-47F4-97A9-8ECF60BDD54B}" srcOrd="4" destOrd="0" presId="urn:microsoft.com/office/officeart/2005/8/layout/vProcess5"/>
    <dgm:cxn modelId="{ABB3746D-94F5-4EDF-88CD-94C2FC4E6829}" type="presParOf" srcId="{B4392323-8D4D-495D-9BFD-376BC645D7FE}" destId="{3C489ABE-7765-47E5-A1BF-507F1B1339F1}" srcOrd="5" destOrd="0" presId="urn:microsoft.com/office/officeart/2005/8/layout/vProcess5"/>
    <dgm:cxn modelId="{185771D1-0C01-4F23-9692-783F1DE49AAD}" type="presParOf" srcId="{B4392323-8D4D-495D-9BFD-376BC645D7FE}" destId="{2C28D2DB-B448-4F7B-8632-637F086BA59E}" srcOrd="6" destOrd="0" presId="urn:microsoft.com/office/officeart/2005/8/layout/vProcess5"/>
    <dgm:cxn modelId="{906F061C-0308-468E-833C-BD29C183E0E4}" type="presParOf" srcId="{B4392323-8D4D-495D-9BFD-376BC645D7FE}" destId="{81E90C76-AE99-4752-80CA-134E3013AFEA}" srcOrd="7" destOrd="0" presId="urn:microsoft.com/office/officeart/2005/8/layout/vProcess5"/>
    <dgm:cxn modelId="{E83C06C2-D19A-4D0B-B989-E58531C5657F}" type="presParOf" srcId="{B4392323-8D4D-495D-9BFD-376BC645D7FE}" destId="{FAF78267-0351-45D6-AAF9-2C0FCF745F6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CD97DF87-009E-42F4-9CF2-23FB5824073F}" type="doc">
      <dgm:prSet loTypeId="urn:microsoft.com/office/officeart/2005/8/layout/vProcess5" loCatId="process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F7AAAB6-8BDB-4844-B727-68C3F3FD532C}">
      <dgm:prSet/>
      <dgm:spPr/>
      <dgm:t>
        <a:bodyPr/>
        <a:lstStyle/>
        <a:p>
          <a:r>
            <a:rPr lang="en-US"/>
            <a:t>Notes completed</a:t>
          </a:r>
        </a:p>
      </dgm:t>
    </dgm:pt>
    <dgm:pt modelId="{B5ECCD76-5EEB-469E-9482-3BEF2887DD8B}" type="parTrans" cxnId="{F3A32B3B-37AA-4B1E-9E73-617C5A286CD8}">
      <dgm:prSet/>
      <dgm:spPr/>
      <dgm:t>
        <a:bodyPr/>
        <a:lstStyle/>
        <a:p>
          <a:endParaRPr lang="en-US"/>
        </a:p>
      </dgm:t>
    </dgm:pt>
    <dgm:pt modelId="{93862CDA-19EF-4965-B548-1BAC2B0CABEA}" type="sibTrans" cxnId="{F3A32B3B-37AA-4B1E-9E73-617C5A286CD8}">
      <dgm:prSet/>
      <dgm:spPr/>
      <dgm:t>
        <a:bodyPr/>
        <a:lstStyle/>
        <a:p>
          <a:endParaRPr lang="en-US"/>
        </a:p>
      </dgm:t>
    </dgm:pt>
    <dgm:pt modelId="{E5B1CB26-6301-40B5-A74D-72D9D1A72926}">
      <dgm:prSet/>
      <dgm:spPr/>
      <dgm:t>
        <a:bodyPr/>
        <a:lstStyle/>
        <a:p>
          <a:r>
            <a:rPr lang="en-US"/>
            <a:t>Labs completed</a:t>
          </a:r>
        </a:p>
      </dgm:t>
    </dgm:pt>
    <dgm:pt modelId="{233B021C-57D6-42FE-AFDA-3D89D3234168}" type="parTrans" cxnId="{C7F1D791-8378-4EBA-924C-40C7614D4F57}">
      <dgm:prSet/>
      <dgm:spPr/>
      <dgm:t>
        <a:bodyPr/>
        <a:lstStyle/>
        <a:p>
          <a:endParaRPr lang="en-US"/>
        </a:p>
      </dgm:t>
    </dgm:pt>
    <dgm:pt modelId="{32FD4846-8560-42B2-8DAC-5DD0AB8A33F3}" type="sibTrans" cxnId="{C7F1D791-8378-4EBA-924C-40C7614D4F57}">
      <dgm:prSet/>
      <dgm:spPr/>
      <dgm:t>
        <a:bodyPr/>
        <a:lstStyle/>
        <a:p>
          <a:endParaRPr lang="en-US"/>
        </a:p>
      </dgm:t>
    </dgm:pt>
    <dgm:pt modelId="{61AA57A1-8680-410F-AA62-08BBC89DC413}">
      <dgm:prSet/>
      <dgm:spPr/>
      <dgm:t>
        <a:bodyPr/>
        <a:lstStyle/>
        <a:p>
          <a:r>
            <a:rPr lang="en-US"/>
            <a:t>Qubits completed</a:t>
          </a:r>
        </a:p>
      </dgm:t>
    </dgm:pt>
    <dgm:pt modelId="{D4FC4E6E-29E8-41F6-ACE3-9D8831001D9E}" type="parTrans" cxnId="{477E6147-BCD5-411D-B2CD-900E687610CE}">
      <dgm:prSet/>
      <dgm:spPr/>
      <dgm:t>
        <a:bodyPr/>
        <a:lstStyle/>
        <a:p>
          <a:endParaRPr lang="en-US"/>
        </a:p>
      </dgm:t>
    </dgm:pt>
    <dgm:pt modelId="{DBBBF56A-74D0-4CB6-BC45-451EE409BA09}" type="sibTrans" cxnId="{477E6147-BCD5-411D-B2CD-900E687610CE}">
      <dgm:prSet/>
      <dgm:spPr/>
      <dgm:t>
        <a:bodyPr/>
        <a:lstStyle/>
        <a:p>
          <a:endParaRPr lang="en-US"/>
        </a:p>
      </dgm:t>
    </dgm:pt>
    <dgm:pt modelId="{F995D9AE-1A94-4082-95DF-8B7EC627D2D5}">
      <dgm:prSet/>
      <dgm:spPr/>
      <dgm:t>
        <a:bodyPr/>
        <a:lstStyle/>
        <a:p>
          <a:r>
            <a:rPr lang="en-US"/>
            <a:t>Questions completed</a:t>
          </a:r>
        </a:p>
      </dgm:t>
    </dgm:pt>
    <dgm:pt modelId="{34AD389E-FCE9-4ED7-8CF5-5BDD649F7F9D}" type="parTrans" cxnId="{210C9556-AA2D-4F9E-A5E6-95FC0D54126E}">
      <dgm:prSet/>
      <dgm:spPr/>
      <dgm:t>
        <a:bodyPr/>
        <a:lstStyle/>
        <a:p>
          <a:endParaRPr lang="en-US"/>
        </a:p>
      </dgm:t>
    </dgm:pt>
    <dgm:pt modelId="{4B7EB318-16DA-4761-8658-7980A2F12F01}" type="sibTrans" cxnId="{210C9556-AA2D-4F9E-A5E6-95FC0D54126E}">
      <dgm:prSet/>
      <dgm:spPr/>
      <dgm:t>
        <a:bodyPr/>
        <a:lstStyle/>
        <a:p>
          <a:endParaRPr lang="en-US"/>
        </a:p>
      </dgm:t>
    </dgm:pt>
    <dgm:pt modelId="{F71A5346-E668-4563-BC4D-93714A2C3CF0}">
      <dgm:prSet/>
      <dgm:spPr/>
      <dgm:t>
        <a:bodyPr/>
        <a:lstStyle/>
        <a:p>
          <a:r>
            <a:rPr lang="en-US"/>
            <a:t>DSR reflection completed</a:t>
          </a:r>
        </a:p>
      </dgm:t>
    </dgm:pt>
    <dgm:pt modelId="{E2B48AC9-0221-4340-BD82-A05FAE7A8E45}" type="parTrans" cxnId="{05CC1952-A157-4B83-834A-B3F7F0E816FE}">
      <dgm:prSet/>
      <dgm:spPr/>
      <dgm:t>
        <a:bodyPr/>
        <a:lstStyle/>
        <a:p>
          <a:endParaRPr lang="en-US"/>
        </a:p>
      </dgm:t>
    </dgm:pt>
    <dgm:pt modelId="{E0197BB4-742D-49F7-A34C-E19FC2AA0BD2}" type="sibTrans" cxnId="{05CC1952-A157-4B83-834A-B3F7F0E816FE}">
      <dgm:prSet/>
      <dgm:spPr/>
      <dgm:t>
        <a:bodyPr/>
        <a:lstStyle/>
        <a:p>
          <a:endParaRPr lang="en-US"/>
        </a:p>
      </dgm:t>
    </dgm:pt>
    <dgm:pt modelId="{F000E51F-1D4E-4ED6-8C1A-D1956D5F23B6}" type="pres">
      <dgm:prSet presAssocID="{CD97DF87-009E-42F4-9CF2-23FB5824073F}" presName="outerComposite" presStyleCnt="0">
        <dgm:presLayoutVars>
          <dgm:chMax val="5"/>
          <dgm:dir/>
          <dgm:resizeHandles val="exact"/>
        </dgm:presLayoutVars>
      </dgm:prSet>
      <dgm:spPr/>
    </dgm:pt>
    <dgm:pt modelId="{BD21AFBD-46FC-40C9-B85A-D5FC97A31879}" type="pres">
      <dgm:prSet presAssocID="{CD97DF87-009E-42F4-9CF2-23FB5824073F}" presName="dummyMaxCanvas" presStyleCnt="0">
        <dgm:presLayoutVars/>
      </dgm:prSet>
      <dgm:spPr/>
    </dgm:pt>
    <dgm:pt modelId="{ADD2C7D8-57C4-42E3-9CFA-C2C52AA583DD}" type="pres">
      <dgm:prSet presAssocID="{CD97DF87-009E-42F4-9CF2-23FB5824073F}" presName="FiveNodes_1" presStyleLbl="node1" presStyleIdx="0" presStyleCnt="5">
        <dgm:presLayoutVars>
          <dgm:bulletEnabled val="1"/>
        </dgm:presLayoutVars>
      </dgm:prSet>
      <dgm:spPr/>
    </dgm:pt>
    <dgm:pt modelId="{018734FE-FAD7-4918-ABC8-8E8D5229BBE1}" type="pres">
      <dgm:prSet presAssocID="{CD97DF87-009E-42F4-9CF2-23FB5824073F}" presName="FiveNodes_2" presStyleLbl="node1" presStyleIdx="1" presStyleCnt="5">
        <dgm:presLayoutVars>
          <dgm:bulletEnabled val="1"/>
        </dgm:presLayoutVars>
      </dgm:prSet>
      <dgm:spPr/>
    </dgm:pt>
    <dgm:pt modelId="{89F4C410-191E-4F03-B521-4CA373735E88}" type="pres">
      <dgm:prSet presAssocID="{CD97DF87-009E-42F4-9CF2-23FB5824073F}" presName="FiveNodes_3" presStyleLbl="node1" presStyleIdx="2" presStyleCnt="5">
        <dgm:presLayoutVars>
          <dgm:bulletEnabled val="1"/>
        </dgm:presLayoutVars>
      </dgm:prSet>
      <dgm:spPr/>
    </dgm:pt>
    <dgm:pt modelId="{4D71FE9D-D229-4521-AF85-25FEA3D0BC0E}" type="pres">
      <dgm:prSet presAssocID="{CD97DF87-009E-42F4-9CF2-23FB5824073F}" presName="FiveNodes_4" presStyleLbl="node1" presStyleIdx="3" presStyleCnt="5">
        <dgm:presLayoutVars>
          <dgm:bulletEnabled val="1"/>
        </dgm:presLayoutVars>
      </dgm:prSet>
      <dgm:spPr/>
    </dgm:pt>
    <dgm:pt modelId="{51B85A9A-BC24-409F-BFB9-76D9A845226F}" type="pres">
      <dgm:prSet presAssocID="{CD97DF87-009E-42F4-9CF2-23FB5824073F}" presName="FiveNodes_5" presStyleLbl="node1" presStyleIdx="4" presStyleCnt="5">
        <dgm:presLayoutVars>
          <dgm:bulletEnabled val="1"/>
        </dgm:presLayoutVars>
      </dgm:prSet>
      <dgm:spPr/>
    </dgm:pt>
    <dgm:pt modelId="{A4012897-F5D0-4CD0-B603-07A845437B2C}" type="pres">
      <dgm:prSet presAssocID="{CD97DF87-009E-42F4-9CF2-23FB5824073F}" presName="FiveConn_1-2" presStyleLbl="fgAccFollowNode1" presStyleIdx="0" presStyleCnt="4">
        <dgm:presLayoutVars>
          <dgm:bulletEnabled val="1"/>
        </dgm:presLayoutVars>
      </dgm:prSet>
      <dgm:spPr/>
    </dgm:pt>
    <dgm:pt modelId="{C99465C5-CDCF-40AE-96E6-A37D4289A43D}" type="pres">
      <dgm:prSet presAssocID="{CD97DF87-009E-42F4-9CF2-23FB5824073F}" presName="FiveConn_2-3" presStyleLbl="fgAccFollowNode1" presStyleIdx="1" presStyleCnt="4">
        <dgm:presLayoutVars>
          <dgm:bulletEnabled val="1"/>
        </dgm:presLayoutVars>
      </dgm:prSet>
      <dgm:spPr/>
    </dgm:pt>
    <dgm:pt modelId="{380FE534-43A5-49DB-904D-3F4E76D17DB7}" type="pres">
      <dgm:prSet presAssocID="{CD97DF87-009E-42F4-9CF2-23FB5824073F}" presName="FiveConn_3-4" presStyleLbl="fgAccFollowNode1" presStyleIdx="2" presStyleCnt="4">
        <dgm:presLayoutVars>
          <dgm:bulletEnabled val="1"/>
        </dgm:presLayoutVars>
      </dgm:prSet>
      <dgm:spPr/>
    </dgm:pt>
    <dgm:pt modelId="{33545B35-3F1D-4B3B-97AB-04B1EF203EDF}" type="pres">
      <dgm:prSet presAssocID="{CD97DF87-009E-42F4-9CF2-23FB5824073F}" presName="FiveConn_4-5" presStyleLbl="fgAccFollowNode1" presStyleIdx="3" presStyleCnt="4">
        <dgm:presLayoutVars>
          <dgm:bulletEnabled val="1"/>
        </dgm:presLayoutVars>
      </dgm:prSet>
      <dgm:spPr/>
    </dgm:pt>
    <dgm:pt modelId="{864AFEC2-6859-4DC7-A596-08FC44E65672}" type="pres">
      <dgm:prSet presAssocID="{CD97DF87-009E-42F4-9CF2-23FB5824073F}" presName="FiveNodes_1_text" presStyleLbl="node1" presStyleIdx="4" presStyleCnt="5">
        <dgm:presLayoutVars>
          <dgm:bulletEnabled val="1"/>
        </dgm:presLayoutVars>
      </dgm:prSet>
      <dgm:spPr/>
    </dgm:pt>
    <dgm:pt modelId="{E085AE80-7D91-40D9-AFBA-640EE6E9FC1B}" type="pres">
      <dgm:prSet presAssocID="{CD97DF87-009E-42F4-9CF2-23FB5824073F}" presName="FiveNodes_2_text" presStyleLbl="node1" presStyleIdx="4" presStyleCnt="5">
        <dgm:presLayoutVars>
          <dgm:bulletEnabled val="1"/>
        </dgm:presLayoutVars>
      </dgm:prSet>
      <dgm:spPr/>
    </dgm:pt>
    <dgm:pt modelId="{5139A8EE-FAC7-4988-9ABD-D36681097E17}" type="pres">
      <dgm:prSet presAssocID="{CD97DF87-009E-42F4-9CF2-23FB5824073F}" presName="FiveNodes_3_text" presStyleLbl="node1" presStyleIdx="4" presStyleCnt="5">
        <dgm:presLayoutVars>
          <dgm:bulletEnabled val="1"/>
        </dgm:presLayoutVars>
      </dgm:prSet>
      <dgm:spPr/>
    </dgm:pt>
    <dgm:pt modelId="{853F45C2-F96B-4E2D-8DB6-A13EE45A04CE}" type="pres">
      <dgm:prSet presAssocID="{CD97DF87-009E-42F4-9CF2-23FB5824073F}" presName="FiveNodes_4_text" presStyleLbl="node1" presStyleIdx="4" presStyleCnt="5">
        <dgm:presLayoutVars>
          <dgm:bulletEnabled val="1"/>
        </dgm:presLayoutVars>
      </dgm:prSet>
      <dgm:spPr/>
    </dgm:pt>
    <dgm:pt modelId="{E02EA809-0AC9-47D0-947C-66E10B507F8A}" type="pres">
      <dgm:prSet presAssocID="{CD97DF87-009E-42F4-9CF2-23FB5824073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9AE7802-6CEA-4BF0-941D-D332617EF91A}" type="presOf" srcId="{61AA57A1-8680-410F-AA62-08BBC89DC413}" destId="{89F4C410-191E-4F03-B521-4CA373735E88}" srcOrd="0" destOrd="0" presId="urn:microsoft.com/office/officeart/2005/8/layout/vProcess5"/>
    <dgm:cxn modelId="{4FBC9909-A3E1-4AAF-BE0F-1181107443B9}" type="presOf" srcId="{F995D9AE-1A94-4082-95DF-8B7EC627D2D5}" destId="{4D71FE9D-D229-4521-AF85-25FEA3D0BC0E}" srcOrd="0" destOrd="0" presId="urn:microsoft.com/office/officeart/2005/8/layout/vProcess5"/>
    <dgm:cxn modelId="{2EA1AE28-A9FA-40BE-9A75-0D5657572989}" type="presOf" srcId="{32FD4846-8560-42B2-8DAC-5DD0AB8A33F3}" destId="{C99465C5-CDCF-40AE-96E6-A37D4289A43D}" srcOrd="0" destOrd="0" presId="urn:microsoft.com/office/officeart/2005/8/layout/vProcess5"/>
    <dgm:cxn modelId="{F3A32B3B-37AA-4B1E-9E73-617C5A286CD8}" srcId="{CD97DF87-009E-42F4-9CF2-23FB5824073F}" destId="{0F7AAAB6-8BDB-4844-B727-68C3F3FD532C}" srcOrd="0" destOrd="0" parTransId="{B5ECCD76-5EEB-469E-9482-3BEF2887DD8B}" sibTransId="{93862CDA-19EF-4965-B548-1BAC2B0CABEA}"/>
    <dgm:cxn modelId="{25DBD45D-0E96-4797-A213-8758ECE03D02}" type="presOf" srcId="{0F7AAAB6-8BDB-4844-B727-68C3F3FD532C}" destId="{ADD2C7D8-57C4-42E3-9CFA-C2C52AA583DD}" srcOrd="0" destOrd="0" presId="urn:microsoft.com/office/officeart/2005/8/layout/vProcess5"/>
    <dgm:cxn modelId="{893B9165-C91E-49F7-8730-92E03920AD4E}" type="presOf" srcId="{E5B1CB26-6301-40B5-A74D-72D9D1A72926}" destId="{E085AE80-7D91-40D9-AFBA-640EE6E9FC1B}" srcOrd="1" destOrd="0" presId="urn:microsoft.com/office/officeart/2005/8/layout/vProcess5"/>
    <dgm:cxn modelId="{FC56E265-6E9E-4F64-96EB-3A38183D1612}" type="presOf" srcId="{F71A5346-E668-4563-BC4D-93714A2C3CF0}" destId="{51B85A9A-BC24-409F-BFB9-76D9A845226F}" srcOrd="0" destOrd="0" presId="urn:microsoft.com/office/officeart/2005/8/layout/vProcess5"/>
    <dgm:cxn modelId="{477E6147-BCD5-411D-B2CD-900E687610CE}" srcId="{CD97DF87-009E-42F4-9CF2-23FB5824073F}" destId="{61AA57A1-8680-410F-AA62-08BBC89DC413}" srcOrd="2" destOrd="0" parTransId="{D4FC4E6E-29E8-41F6-ACE3-9D8831001D9E}" sibTransId="{DBBBF56A-74D0-4CB6-BC45-451EE409BA09}"/>
    <dgm:cxn modelId="{CA40F849-3D2A-49B3-A55D-F5612AE5C96B}" type="presOf" srcId="{F995D9AE-1A94-4082-95DF-8B7EC627D2D5}" destId="{853F45C2-F96B-4E2D-8DB6-A13EE45A04CE}" srcOrd="1" destOrd="0" presId="urn:microsoft.com/office/officeart/2005/8/layout/vProcess5"/>
    <dgm:cxn modelId="{05CC1952-A157-4B83-834A-B3F7F0E816FE}" srcId="{CD97DF87-009E-42F4-9CF2-23FB5824073F}" destId="{F71A5346-E668-4563-BC4D-93714A2C3CF0}" srcOrd="4" destOrd="0" parTransId="{E2B48AC9-0221-4340-BD82-A05FAE7A8E45}" sibTransId="{E0197BB4-742D-49F7-A34C-E19FC2AA0BD2}"/>
    <dgm:cxn modelId="{E9279974-C70B-4622-8771-A8765A7CECA6}" type="presOf" srcId="{61AA57A1-8680-410F-AA62-08BBC89DC413}" destId="{5139A8EE-FAC7-4988-9ABD-D36681097E17}" srcOrd="1" destOrd="0" presId="urn:microsoft.com/office/officeart/2005/8/layout/vProcess5"/>
    <dgm:cxn modelId="{210C9556-AA2D-4F9E-A5E6-95FC0D54126E}" srcId="{CD97DF87-009E-42F4-9CF2-23FB5824073F}" destId="{F995D9AE-1A94-4082-95DF-8B7EC627D2D5}" srcOrd="3" destOrd="0" parTransId="{34AD389E-FCE9-4ED7-8CF5-5BDD649F7F9D}" sibTransId="{4B7EB318-16DA-4761-8658-7980A2F12F01}"/>
    <dgm:cxn modelId="{ABB5F489-6E61-4A33-93F0-4D21E01105E9}" type="presOf" srcId="{93862CDA-19EF-4965-B548-1BAC2B0CABEA}" destId="{A4012897-F5D0-4CD0-B603-07A845437B2C}" srcOrd="0" destOrd="0" presId="urn:microsoft.com/office/officeart/2005/8/layout/vProcess5"/>
    <dgm:cxn modelId="{71C8C690-E8EB-4B2C-8682-3490AAA8331C}" type="presOf" srcId="{F71A5346-E668-4563-BC4D-93714A2C3CF0}" destId="{E02EA809-0AC9-47D0-947C-66E10B507F8A}" srcOrd="1" destOrd="0" presId="urn:microsoft.com/office/officeart/2005/8/layout/vProcess5"/>
    <dgm:cxn modelId="{C7F1D791-8378-4EBA-924C-40C7614D4F57}" srcId="{CD97DF87-009E-42F4-9CF2-23FB5824073F}" destId="{E5B1CB26-6301-40B5-A74D-72D9D1A72926}" srcOrd="1" destOrd="0" parTransId="{233B021C-57D6-42FE-AFDA-3D89D3234168}" sibTransId="{32FD4846-8560-42B2-8DAC-5DD0AB8A33F3}"/>
    <dgm:cxn modelId="{6CB959D7-F81F-4C09-86A6-942BC59F6D71}" type="presOf" srcId="{0F7AAAB6-8BDB-4844-B727-68C3F3FD532C}" destId="{864AFEC2-6859-4DC7-A596-08FC44E65672}" srcOrd="1" destOrd="0" presId="urn:microsoft.com/office/officeart/2005/8/layout/vProcess5"/>
    <dgm:cxn modelId="{7305BEEA-5D82-482C-AAAB-111B449BC237}" type="presOf" srcId="{CD97DF87-009E-42F4-9CF2-23FB5824073F}" destId="{F000E51F-1D4E-4ED6-8C1A-D1956D5F23B6}" srcOrd="0" destOrd="0" presId="urn:microsoft.com/office/officeart/2005/8/layout/vProcess5"/>
    <dgm:cxn modelId="{1068A4EC-3D65-485C-B2C2-EE0AA8C6782F}" type="presOf" srcId="{4B7EB318-16DA-4761-8658-7980A2F12F01}" destId="{33545B35-3F1D-4B3B-97AB-04B1EF203EDF}" srcOrd="0" destOrd="0" presId="urn:microsoft.com/office/officeart/2005/8/layout/vProcess5"/>
    <dgm:cxn modelId="{0904F7F6-F1F6-432E-9FDB-2A6681FC2399}" type="presOf" srcId="{DBBBF56A-74D0-4CB6-BC45-451EE409BA09}" destId="{380FE534-43A5-49DB-904D-3F4E76D17DB7}" srcOrd="0" destOrd="0" presId="urn:microsoft.com/office/officeart/2005/8/layout/vProcess5"/>
    <dgm:cxn modelId="{246D90FC-C203-4C84-B897-216A9A0581C8}" type="presOf" srcId="{E5B1CB26-6301-40B5-A74D-72D9D1A72926}" destId="{018734FE-FAD7-4918-ABC8-8E8D5229BBE1}" srcOrd="0" destOrd="0" presId="urn:microsoft.com/office/officeart/2005/8/layout/vProcess5"/>
    <dgm:cxn modelId="{474DB40F-DA73-4B0A-B6F8-888A2860035E}" type="presParOf" srcId="{F000E51F-1D4E-4ED6-8C1A-D1956D5F23B6}" destId="{BD21AFBD-46FC-40C9-B85A-D5FC97A31879}" srcOrd="0" destOrd="0" presId="urn:microsoft.com/office/officeart/2005/8/layout/vProcess5"/>
    <dgm:cxn modelId="{1EE03849-F27D-4D70-826C-139BA63D7C2A}" type="presParOf" srcId="{F000E51F-1D4E-4ED6-8C1A-D1956D5F23B6}" destId="{ADD2C7D8-57C4-42E3-9CFA-C2C52AA583DD}" srcOrd="1" destOrd="0" presId="urn:microsoft.com/office/officeart/2005/8/layout/vProcess5"/>
    <dgm:cxn modelId="{1CD9D6BD-267C-4000-AD47-0927ADA88284}" type="presParOf" srcId="{F000E51F-1D4E-4ED6-8C1A-D1956D5F23B6}" destId="{018734FE-FAD7-4918-ABC8-8E8D5229BBE1}" srcOrd="2" destOrd="0" presId="urn:microsoft.com/office/officeart/2005/8/layout/vProcess5"/>
    <dgm:cxn modelId="{AAB1E9BF-3FEB-4277-A9B7-1A13DC1638CE}" type="presParOf" srcId="{F000E51F-1D4E-4ED6-8C1A-D1956D5F23B6}" destId="{89F4C410-191E-4F03-B521-4CA373735E88}" srcOrd="3" destOrd="0" presId="urn:microsoft.com/office/officeart/2005/8/layout/vProcess5"/>
    <dgm:cxn modelId="{B2EF6B59-FC19-4F35-AB0F-5894A0BC6267}" type="presParOf" srcId="{F000E51F-1D4E-4ED6-8C1A-D1956D5F23B6}" destId="{4D71FE9D-D229-4521-AF85-25FEA3D0BC0E}" srcOrd="4" destOrd="0" presId="urn:microsoft.com/office/officeart/2005/8/layout/vProcess5"/>
    <dgm:cxn modelId="{A9DA7F79-2A3D-44C7-AA73-C2477991DFDA}" type="presParOf" srcId="{F000E51F-1D4E-4ED6-8C1A-D1956D5F23B6}" destId="{51B85A9A-BC24-409F-BFB9-76D9A845226F}" srcOrd="5" destOrd="0" presId="urn:microsoft.com/office/officeart/2005/8/layout/vProcess5"/>
    <dgm:cxn modelId="{4A54ABE8-C8A6-4DF3-A83B-B4C09AD1AF79}" type="presParOf" srcId="{F000E51F-1D4E-4ED6-8C1A-D1956D5F23B6}" destId="{A4012897-F5D0-4CD0-B603-07A845437B2C}" srcOrd="6" destOrd="0" presId="urn:microsoft.com/office/officeart/2005/8/layout/vProcess5"/>
    <dgm:cxn modelId="{FA93D155-002F-4527-91CF-3183E09338A5}" type="presParOf" srcId="{F000E51F-1D4E-4ED6-8C1A-D1956D5F23B6}" destId="{C99465C5-CDCF-40AE-96E6-A37D4289A43D}" srcOrd="7" destOrd="0" presId="urn:microsoft.com/office/officeart/2005/8/layout/vProcess5"/>
    <dgm:cxn modelId="{8914513D-69EB-4729-B763-1F0EF23F1499}" type="presParOf" srcId="{F000E51F-1D4E-4ED6-8C1A-D1956D5F23B6}" destId="{380FE534-43A5-49DB-904D-3F4E76D17DB7}" srcOrd="8" destOrd="0" presId="urn:microsoft.com/office/officeart/2005/8/layout/vProcess5"/>
    <dgm:cxn modelId="{97B72F7C-BF86-41C3-AF93-4CC524D7288D}" type="presParOf" srcId="{F000E51F-1D4E-4ED6-8C1A-D1956D5F23B6}" destId="{33545B35-3F1D-4B3B-97AB-04B1EF203EDF}" srcOrd="9" destOrd="0" presId="urn:microsoft.com/office/officeart/2005/8/layout/vProcess5"/>
    <dgm:cxn modelId="{CDFC4E5A-7E85-4E56-9387-8BC4D3CFB8ED}" type="presParOf" srcId="{F000E51F-1D4E-4ED6-8C1A-D1956D5F23B6}" destId="{864AFEC2-6859-4DC7-A596-08FC44E65672}" srcOrd="10" destOrd="0" presId="urn:microsoft.com/office/officeart/2005/8/layout/vProcess5"/>
    <dgm:cxn modelId="{54B49F9A-EF9A-497D-981E-F4A335DBDE2E}" type="presParOf" srcId="{F000E51F-1D4E-4ED6-8C1A-D1956D5F23B6}" destId="{E085AE80-7D91-40D9-AFBA-640EE6E9FC1B}" srcOrd="11" destOrd="0" presId="urn:microsoft.com/office/officeart/2005/8/layout/vProcess5"/>
    <dgm:cxn modelId="{715C701B-8D36-49C7-88AE-1C0D3A4A8BED}" type="presParOf" srcId="{F000E51F-1D4E-4ED6-8C1A-D1956D5F23B6}" destId="{5139A8EE-FAC7-4988-9ABD-D36681097E17}" srcOrd="12" destOrd="0" presId="urn:microsoft.com/office/officeart/2005/8/layout/vProcess5"/>
    <dgm:cxn modelId="{338187FB-7E4C-44E6-AD54-27F520A07B5F}" type="presParOf" srcId="{F000E51F-1D4E-4ED6-8C1A-D1956D5F23B6}" destId="{853F45C2-F96B-4E2D-8DB6-A13EE45A04CE}" srcOrd="13" destOrd="0" presId="urn:microsoft.com/office/officeart/2005/8/layout/vProcess5"/>
    <dgm:cxn modelId="{3A34DE07-375F-4064-8A15-3BF91AE36A1F}" type="presParOf" srcId="{F000E51F-1D4E-4ED6-8C1A-D1956D5F23B6}" destId="{E02EA809-0AC9-47D0-947C-66E10B507F8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43070B6D-D5B9-483A-9845-4E3F0F44341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33C700A5-48FA-48B9-89BE-B90587C633A9}">
      <dgm:prSet/>
      <dgm:spPr/>
      <dgm:t>
        <a:bodyPr/>
        <a:lstStyle/>
        <a:p>
          <a:pPr>
            <a:defRPr cap="all"/>
          </a:pPr>
          <a:r>
            <a:rPr lang="en-US"/>
            <a:t>Finish properly before moving ahead</a:t>
          </a:r>
        </a:p>
      </dgm:t>
    </dgm:pt>
    <dgm:pt modelId="{80EF4674-799C-4AC7-BC6D-5491E1D4259D}" type="parTrans" cxnId="{DB2BBAD7-2EA5-4899-A730-76D6E6DF0BAA}">
      <dgm:prSet/>
      <dgm:spPr/>
      <dgm:t>
        <a:bodyPr/>
        <a:lstStyle/>
        <a:p>
          <a:endParaRPr lang="en-US"/>
        </a:p>
      </dgm:t>
    </dgm:pt>
    <dgm:pt modelId="{C234099A-1F44-4970-8A00-D9EFD58AE2DA}" type="sibTrans" cxnId="{DB2BBAD7-2EA5-4899-A730-76D6E6DF0BAA}">
      <dgm:prSet/>
      <dgm:spPr/>
      <dgm:t>
        <a:bodyPr/>
        <a:lstStyle/>
        <a:p>
          <a:endParaRPr lang="en-US"/>
        </a:p>
      </dgm:t>
    </dgm:pt>
    <dgm:pt modelId="{EE33692E-0F63-4EB0-A3B6-55DA213FCACA}">
      <dgm:prSet/>
      <dgm:spPr/>
      <dgm:t>
        <a:bodyPr/>
        <a:lstStyle/>
        <a:p>
          <a:pPr>
            <a:defRPr cap="all"/>
          </a:pPr>
          <a:r>
            <a:rPr lang="en-US"/>
            <a:t>Patience builds long-term speed</a:t>
          </a:r>
        </a:p>
      </dgm:t>
    </dgm:pt>
    <dgm:pt modelId="{4EBDE3E8-8AE1-4F5C-AFF6-A2B7B45D30B4}" type="parTrans" cxnId="{E3AEF887-9720-4182-AFA0-1F742A1D208F}">
      <dgm:prSet/>
      <dgm:spPr/>
      <dgm:t>
        <a:bodyPr/>
        <a:lstStyle/>
        <a:p>
          <a:endParaRPr lang="en-US"/>
        </a:p>
      </dgm:t>
    </dgm:pt>
    <dgm:pt modelId="{A327FE41-06C6-4DAC-9D1F-8F617383566F}" type="sibTrans" cxnId="{E3AEF887-9720-4182-AFA0-1F742A1D208F}">
      <dgm:prSet/>
      <dgm:spPr/>
      <dgm:t>
        <a:bodyPr/>
        <a:lstStyle/>
        <a:p>
          <a:endParaRPr lang="en-US"/>
        </a:p>
      </dgm:t>
    </dgm:pt>
    <dgm:pt modelId="{C8492122-6577-4508-8472-B30F89E6D72F}">
      <dgm:prSet/>
      <dgm:spPr/>
      <dgm:t>
        <a:bodyPr/>
        <a:lstStyle/>
        <a:p>
          <a:pPr>
            <a:defRPr cap="all"/>
          </a:pPr>
          <a:r>
            <a:rPr lang="en-US"/>
            <a:t>Transparency encouraged</a:t>
          </a:r>
        </a:p>
      </dgm:t>
    </dgm:pt>
    <dgm:pt modelId="{E0391434-B71F-4BE9-9115-0BB9CCEF07C2}" type="parTrans" cxnId="{79EF1FCA-E0D2-4774-82C3-41185BFF8BDA}">
      <dgm:prSet/>
      <dgm:spPr/>
      <dgm:t>
        <a:bodyPr/>
        <a:lstStyle/>
        <a:p>
          <a:endParaRPr lang="en-US"/>
        </a:p>
      </dgm:t>
    </dgm:pt>
    <dgm:pt modelId="{7079A83A-0BC9-4CF7-A822-F403F08FDF44}" type="sibTrans" cxnId="{79EF1FCA-E0D2-4774-82C3-41185BFF8BDA}">
      <dgm:prSet/>
      <dgm:spPr/>
      <dgm:t>
        <a:bodyPr/>
        <a:lstStyle/>
        <a:p>
          <a:endParaRPr lang="en-US"/>
        </a:p>
      </dgm:t>
    </dgm:pt>
    <dgm:pt modelId="{7885CBBC-A5C1-47B1-8198-0370CE728007}" type="pres">
      <dgm:prSet presAssocID="{43070B6D-D5B9-483A-9845-4E3F0F443411}" presName="root" presStyleCnt="0">
        <dgm:presLayoutVars>
          <dgm:dir/>
          <dgm:resizeHandles val="exact"/>
        </dgm:presLayoutVars>
      </dgm:prSet>
      <dgm:spPr/>
    </dgm:pt>
    <dgm:pt modelId="{CE7A0597-C1AC-4F95-8C5C-ACBE3080153D}" type="pres">
      <dgm:prSet presAssocID="{33C700A5-48FA-48B9-89BE-B90587C633A9}" presName="compNode" presStyleCnt="0"/>
      <dgm:spPr/>
    </dgm:pt>
    <dgm:pt modelId="{AD73BB36-A72B-4B42-8C86-A8651567D128}" type="pres">
      <dgm:prSet presAssocID="{33C700A5-48FA-48B9-89BE-B90587C633A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E54E91F-AB26-42AC-A1B4-4D3DC68483BA}" type="pres">
      <dgm:prSet presAssocID="{33C700A5-48FA-48B9-89BE-B90587C633A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k"/>
        </a:ext>
      </dgm:extLst>
    </dgm:pt>
    <dgm:pt modelId="{1D359EE4-EB50-41D4-8389-3AB114D80466}" type="pres">
      <dgm:prSet presAssocID="{33C700A5-48FA-48B9-89BE-B90587C633A9}" presName="spaceRect" presStyleCnt="0"/>
      <dgm:spPr/>
    </dgm:pt>
    <dgm:pt modelId="{2B36E3C4-FE64-42A9-BBAD-284EBAFE12AD}" type="pres">
      <dgm:prSet presAssocID="{33C700A5-48FA-48B9-89BE-B90587C633A9}" presName="textRect" presStyleLbl="revTx" presStyleIdx="0" presStyleCnt="3">
        <dgm:presLayoutVars>
          <dgm:chMax val="1"/>
          <dgm:chPref val="1"/>
        </dgm:presLayoutVars>
      </dgm:prSet>
      <dgm:spPr/>
    </dgm:pt>
    <dgm:pt modelId="{6B50A26F-3E5F-4896-867F-394992E984D4}" type="pres">
      <dgm:prSet presAssocID="{C234099A-1F44-4970-8A00-D9EFD58AE2DA}" presName="sibTrans" presStyleCnt="0"/>
      <dgm:spPr/>
    </dgm:pt>
    <dgm:pt modelId="{66190DA6-BBBB-4A6A-8D28-48D9FA61E4D6}" type="pres">
      <dgm:prSet presAssocID="{EE33692E-0F63-4EB0-A3B6-55DA213FCACA}" presName="compNode" presStyleCnt="0"/>
      <dgm:spPr/>
    </dgm:pt>
    <dgm:pt modelId="{6AF1C510-F5CD-49F5-941B-2A918D069C4B}" type="pres">
      <dgm:prSet presAssocID="{EE33692E-0F63-4EB0-A3B6-55DA213FCACA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B4EDAF3-68DE-4433-ADD0-74EA378774F5}" type="pres">
      <dgm:prSet presAssocID="{EE33692E-0F63-4EB0-A3B6-55DA213FCAC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CC60A65-DC95-4FB5-9A20-0EF3038A7C32}" type="pres">
      <dgm:prSet presAssocID="{EE33692E-0F63-4EB0-A3B6-55DA213FCACA}" presName="spaceRect" presStyleCnt="0"/>
      <dgm:spPr/>
    </dgm:pt>
    <dgm:pt modelId="{1DB5A693-122C-4117-A015-6E493A916F92}" type="pres">
      <dgm:prSet presAssocID="{EE33692E-0F63-4EB0-A3B6-55DA213FCACA}" presName="textRect" presStyleLbl="revTx" presStyleIdx="1" presStyleCnt="3">
        <dgm:presLayoutVars>
          <dgm:chMax val="1"/>
          <dgm:chPref val="1"/>
        </dgm:presLayoutVars>
      </dgm:prSet>
      <dgm:spPr/>
    </dgm:pt>
    <dgm:pt modelId="{50A5E675-83B7-4450-BA85-0ACA6EC89DAF}" type="pres">
      <dgm:prSet presAssocID="{A327FE41-06C6-4DAC-9D1F-8F617383566F}" presName="sibTrans" presStyleCnt="0"/>
      <dgm:spPr/>
    </dgm:pt>
    <dgm:pt modelId="{0120F4F7-B578-43A2-8A2F-C73D155CEFD5}" type="pres">
      <dgm:prSet presAssocID="{C8492122-6577-4508-8472-B30F89E6D72F}" presName="compNode" presStyleCnt="0"/>
      <dgm:spPr/>
    </dgm:pt>
    <dgm:pt modelId="{2C13B2E8-3A81-4587-B68E-CF44F21D88A1}" type="pres">
      <dgm:prSet presAssocID="{C8492122-6577-4508-8472-B30F89E6D72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E531EB4-8577-4C72-BC80-CB8FF941ADEE}" type="pres">
      <dgm:prSet presAssocID="{C8492122-6577-4508-8472-B30F89E6D7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62FC466-BB89-42AA-B88B-969AD4754367}" type="pres">
      <dgm:prSet presAssocID="{C8492122-6577-4508-8472-B30F89E6D72F}" presName="spaceRect" presStyleCnt="0"/>
      <dgm:spPr/>
    </dgm:pt>
    <dgm:pt modelId="{C943A510-506C-4695-9C29-E67DC22DBC45}" type="pres">
      <dgm:prSet presAssocID="{C8492122-6577-4508-8472-B30F89E6D72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976B40B-C770-44B6-96AF-2307D6031B46}" type="presOf" srcId="{C8492122-6577-4508-8472-B30F89E6D72F}" destId="{C943A510-506C-4695-9C29-E67DC22DBC45}" srcOrd="0" destOrd="0" presId="urn:microsoft.com/office/officeart/2018/5/layout/IconLeafLabelList"/>
    <dgm:cxn modelId="{6918F41D-B162-4DD6-9B5D-DB3C26BE2996}" type="presOf" srcId="{33C700A5-48FA-48B9-89BE-B90587C633A9}" destId="{2B36E3C4-FE64-42A9-BBAD-284EBAFE12AD}" srcOrd="0" destOrd="0" presId="urn:microsoft.com/office/officeart/2018/5/layout/IconLeafLabelList"/>
    <dgm:cxn modelId="{E43C7876-7543-43A7-9362-1F094291780B}" type="presOf" srcId="{EE33692E-0F63-4EB0-A3B6-55DA213FCACA}" destId="{1DB5A693-122C-4117-A015-6E493A916F92}" srcOrd="0" destOrd="0" presId="urn:microsoft.com/office/officeart/2018/5/layout/IconLeafLabelList"/>
    <dgm:cxn modelId="{E3AEF887-9720-4182-AFA0-1F742A1D208F}" srcId="{43070B6D-D5B9-483A-9845-4E3F0F443411}" destId="{EE33692E-0F63-4EB0-A3B6-55DA213FCACA}" srcOrd="1" destOrd="0" parTransId="{4EBDE3E8-8AE1-4F5C-AFF6-A2B7B45D30B4}" sibTransId="{A327FE41-06C6-4DAC-9D1F-8F617383566F}"/>
    <dgm:cxn modelId="{760BDDC0-DB08-4849-9969-870F31933BF8}" type="presOf" srcId="{43070B6D-D5B9-483A-9845-4E3F0F443411}" destId="{7885CBBC-A5C1-47B1-8198-0370CE728007}" srcOrd="0" destOrd="0" presId="urn:microsoft.com/office/officeart/2018/5/layout/IconLeafLabelList"/>
    <dgm:cxn modelId="{79EF1FCA-E0D2-4774-82C3-41185BFF8BDA}" srcId="{43070B6D-D5B9-483A-9845-4E3F0F443411}" destId="{C8492122-6577-4508-8472-B30F89E6D72F}" srcOrd="2" destOrd="0" parTransId="{E0391434-B71F-4BE9-9115-0BB9CCEF07C2}" sibTransId="{7079A83A-0BC9-4CF7-A822-F403F08FDF44}"/>
    <dgm:cxn modelId="{DB2BBAD7-2EA5-4899-A730-76D6E6DF0BAA}" srcId="{43070B6D-D5B9-483A-9845-4E3F0F443411}" destId="{33C700A5-48FA-48B9-89BE-B90587C633A9}" srcOrd="0" destOrd="0" parTransId="{80EF4674-799C-4AC7-BC6D-5491E1D4259D}" sibTransId="{C234099A-1F44-4970-8A00-D9EFD58AE2DA}"/>
    <dgm:cxn modelId="{85925177-977F-4C97-BF28-AF36866543ED}" type="presParOf" srcId="{7885CBBC-A5C1-47B1-8198-0370CE728007}" destId="{CE7A0597-C1AC-4F95-8C5C-ACBE3080153D}" srcOrd="0" destOrd="0" presId="urn:microsoft.com/office/officeart/2018/5/layout/IconLeafLabelList"/>
    <dgm:cxn modelId="{B2D0FFE4-6C34-4A7E-A83E-4591E0ABC3CE}" type="presParOf" srcId="{CE7A0597-C1AC-4F95-8C5C-ACBE3080153D}" destId="{AD73BB36-A72B-4B42-8C86-A8651567D128}" srcOrd="0" destOrd="0" presId="urn:microsoft.com/office/officeart/2018/5/layout/IconLeafLabelList"/>
    <dgm:cxn modelId="{978B17A1-F15C-47EE-BF84-BB2D2101F37A}" type="presParOf" srcId="{CE7A0597-C1AC-4F95-8C5C-ACBE3080153D}" destId="{1E54E91F-AB26-42AC-A1B4-4D3DC68483BA}" srcOrd="1" destOrd="0" presId="urn:microsoft.com/office/officeart/2018/5/layout/IconLeafLabelList"/>
    <dgm:cxn modelId="{616E0C46-E6F9-4CA7-B195-0225584BA1A7}" type="presParOf" srcId="{CE7A0597-C1AC-4F95-8C5C-ACBE3080153D}" destId="{1D359EE4-EB50-41D4-8389-3AB114D80466}" srcOrd="2" destOrd="0" presId="urn:microsoft.com/office/officeart/2018/5/layout/IconLeafLabelList"/>
    <dgm:cxn modelId="{64C65AE0-457E-458B-9DB9-974F0D7686A9}" type="presParOf" srcId="{CE7A0597-C1AC-4F95-8C5C-ACBE3080153D}" destId="{2B36E3C4-FE64-42A9-BBAD-284EBAFE12AD}" srcOrd="3" destOrd="0" presId="urn:microsoft.com/office/officeart/2018/5/layout/IconLeafLabelList"/>
    <dgm:cxn modelId="{048D7D01-BF5D-401A-BBBC-5866F0B71423}" type="presParOf" srcId="{7885CBBC-A5C1-47B1-8198-0370CE728007}" destId="{6B50A26F-3E5F-4896-867F-394992E984D4}" srcOrd="1" destOrd="0" presId="urn:microsoft.com/office/officeart/2018/5/layout/IconLeafLabelList"/>
    <dgm:cxn modelId="{5B662EA2-4288-4A7D-8E1A-AE9C52981EEC}" type="presParOf" srcId="{7885CBBC-A5C1-47B1-8198-0370CE728007}" destId="{66190DA6-BBBB-4A6A-8D28-48D9FA61E4D6}" srcOrd="2" destOrd="0" presId="urn:microsoft.com/office/officeart/2018/5/layout/IconLeafLabelList"/>
    <dgm:cxn modelId="{5C31D29D-9090-486E-8B2B-D16D91EDE7B6}" type="presParOf" srcId="{66190DA6-BBBB-4A6A-8D28-48D9FA61E4D6}" destId="{6AF1C510-F5CD-49F5-941B-2A918D069C4B}" srcOrd="0" destOrd="0" presId="urn:microsoft.com/office/officeart/2018/5/layout/IconLeafLabelList"/>
    <dgm:cxn modelId="{8B29C73C-93BE-4BE8-9D18-B962E5178BE8}" type="presParOf" srcId="{66190DA6-BBBB-4A6A-8D28-48D9FA61E4D6}" destId="{BB4EDAF3-68DE-4433-ADD0-74EA378774F5}" srcOrd="1" destOrd="0" presId="urn:microsoft.com/office/officeart/2018/5/layout/IconLeafLabelList"/>
    <dgm:cxn modelId="{E50DFBD4-458E-4E9F-943C-0E2DEBEEE9BB}" type="presParOf" srcId="{66190DA6-BBBB-4A6A-8D28-48D9FA61E4D6}" destId="{DCC60A65-DC95-4FB5-9A20-0EF3038A7C32}" srcOrd="2" destOrd="0" presId="urn:microsoft.com/office/officeart/2018/5/layout/IconLeafLabelList"/>
    <dgm:cxn modelId="{EC18BDB2-BFFB-4C43-A2A7-75A282BCAA3E}" type="presParOf" srcId="{66190DA6-BBBB-4A6A-8D28-48D9FA61E4D6}" destId="{1DB5A693-122C-4117-A015-6E493A916F92}" srcOrd="3" destOrd="0" presId="urn:microsoft.com/office/officeart/2018/5/layout/IconLeafLabelList"/>
    <dgm:cxn modelId="{365BDF20-C015-414A-9681-FFB0B7D44118}" type="presParOf" srcId="{7885CBBC-A5C1-47B1-8198-0370CE728007}" destId="{50A5E675-83B7-4450-BA85-0ACA6EC89DAF}" srcOrd="3" destOrd="0" presId="urn:microsoft.com/office/officeart/2018/5/layout/IconLeafLabelList"/>
    <dgm:cxn modelId="{D8CC1A14-59BA-4B83-B37A-C124CBCEAF29}" type="presParOf" srcId="{7885CBBC-A5C1-47B1-8198-0370CE728007}" destId="{0120F4F7-B578-43A2-8A2F-C73D155CEFD5}" srcOrd="4" destOrd="0" presId="urn:microsoft.com/office/officeart/2018/5/layout/IconLeafLabelList"/>
    <dgm:cxn modelId="{1EDEF29A-3747-494E-8636-108877869B9C}" type="presParOf" srcId="{0120F4F7-B578-43A2-8A2F-C73D155CEFD5}" destId="{2C13B2E8-3A81-4587-B68E-CF44F21D88A1}" srcOrd="0" destOrd="0" presId="urn:microsoft.com/office/officeart/2018/5/layout/IconLeafLabelList"/>
    <dgm:cxn modelId="{174BD86D-7A15-4B19-803B-998325CD0F1C}" type="presParOf" srcId="{0120F4F7-B578-43A2-8A2F-C73D155CEFD5}" destId="{EE531EB4-8577-4C72-BC80-CB8FF941ADEE}" srcOrd="1" destOrd="0" presId="urn:microsoft.com/office/officeart/2018/5/layout/IconLeafLabelList"/>
    <dgm:cxn modelId="{FE9472B2-DC53-4EB4-992F-4BE6A33FC4E3}" type="presParOf" srcId="{0120F4F7-B578-43A2-8A2F-C73D155CEFD5}" destId="{A62FC466-BB89-42AA-B88B-969AD4754367}" srcOrd="2" destOrd="0" presId="urn:microsoft.com/office/officeart/2018/5/layout/IconLeafLabelList"/>
    <dgm:cxn modelId="{17ED1E66-5655-4E58-94D0-F87119FD2889}" type="presParOf" srcId="{0120F4F7-B578-43A2-8A2F-C73D155CEFD5}" destId="{C943A510-506C-4695-9C29-E67DC22DBC4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5CF5C39-FA20-4846-9C98-2BA33733D30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07F7CF-3E8C-4728-8D0E-FFDBD8A7576D}">
      <dgm:prSet/>
      <dgm:spPr/>
      <dgm:t>
        <a:bodyPr/>
        <a:lstStyle/>
        <a:p>
          <a:r>
            <a:rPr lang="en-US"/>
            <a:t>100 percent course preparation required</a:t>
          </a:r>
        </a:p>
      </dgm:t>
    </dgm:pt>
    <dgm:pt modelId="{8BB61386-BC03-4940-880D-4CFCCEC6F2D6}" type="parTrans" cxnId="{E863AD76-1800-425A-9DF2-548580E29A44}">
      <dgm:prSet/>
      <dgm:spPr/>
      <dgm:t>
        <a:bodyPr/>
        <a:lstStyle/>
        <a:p>
          <a:endParaRPr lang="en-US"/>
        </a:p>
      </dgm:t>
    </dgm:pt>
    <dgm:pt modelId="{E2FAE820-AF15-4E3C-B3E1-B7ACCFCE567B}" type="sibTrans" cxnId="{E863AD76-1800-425A-9DF2-548580E29A44}">
      <dgm:prSet/>
      <dgm:spPr/>
      <dgm:t>
        <a:bodyPr/>
        <a:lstStyle/>
        <a:p>
          <a:endParaRPr lang="en-US"/>
        </a:p>
      </dgm:t>
    </dgm:pt>
    <dgm:pt modelId="{FED38E6D-CDC3-415A-BD6C-2FFB2EB4E62F}">
      <dgm:prSet/>
      <dgm:spPr/>
      <dgm:t>
        <a:bodyPr/>
        <a:lstStyle/>
        <a:p>
          <a:r>
            <a:rPr lang="en-US"/>
            <a:t>Certification exam mandatory</a:t>
          </a:r>
        </a:p>
      </dgm:t>
    </dgm:pt>
    <dgm:pt modelId="{C1444D89-8B3A-419B-B57F-CBA249A28FCB}" type="parTrans" cxnId="{FD2FAB2C-70C8-4DE7-9B7C-130807286700}">
      <dgm:prSet/>
      <dgm:spPr/>
      <dgm:t>
        <a:bodyPr/>
        <a:lstStyle/>
        <a:p>
          <a:endParaRPr lang="en-US"/>
        </a:p>
      </dgm:t>
    </dgm:pt>
    <dgm:pt modelId="{EA73CF0D-5E65-430E-BDA6-D3A98C6287F4}" type="sibTrans" cxnId="{FD2FAB2C-70C8-4DE7-9B7C-130807286700}">
      <dgm:prSet/>
      <dgm:spPr/>
      <dgm:t>
        <a:bodyPr/>
        <a:lstStyle/>
        <a:p>
          <a:endParaRPr lang="en-US"/>
        </a:p>
      </dgm:t>
    </dgm:pt>
    <dgm:pt modelId="{6C765E38-6CCF-4234-8B4D-A200151B76EE}">
      <dgm:prSet/>
      <dgm:spPr/>
      <dgm:t>
        <a:bodyPr/>
        <a:lstStyle/>
        <a:p>
          <a:r>
            <a:rPr lang="en-US"/>
            <a:t>Retake plan logged if needed</a:t>
          </a:r>
        </a:p>
      </dgm:t>
    </dgm:pt>
    <dgm:pt modelId="{2EE27C19-A179-4B36-A257-BFAE64CC0A18}" type="parTrans" cxnId="{0156456C-7CC4-4CCE-815F-F3E7D1C52A50}">
      <dgm:prSet/>
      <dgm:spPr/>
      <dgm:t>
        <a:bodyPr/>
        <a:lstStyle/>
        <a:p>
          <a:endParaRPr lang="en-US"/>
        </a:p>
      </dgm:t>
    </dgm:pt>
    <dgm:pt modelId="{17B88B31-12EA-4350-A550-FFF70BDF31B1}" type="sibTrans" cxnId="{0156456C-7CC4-4CCE-815F-F3E7D1C52A50}">
      <dgm:prSet/>
      <dgm:spPr/>
      <dgm:t>
        <a:bodyPr/>
        <a:lstStyle/>
        <a:p>
          <a:endParaRPr lang="en-US"/>
        </a:p>
      </dgm:t>
    </dgm:pt>
    <dgm:pt modelId="{3533DF0F-F586-45DE-B7B9-D2A6205419C4}">
      <dgm:prSet/>
      <dgm:spPr/>
      <dgm:t>
        <a:bodyPr/>
        <a:lstStyle/>
        <a:p>
          <a:r>
            <a:rPr lang="en-US"/>
            <a:t>No go-live without readiness</a:t>
          </a:r>
        </a:p>
      </dgm:t>
    </dgm:pt>
    <dgm:pt modelId="{1E544E3B-4D80-4E28-B548-81480CB495AD}" type="parTrans" cxnId="{1F57ACAB-659D-470D-B8DC-CE80E85EC240}">
      <dgm:prSet/>
      <dgm:spPr/>
      <dgm:t>
        <a:bodyPr/>
        <a:lstStyle/>
        <a:p>
          <a:endParaRPr lang="en-US"/>
        </a:p>
      </dgm:t>
    </dgm:pt>
    <dgm:pt modelId="{C8E2CF2E-AF98-45EF-AB95-463946793A52}" type="sibTrans" cxnId="{1F57ACAB-659D-470D-B8DC-CE80E85EC240}">
      <dgm:prSet/>
      <dgm:spPr/>
      <dgm:t>
        <a:bodyPr/>
        <a:lstStyle/>
        <a:p>
          <a:endParaRPr lang="en-US"/>
        </a:p>
      </dgm:t>
    </dgm:pt>
    <dgm:pt modelId="{968F1544-EE1F-418E-8D44-BF112097BA5A}" type="pres">
      <dgm:prSet presAssocID="{95CF5C39-FA20-4846-9C98-2BA33733D305}" presName="outerComposite" presStyleCnt="0">
        <dgm:presLayoutVars>
          <dgm:chMax val="5"/>
          <dgm:dir/>
          <dgm:resizeHandles val="exact"/>
        </dgm:presLayoutVars>
      </dgm:prSet>
      <dgm:spPr/>
    </dgm:pt>
    <dgm:pt modelId="{AFFF3128-5785-4FE9-94AE-51F9D7DBCB6E}" type="pres">
      <dgm:prSet presAssocID="{95CF5C39-FA20-4846-9C98-2BA33733D305}" presName="dummyMaxCanvas" presStyleCnt="0">
        <dgm:presLayoutVars/>
      </dgm:prSet>
      <dgm:spPr/>
    </dgm:pt>
    <dgm:pt modelId="{22B9596E-838E-4AAF-8C1A-107A82B3268E}" type="pres">
      <dgm:prSet presAssocID="{95CF5C39-FA20-4846-9C98-2BA33733D305}" presName="FourNodes_1" presStyleLbl="node1" presStyleIdx="0" presStyleCnt="4">
        <dgm:presLayoutVars>
          <dgm:bulletEnabled val="1"/>
        </dgm:presLayoutVars>
      </dgm:prSet>
      <dgm:spPr/>
    </dgm:pt>
    <dgm:pt modelId="{7FE6F88E-84B9-477B-8DA9-249D5094A0E8}" type="pres">
      <dgm:prSet presAssocID="{95CF5C39-FA20-4846-9C98-2BA33733D305}" presName="FourNodes_2" presStyleLbl="node1" presStyleIdx="1" presStyleCnt="4">
        <dgm:presLayoutVars>
          <dgm:bulletEnabled val="1"/>
        </dgm:presLayoutVars>
      </dgm:prSet>
      <dgm:spPr/>
    </dgm:pt>
    <dgm:pt modelId="{4D8B8148-3A0B-4F70-B238-3AA524A03346}" type="pres">
      <dgm:prSet presAssocID="{95CF5C39-FA20-4846-9C98-2BA33733D305}" presName="FourNodes_3" presStyleLbl="node1" presStyleIdx="2" presStyleCnt="4">
        <dgm:presLayoutVars>
          <dgm:bulletEnabled val="1"/>
        </dgm:presLayoutVars>
      </dgm:prSet>
      <dgm:spPr/>
    </dgm:pt>
    <dgm:pt modelId="{79A4881A-34D4-447C-A2A5-4AFB7217440B}" type="pres">
      <dgm:prSet presAssocID="{95CF5C39-FA20-4846-9C98-2BA33733D305}" presName="FourNodes_4" presStyleLbl="node1" presStyleIdx="3" presStyleCnt="4">
        <dgm:presLayoutVars>
          <dgm:bulletEnabled val="1"/>
        </dgm:presLayoutVars>
      </dgm:prSet>
      <dgm:spPr/>
    </dgm:pt>
    <dgm:pt modelId="{AE1D954C-3570-4337-83E0-B62E6FEBDA27}" type="pres">
      <dgm:prSet presAssocID="{95CF5C39-FA20-4846-9C98-2BA33733D305}" presName="FourConn_1-2" presStyleLbl="fgAccFollowNode1" presStyleIdx="0" presStyleCnt="3">
        <dgm:presLayoutVars>
          <dgm:bulletEnabled val="1"/>
        </dgm:presLayoutVars>
      </dgm:prSet>
      <dgm:spPr/>
    </dgm:pt>
    <dgm:pt modelId="{87730DCB-B2B7-4F4A-A5FE-77979626E1DD}" type="pres">
      <dgm:prSet presAssocID="{95CF5C39-FA20-4846-9C98-2BA33733D305}" presName="FourConn_2-3" presStyleLbl="fgAccFollowNode1" presStyleIdx="1" presStyleCnt="3">
        <dgm:presLayoutVars>
          <dgm:bulletEnabled val="1"/>
        </dgm:presLayoutVars>
      </dgm:prSet>
      <dgm:spPr/>
    </dgm:pt>
    <dgm:pt modelId="{3C326C3B-8EE1-4581-9203-A921B1AA294C}" type="pres">
      <dgm:prSet presAssocID="{95CF5C39-FA20-4846-9C98-2BA33733D305}" presName="FourConn_3-4" presStyleLbl="fgAccFollowNode1" presStyleIdx="2" presStyleCnt="3">
        <dgm:presLayoutVars>
          <dgm:bulletEnabled val="1"/>
        </dgm:presLayoutVars>
      </dgm:prSet>
      <dgm:spPr/>
    </dgm:pt>
    <dgm:pt modelId="{F48A7455-CEC1-454D-B481-354EBBA2D5AC}" type="pres">
      <dgm:prSet presAssocID="{95CF5C39-FA20-4846-9C98-2BA33733D305}" presName="FourNodes_1_text" presStyleLbl="node1" presStyleIdx="3" presStyleCnt="4">
        <dgm:presLayoutVars>
          <dgm:bulletEnabled val="1"/>
        </dgm:presLayoutVars>
      </dgm:prSet>
      <dgm:spPr/>
    </dgm:pt>
    <dgm:pt modelId="{673A9079-F4B9-47AF-BE98-960ADCF9A30F}" type="pres">
      <dgm:prSet presAssocID="{95CF5C39-FA20-4846-9C98-2BA33733D305}" presName="FourNodes_2_text" presStyleLbl="node1" presStyleIdx="3" presStyleCnt="4">
        <dgm:presLayoutVars>
          <dgm:bulletEnabled val="1"/>
        </dgm:presLayoutVars>
      </dgm:prSet>
      <dgm:spPr/>
    </dgm:pt>
    <dgm:pt modelId="{04CE1F90-D87E-4F19-B130-E7231F86F186}" type="pres">
      <dgm:prSet presAssocID="{95CF5C39-FA20-4846-9C98-2BA33733D305}" presName="FourNodes_3_text" presStyleLbl="node1" presStyleIdx="3" presStyleCnt="4">
        <dgm:presLayoutVars>
          <dgm:bulletEnabled val="1"/>
        </dgm:presLayoutVars>
      </dgm:prSet>
      <dgm:spPr/>
    </dgm:pt>
    <dgm:pt modelId="{EE62FF3D-96C0-4BCB-BE5C-324E09134842}" type="pres">
      <dgm:prSet presAssocID="{95CF5C39-FA20-4846-9C98-2BA33733D30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6C4CC00-1D36-4453-A146-6D9ACDA6CF3C}" type="presOf" srcId="{3533DF0F-F586-45DE-B7B9-D2A6205419C4}" destId="{79A4881A-34D4-447C-A2A5-4AFB7217440B}" srcOrd="0" destOrd="0" presId="urn:microsoft.com/office/officeart/2005/8/layout/vProcess5"/>
    <dgm:cxn modelId="{AABCD80D-43F9-4E17-BA0B-5CA7CB9FC59B}" type="presOf" srcId="{95CF5C39-FA20-4846-9C98-2BA33733D305}" destId="{968F1544-EE1F-418E-8D44-BF112097BA5A}" srcOrd="0" destOrd="0" presId="urn:microsoft.com/office/officeart/2005/8/layout/vProcess5"/>
    <dgm:cxn modelId="{7DB5B015-EAC6-482D-808C-D58B7B251F45}" type="presOf" srcId="{17B88B31-12EA-4350-A550-FFF70BDF31B1}" destId="{3C326C3B-8EE1-4581-9203-A921B1AA294C}" srcOrd="0" destOrd="0" presId="urn:microsoft.com/office/officeart/2005/8/layout/vProcess5"/>
    <dgm:cxn modelId="{9963371D-09DA-43D2-876D-FC40B5538735}" type="presOf" srcId="{EA73CF0D-5E65-430E-BDA6-D3A98C6287F4}" destId="{87730DCB-B2B7-4F4A-A5FE-77979626E1DD}" srcOrd="0" destOrd="0" presId="urn:microsoft.com/office/officeart/2005/8/layout/vProcess5"/>
    <dgm:cxn modelId="{3C58EF2A-5063-4CD0-9706-B290E6450AB4}" type="presOf" srcId="{ED07F7CF-3E8C-4728-8D0E-FFDBD8A7576D}" destId="{F48A7455-CEC1-454D-B481-354EBBA2D5AC}" srcOrd="1" destOrd="0" presId="urn:microsoft.com/office/officeart/2005/8/layout/vProcess5"/>
    <dgm:cxn modelId="{FD2FAB2C-70C8-4DE7-9B7C-130807286700}" srcId="{95CF5C39-FA20-4846-9C98-2BA33733D305}" destId="{FED38E6D-CDC3-415A-BD6C-2FFB2EB4E62F}" srcOrd="1" destOrd="0" parTransId="{C1444D89-8B3A-419B-B57F-CBA249A28FCB}" sibTransId="{EA73CF0D-5E65-430E-BDA6-D3A98C6287F4}"/>
    <dgm:cxn modelId="{B1C9053B-3536-4699-BBE8-3822E5B11C3E}" type="presOf" srcId="{E2FAE820-AF15-4E3C-B3E1-B7ACCFCE567B}" destId="{AE1D954C-3570-4337-83E0-B62E6FEBDA27}" srcOrd="0" destOrd="0" presId="urn:microsoft.com/office/officeart/2005/8/layout/vProcess5"/>
    <dgm:cxn modelId="{A7EA3A40-689B-43DD-A419-D7BC9D824359}" type="presOf" srcId="{ED07F7CF-3E8C-4728-8D0E-FFDBD8A7576D}" destId="{22B9596E-838E-4AAF-8C1A-107A82B3268E}" srcOrd="0" destOrd="0" presId="urn:microsoft.com/office/officeart/2005/8/layout/vProcess5"/>
    <dgm:cxn modelId="{8B567543-50C8-425D-9F25-C57048BCE700}" type="presOf" srcId="{FED38E6D-CDC3-415A-BD6C-2FFB2EB4E62F}" destId="{7FE6F88E-84B9-477B-8DA9-249D5094A0E8}" srcOrd="0" destOrd="0" presId="urn:microsoft.com/office/officeart/2005/8/layout/vProcess5"/>
    <dgm:cxn modelId="{0156456C-7CC4-4CCE-815F-F3E7D1C52A50}" srcId="{95CF5C39-FA20-4846-9C98-2BA33733D305}" destId="{6C765E38-6CCF-4234-8B4D-A200151B76EE}" srcOrd="2" destOrd="0" parTransId="{2EE27C19-A179-4B36-A257-BFAE64CC0A18}" sibTransId="{17B88B31-12EA-4350-A550-FFF70BDF31B1}"/>
    <dgm:cxn modelId="{662ECC4F-FFC2-4BCD-8614-954E2B217432}" type="presOf" srcId="{3533DF0F-F586-45DE-B7B9-D2A6205419C4}" destId="{EE62FF3D-96C0-4BCB-BE5C-324E09134842}" srcOrd="1" destOrd="0" presId="urn:microsoft.com/office/officeart/2005/8/layout/vProcess5"/>
    <dgm:cxn modelId="{E863AD76-1800-425A-9DF2-548580E29A44}" srcId="{95CF5C39-FA20-4846-9C98-2BA33733D305}" destId="{ED07F7CF-3E8C-4728-8D0E-FFDBD8A7576D}" srcOrd="0" destOrd="0" parTransId="{8BB61386-BC03-4940-880D-4CFCCEC6F2D6}" sibTransId="{E2FAE820-AF15-4E3C-B3E1-B7ACCFCE567B}"/>
    <dgm:cxn modelId="{1F57ACAB-659D-470D-B8DC-CE80E85EC240}" srcId="{95CF5C39-FA20-4846-9C98-2BA33733D305}" destId="{3533DF0F-F586-45DE-B7B9-D2A6205419C4}" srcOrd="3" destOrd="0" parTransId="{1E544E3B-4D80-4E28-B548-81480CB495AD}" sibTransId="{C8E2CF2E-AF98-45EF-AB95-463946793A52}"/>
    <dgm:cxn modelId="{0E306BB9-350E-4CA5-BB9C-3F313C020787}" type="presOf" srcId="{6C765E38-6CCF-4234-8B4D-A200151B76EE}" destId="{04CE1F90-D87E-4F19-B130-E7231F86F186}" srcOrd="1" destOrd="0" presId="urn:microsoft.com/office/officeart/2005/8/layout/vProcess5"/>
    <dgm:cxn modelId="{50D48BCF-DD0C-42B2-B07A-A015518235DF}" type="presOf" srcId="{6C765E38-6CCF-4234-8B4D-A200151B76EE}" destId="{4D8B8148-3A0B-4F70-B238-3AA524A03346}" srcOrd="0" destOrd="0" presId="urn:microsoft.com/office/officeart/2005/8/layout/vProcess5"/>
    <dgm:cxn modelId="{269521E7-014F-4041-8337-B2C16D64721D}" type="presOf" srcId="{FED38E6D-CDC3-415A-BD6C-2FFB2EB4E62F}" destId="{673A9079-F4B9-47AF-BE98-960ADCF9A30F}" srcOrd="1" destOrd="0" presId="urn:microsoft.com/office/officeart/2005/8/layout/vProcess5"/>
    <dgm:cxn modelId="{490ECE44-4588-44E3-810D-F22A09EF56B7}" type="presParOf" srcId="{968F1544-EE1F-418E-8D44-BF112097BA5A}" destId="{AFFF3128-5785-4FE9-94AE-51F9D7DBCB6E}" srcOrd="0" destOrd="0" presId="urn:microsoft.com/office/officeart/2005/8/layout/vProcess5"/>
    <dgm:cxn modelId="{7846A0E4-FE06-4A0B-9490-9A24E6A194C3}" type="presParOf" srcId="{968F1544-EE1F-418E-8D44-BF112097BA5A}" destId="{22B9596E-838E-4AAF-8C1A-107A82B3268E}" srcOrd="1" destOrd="0" presId="urn:microsoft.com/office/officeart/2005/8/layout/vProcess5"/>
    <dgm:cxn modelId="{9194EA20-C097-4099-83E4-7B85587D1DFE}" type="presParOf" srcId="{968F1544-EE1F-418E-8D44-BF112097BA5A}" destId="{7FE6F88E-84B9-477B-8DA9-249D5094A0E8}" srcOrd="2" destOrd="0" presId="urn:microsoft.com/office/officeart/2005/8/layout/vProcess5"/>
    <dgm:cxn modelId="{0C4A2B7A-D379-4DE7-998F-0F28E6B42163}" type="presParOf" srcId="{968F1544-EE1F-418E-8D44-BF112097BA5A}" destId="{4D8B8148-3A0B-4F70-B238-3AA524A03346}" srcOrd="3" destOrd="0" presId="urn:microsoft.com/office/officeart/2005/8/layout/vProcess5"/>
    <dgm:cxn modelId="{5BE93C34-17AE-4466-A1A6-198C8875EAFD}" type="presParOf" srcId="{968F1544-EE1F-418E-8D44-BF112097BA5A}" destId="{79A4881A-34D4-447C-A2A5-4AFB7217440B}" srcOrd="4" destOrd="0" presId="urn:microsoft.com/office/officeart/2005/8/layout/vProcess5"/>
    <dgm:cxn modelId="{ABB8C463-4200-441B-BB8B-B82A9F894253}" type="presParOf" srcId="{968F1544-EE1F-418E-8D44-BF112097BA5A}" destId="{AE1D954C-3570-4337-83E0-B62E6FEBDA27}" srcOrd="5" destOrd="0" presId="urn:microsoft.com/office/officeart/2005/8/layout/vProcess5"/>
    <dgm:cxn modelId="{3C2F58B1-C3FE-4DB3-BB94-2ED7B47DC973}" type="presParOf" srcId="{968F1544-EE1F-418E-8D44-BF112097BA5A}" destId="{87730DCB-B2B7-4F4A-A5FE-77979626E1DD}" srcOrd="6" destOrd="0" presId="urn:microsoft.com/office/officeart/2005/8/layout/vProcess5"/>
    <dgm:cxn modelId="{83876FCE-18D0-4967-A000-93722F5F4F44}" type="presParOf" srcId="{968F1544-EE1F-418E-8D44-BF112097BA5A}" destId="{3C326C3B-8EE1-4581-9203-A921B1AA294C}" srcOrd="7" destOrd="0" presId="urn:microsoft.com/office/officeart/2005/8/layout/vProcess5"/>
    <dgm:cxn modelId="{417A1026-151A-4717-ACC0-96FB030FC391}" type="presParOf" srcId="{968F1544-EE1F-418E-8D44-BF112097BA5A}" destId="{F48A7455-CEC1-454D-B481-354EBBA2D5AC}" srcOrd="8" destOrd="0" presId="urn:microsoft.com/office/officeart/2005/8/layout/vProcess5"/>
    <dgm:cxn modelId="{CFF90A80-7167-46C3-AE32-9D4005C57EB0}" type="presParOf" srcId="{968F1544-EE1F-418E-8D44-BF112097BA5A}" destId="{673A9079-F4B9-47AF-BE98-960ADCF9A30F}" srcOrd="9" destOrd="0" presId="urn:microsoft.com/office/officeart/2005/8/layout/vProcess5"/>
    <dgm:cxn modelId="{0980D799-2E23-4420-B4B3-E156F52D6264}" type="presParOf" srcId="{968F1544-EE1F-418E-8D44-BF112097BA5A}" destId="{04CE1F90-D87E-4F19-B130-E7231F86F186}" srcOrd="10" destOrd="0" presId="urn:microsoft.com/office/officeart/2005/8/layout/vProcess5"/>
    <dgm:cxn modelId="{5FAE4F18-BD0F-4E97-BC3E-FB823232E4B7}" type="presParOf" srcId="{968F1544-EE1F-418E-8D44-BF112097BA5A}" destId="{EE62FF3D-96C0-4BCB-BE5C-324E0913484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76DED168-DDD3-4932-B8AF-CBC23FD6FD4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4F3E8CB-1063-4F94-9EBD-C499FED7747F}">
      <dgm:prSet/>
      <dgm:spPr/>
      <dgm:t>
        <a:bodyPr/>
        <a:lstStyle/>
        <a:p>
          <a:r>
            <a:rPr lang="en-US"/>
            <a:t>No internal politics</a:t>
          </a:r>
        </a:p>
      </dgm:t>
    </dgm:pt>
    <dgm:pt modelId="{29DFB451-E7EA-4645-961D-553C7123FDD1}" type="parTrans" cxnId="{487BD8D6-127D-42AA-A5A4-6705F8CE15AE}">
      <dgm:prSet/>
      <dgm:spPr/>
      <dgm:t>
        <a:bodyPr/>
        <a:lstStyle/>
        <a:p>
          <a:endParaRPr lang="en-US"/>
        </a:p>
      </dgm:t>
    </dgm:pt>
    <dgm:pt modelId="{D4BF5001-DD63-42CE-8E67-1462D18F6187}" type="sibTrans" cxnId="{487BD8D6-127D-42AA-A5A4-6705F8CE15AE}">
      <dgm:prSet/>
      <dgm:spPr/>
      <dgm:t>
        <a:bodyPr/>
        <a:lstStyle/>
        <a:p>
          <a:endParaRPr lang="en-US"/>
        </a:p>
      </dgm:t>
    </dgm:pt>
    <dgm:pt modelId="{7D2D8D9E-C85E-4FEB-B5EF-91CDE19B2235}">
      <dgm:prSet/>
      <dgm:spPr/>
      <dgm:t>
        <a:bodyPr/>
        <a:lstStyle/>
        <a:p>
          <a:r>
            <a:rPr lang="en-US"/>
            <a:t>No external influence</a:t>
          </a:r>
        </a:p>
      </dgm:t>
    </dgm:pt>
    <dgm:pt modelId="{CAFD7AEF-C6EB-4927-86C2-0A77B2061EE8}" type="parTrans" cxnId="{6E52B634-C81C-4C09-9AA3-E277D2379BFE}">
      <dgm:prSet/>
      <dgm:spPr/>
      <dgm:t>
        <a:bodyPr/>
        <a:lstStyle/>
        <a:p>
          <a:endParaRPr lang="en-US"/>
        </a:p>
      </dgm:t>
    </dgm:pt>
    <dgm:pt modelId="{B4CB05E5-6C92-4E85-A01A-60D3027A8BFB}" type="sibTrans" cxnId="{6E52B634-C81C-4C09-9AA3-E277D2379BFE}">
      <dgm:prSet/>
      <dgm:spPr/>
      <dgm:t>
        <a:bodyPr/>
        <a:lstStyle/>
        <a:p>
          <a:endParaRPr lang="en-US"/>
        </a:p>
      </dgm:t>
    </dgm:pt>
    <dgm:pt modelId="{39317987-D4CE-48EF-83AA-B22914F17969}">
      <dgm:prSet/>
      <dgm:spPr/>
      <dgm:t>
        <a:bodyPr/>
        <a:lstStyle/>
        <a:p>
          <a:r>
            <a:rPr lang="en-US"/>
            <a:t>HR reassignment possible if misaligned</a:t>
          </a:r>
        </a:p>
      </dgm:t>
    </dgm:pt>
    <dgm:pt modelId="{41A423C6-24E6-4C08-989D-A7E4A20917D3}" type="parTrans" cxnId="{0244E991-6F1C-41C7-A6C0-0B0104276128}">
      <dgm:prSet/>
      <dgm:spPr/>
      <dgm:t>
        <a:bodyPr/>
        <a:lstStyle/>
        <a:p>
          <a:endParaRPr lang="en-US"/>
        </a:p>
      </dgm:t>
    </dgm:pt>
    <dgm:pt modelId="{83CDB623-68E0-46F0-AA19-0B31453859F9}" type="sibTrans" cxnId="{0244E991-6F1C-41C7-A6C0-0B0104276128}">
      <dgm:prSet/>
      <dgm:spPr/>
      <dgm:t>
        <a:bodyPr/>
        <a:lstStyle/>
        <a:p>
          <a:endParaRPr lang="en-US"/>
        </a:p>
      </dgm:t>
    </dgm:pt>
    <dgm:pt modelId="{0FB28D6D-708B-4DA5-BAFC-7A6DE7C29981}">
      <dgm:prSet/>
      <dgm:spPr/>
      <dgm:t>
        <a:bodyPr/>
        <a:lstStyle/>
        <a:p>
          <a:r>
            <a:rPr lang="en-US"/>
            <a:t>Rules apply while reporting continues</a:t>
          </a:r>
        </a:p>
      </dgm:t>
    </dgm:pt>
    <dgm:pt modelId="{0E8065F9-3FC8-4557-8AA2-A6F956B1E2D2}" type="parTrans" cxnId="{93AEB2CC-55D2-4B83-95C2-088883C6F1CE}">
      <dgm:prSet/>
      <dgm:spPr/>
      <dgm:t>
        <a:bodyPr/>
        <a:lstStyle/>
        <a:p>
          <a:endParaRPr lang="en-US"/>
        </a:p>
      </dgm:t>
    </dgm:pt>
    <dgm:pt modelId="{D601441F-37CD-41AD-82F2-DB52F29DBA75}" type="sibTrans" cxnId="{93AEB2CC-55D2-4B83-95C2-088883C6F1CE}">
      <dgm:prSet/>
      <dgm:spPr/>
      <dgm:t>
        <a:bodyPr/>
        <a:lstStyle/>
        <a:p>
          <a:endParaRPr lang="en-US"/>
        </a:p>
      </dgm:t>
    </dgm:pt>
    <dgm:pt modelId="{5CA423FF-D57F-4114-AC91-AAF19149204A}" type="pres">
      <dgm:prSet presAssocID="{76DED168-DDD3-4932-B8AF-CBC23FD6FD4A}" presName="outerComposite" presStyleCnt="0">
        <dgm:presLayoutVars>
          <dgm:chMax val="5"/>
          <dgm:dir/>
          <dgm:resizeHandles val="exact"/>
        </dgm:presLayoutVars>
      </dgm:prSet>
      <dgm:spPr/>
    </dgm:pt>
    <dgm:pt modelId="{47E3EEA0-060C-4CF9-BD8C-392C0520F358}" type="pres">
      <dgm:prSet presAssocID="{76DED168-DDD3-4932-B8AF-CBC23FD6FD4A}" presName="dummyMaxCanvas" presStyleCnt="0">
        <dgm:presLayoutVars/>
      </dgm:prSet>
      <dgm:spPr/>
    </dgm:pt>
    <dgm:pt modelId="{4111EC68-2C6F-4EB6-9BF4-C6AD53415A60}" type="pres">
      <dgm:prSet presAssocID="{76DED168-DDD3-4932-B8AF-CBC23FD6FD4A}" presName="FourNodes_1" presStyleLbl="node1" presStyleIdx="0" presStyleCnt="4">
        <dgm:presLayoutVars>
          <dgm:bulletEnabled val="1"/>
        </dgm:presLayoutVars>
      </dgm:prSet>
      <dgm:spPr/>
    </dgm:pt>
    <dgm:pt modelId="{9D8EBF55-5C1A-4553-8146-3B93AF4317F2}" type="pres">
      <dgm:prSet presAssocID="{76DED168-DDD3-4932-B8AF-CBC23FD6FD4A}" presName="FourNodes_2" presStyleLbl="node1" presStyleIdx="1" presStyleCnt="4">
        <dgm:presLayoutVars>
          <dgm:bulletEnabled val="1"/>
        </dgm:presLayoutVars>
      </dgm:prSet>
      <dgm:spPr/>
    </dgm:pt>
    <dgm:pt modelId="{7C69E68C-A23E-41C8-9433-2AF1ACE59ABC}" type="pres">
      <dgm:prSet presAssocID="{76DED168-DDD3-4932-B8AF-CBC23FD6FD4A}" presName="FourNodes_3" presStyleLbl="node1" presStyleIdx="2" presStyleCnt="4">
        <dgm:presLayoutVars>
          <dgm:bulletEnabled val="1"/>
        </dgm:presLayoutVars>
      </dgm:prSet>
      <dgm:spPr/>
    </dgm:pt>
    <dgm:pt modelId="{ADD91BA7-9BEF-4F95-BD20-32A1663A0938}" type="pres">
      <dgm:prSet presAssocID="{76DED168-DDD3-4932-B8AF-CBC23FD6FD4A}" presName="FourNodes_4" presStyleLbl="node1" presStyleIdx="3" presStyleCnt="4">
        <dgm:presLayoutVars>
          <dgm:bulletEnabled val="1"/>
        </dgm:presLayoutVars>
      </dgm:prSet>
      <dgm:spPr/>
    </dgm:pt>
    <dgm:pt modelId="{C64CC1E2-18FC-4EAD-A17B-BB3723F87C41}" type="pres">
      <dgm:prSet presAssocID="{76DED168-DDD3-4932-B8AF-CBC23FD6FD4A}" presName="FourConn_1-2" presStyleLbl="fgAccFollowNode1" presStyleIdx="0" presStyleCnt="3">
        <dgm:presLayoutVars>
          <dgm:bulletEnabled val="1"/>
        </dgm:presLayoutVars>
      </dgm:prSet>
      <dgm:spPr/>
    </dgm:pt>
    <dgm:pt modelId="{4DDDCCC5-DC35-46CF-8FCB-590DAF31D4AC}" type="pres">
      <dgm:prSet presAssocID="{76DED168-DDD3-4932-B8AF-CBC23FD6FD4A}" presName="FourConn_2-3" presStyleLbl="fgAccFollowNode1" presStyleIdx="1" presStyleCnt="3">
        <dgm:presLayoutVars>
          <dgm:bulletEnabled val="1"/>
        </dgm:presLayoutVars>
      </dgm:prSet>
      <dgm:spPr/>
    </dgm:pt>
    <dgm:pt modelId="{71F8DFDC-6A36-42D6-969A-4D7C86A5F52E}" type="pres">
      <dgm:prSet presAssocID="{76DED168-DDD3-4932-B8AF-CBC23FD6FD4A}" presName="FourConn_3-4" presStyleLbl="fgAccFollowNode1" presStyleIdx="2" presStyleCnt="3">
        <dgm:presLayoutVars>
          <dgm:bulletEnabled val="1"/>
        </dgm:presLayoutVars>
      </dgm:prSet>
      <dgm:spPr/>
    </dgm:pt>
    <dgm:pt modelId="{CA71AA7A-942F-4129-9E76-70CE9C6BED76}" type="pres">
      <dgm:prSet presAssocID="{76DED168-DDD3-4932-B8AF-CBC23FD6FD4A}" presName="FourNodes_1_text" presStyleLbl="node1" presStyleIdx="3" presStyleCnt="4">
        <dgm:presLayoutVars>
          <dgm:bulletEnabled val="1"/>
        </dgm:presLayoutVars>
      </dgm:prSet>
      <dgm:spPr/>
    </dgm:pt>
    <dgm:pt modelId="{5FEDE15F-973D-44FB-B483-92FB6CBCA4DB}" type="pres">
      <dgm:prSet presAssocID="{76DED168-DDD3-4932-B8AF-CBC23FD6FD4A}" presName="FourNodes_2_text" presStyleLbl="node1" presStyleIdx="3" presStyleCnt="4">
        <dgm:presLayoutVars>
          <dgm:bulletEnabled val="1"/>
        </dgm:presLayoutVars>
      </dgm:prSet>
      <dgm:spPr/>
    </dgm:pt>
    <dgm:pt modelId="{67FE155F-0CA0-4844-AB4E-BF56F5CF23B4}" type="pres">
      <dgm:prSet presAssocID="{76DED168-DDD3-4932-B8AF-CBC23FD6FD4A}" presName="FourNodes_3_text" presStyleLbl="node1" presStyleIdx="3" presStyleCnt="4">
        <dgm:presLayoutVars>
          <dgm:bulletEnabled val="1"/>
        </dgm:presLayoutVars>
      </dgm:prSet>
      <dgm:spPr/>
    </dgm:pt>
    <dgm:pt modelId="{98B3D28D-A365-4111-A61A-BE08639390E4}" type="pres">
      <dgm:prSet presAssocID="{76DED168-DDD3-4932-B8AF-CBC23FD6FD4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0759806-D6AD-4C6F-8BEF-DBBC36E2B519}" type="presOf" srcId="{0FB28D6D-708B-4DA5-BAFC-7A6DE7C29981}" destId="{98B3D28D-A365-4111-A61A-BE08639390E4}" srcOrd="1" destOrd="0" presId="urn:microsoft.com/office/officeart/2005/8/layout/vProcess5"/>
    <dgm:cxn modelId="{0C100C13-E451-48B8-B8CE-425B21CF5629}" type="presOf" srcId="{7D2D8D9E-C85E-4FEB-B5EF-91CDE19B2235}" destId="{5FEDE15F-973D-44FB-B483-92FB6CBCA4DB}" srcOrd="1" destOrd="0" presId="urn:microsoft.com/office/officeart/2005/8/layout/vProcess5"/>
    <dgm:cxn modelId="{6E52B634-C81C-4C09-9AA3-E277D2379BFE}" srcId="{76DED168-DDD3-4932-B8AF-CBC23FD6FD4A}" destId="{7D2D8D9E-C85E-4FEB-B5EF-91CDE19B2235}" srcOrd="1" destOrd="0" parTransId="{CAFD7AEF-C6EB-4927-86C2-0A77B2061EE8}" sibTransId="{B4CB05E5-6C92-4E85-A01A-60D3027A8BFB}"/>
    <dgm:cxn modelId="{E9F8D635-E944-4F3C-AC7B-0F332F5442F6}" type="presOf" srcId="{7D2D8D9E-C85E-4FEB-B5EF-91CDE19B2235}" destId="{9D8EBF55-5C1A-4553-8146-3B93AF4317F2}" srcOrd="0" destOrd="0" presId="urn:microsoft.com/office/officeart/2005/8/layout/vProcess5"/>
    <dgm:cxn modelId="{DE05515C-159F-41A1-A008-148F9D8523A7}" type="presOf" srcId="{D4BF5001-DD63-42CE-8E67-1462D18F6187}" destId="{C64CC1E2-18FC-4EAD-A17B-BB3723F87C41}" srcOrd="0" destOrd="0" presId="urn:microsoft.com/office/officeart/2005/8/layout/vProcess5"/>
    <dgm:cxn modelId="{A3ACF25D-B9D0-4342-882D-24646E06A139}" type="presOf" srcId="{B4CB05E5-6C92-4E85-A01A-60D3027A8BFB}" destId="{4DDDCCC5-DC35-46CF-8FCB-590DAF31D4AC}" srcOrd="0" destOrd="0" presId="urn:microsoft.com/office/officeart/2005/8/layout/vProcess5"/>
    <dgm:cxn modelId="{7FBBF646-F898-4E18-BC37-DDA4230E7E13}" type="presOf" srcId="{0FB28D6D-708B-4DA5-BAFC-7A6DE7C29981}" destId="{ADD91BA7-9BEF-4F95-BD20-32A1663A0938}" srcOrd="0" destOrd="0" presId="urn:microsoft.com/office/officeart/2005/8/layout/vProcess5"/>
    <dgm:cxn modelId="{66D50D74-2436-424F-B4BF-5DE58DC47AC8}" type="presOf" srcId="{83CDB623-68E0-46F0-AA19-0B31453859F9}" destId="{71F8DFDC-6A36-42D6-969A-4D7C86A5F52E}" srcOrd="0" destOrd="0" presId="urn:microsoft.com/office/officeart/2005/8/layout/vProcess5"/>
    <dgm:cxn modelId="{126DD181-D68E-4F5F-A2C9-878634F83B74}" type="presOf" srcId="{39317987-D4CE-48EF-83AA-B22914F17969}" destId="{7C69E68C-A23E-41C8-9433-2AF1ACE59ABC}" srcOrd="0" destOrd="0" presId="urn:microsoft.com/office/officeart/2005/8/layout/vProcess5"/>
    <dgm:cxn modelId="{C1C6668C-6712-47EE-AECB-4C9D47D03611}" type="presOf" srcId="{39317987-D4CE-48EF-83AA-B22914F17969}" destId="{67FE155F-0CA0-4844-AB4E-BF56F5CF23B4}" srcOrd="1" destOrd="0" presId="urn:microsoft.com/office/officeart/2005/8/layout/vProcess5"/>
    <dgm:cxn modelId="{14986F91-410B-4D8C-8A3A-C99546296471}" type="presOf" srcId="{54F3E8CB-1063-4F94-9EBD-C499FED7747F}" destId="{4111EC68-2C6F-4EB6-9BF4-C6AD53415A60}" srcOrd="0" destOrd="0" presId="urn:microsoft.com/office/officeart/2005/8/layout/vProcess5"/>
    <dgm:cxn modelId="{0244E991-6F1C-41C7-A6C0-0B0104276128}" srcId="{76DED168-DDD3-4932-B8AF-CBC23FD6FD4A}" destId="{39317987-D4CE-48EF-83AA-B22914F17969}" srcOrd="2" destOrd="0" parTransId="{41A423C6-24E6-4C08-989D-A7E4A20917D3}" sibTransId="{83CDB623-68E0-46F0-AA19-0B31453859F9}"/>
    <dgm:cxn modelId="{B5325FB1-0CB4-48C8-B667-778EFA22FF6F}" type="presOf" srcId="{76DED168-DDD3-4932-B8AF-CBC23FD6FD4A}" destId="{5CA423FF-D57F-4114-AC91-AAF19149204A}" srcOrd="0" destOrd="0" presId="urn:microsoft.com/office/officeart/2005/8/layout/vProcess5"/>
    <dgm:cxn modelId="{93AEB2CC-55D2-4B83-95C2-088883C6F1CE}" srcId="{76DED168-DDD3-4932-B8AF-CBC23FD6FD4A}" destId="{0FB28D6D-708B-4DA5-BAFC-7A6DE7C29981}" srcOrd="3" destOrd="0" parTransId="{0E8065F9-3FC8-4557-8AA2-A6F956B1E2D2}" sibTransId="{D601441F-37CD-41AD-82F2-DB52F29DBA75}"/>
    <dgm:cxn modelId="{487BD8D6-127D-42AA-A5A4-6705F8CE15AE}" srcId="{76DED168-DDD3-4932-B8AF-CBC23FD6FD4A}" destId="{54F3E8CB-1063-4F94-9EBD-C499FED7747F}" srcOrd="0" destOrd="0" parTransId="{29DFB451-E7EA-4645-961D-553C7123FDD1}" sibTransId="{D4BF5001-DD63-42CE-8E67-1462D18F6187}"/>
    <dgm:cxn modelId="{E6929FE2-356F-43FE-B5C3-B26410DB3CD1}" type="presOf" srcId="{54F3E8CB-1063-4F94-9EBD-C499FED7747F}" destId="{CA71AA7A-942F-4129-9E76-70CE9C6BED76}" srcOrd="1" destOrd="0" presId="urn:microsoft.com/office/officeart/2005/8/layout/vProcess5"/>
    <dgm:cxn modelId="{43499F43-BF8D-4BE9-A421-4DD47C813EFF}" type="presParOf" srcId="{5CA423FF-D57F-4114-AC91-AAF19149204A}" destId="{47E3EEA0-060C-4CF9-BD8C-392C0520F358}" srcOrd="0" destOrd="0" presId="urn:microsoft.com/office/officeart/2005/8/layout/vProcess5"/>
    <dgm:cxn modelId="{8E0DD5E9-6D4E-41DE-8B64-05135736820B}" type="presParOf" srcId="{5CA423FF-D57F-4114-AC91-AAF19149204A}" destId="{4111EC68-2C6F-4EB6-9BF4-C6AD53415A60}" srcOrd="1" destOrd="0" presId="urn:microsoft.com/office/officeart/2005/8/layout/vProcess5"/>
    <dgm:cxn modelId="{123D10B2-947E-420B-A467-BE4DAC2613B3}" type="presParOf" srcId="{5CA423FF-D57F-4114-AC91-AAF19149204A}" destId="{9D8EBF55-5C1A-4553-8146-3B93AF4317F2}" srcOrd="2" destOrd="0" presId="urn:microsoft.com/office/officeart/2005/8/layout/vProcess5"/>
    <dgm:cxn modelId="{7339B427-0997-4F91-B19D-A3B06E2B20AA}" type="presParOf" srcId="{5CA423FF-D57F-4114-AC91-AAF19149204A}" destId="{7C69E68C-A23E-41C8-9433-2AF1ACE59ABC}" srcOrd="3" destOrd="0" presId="urn:microsoft.com/office/officeart/2005/8/layout/vProcess5"/>
    <dgm:cxn modelId="{B8CC4849-450F-4245-B617-0CCB1FD07C01}" type="presParOf" srcId="{5CA423FF-D57F-4114-AC91-AAF19149204A}" destId="{ADD91BA7-9BEF-4F95-BD20-32A1663A0938}" srcOrd="4" destOrd="0" presId="urn:microsoft.com/office/officeart/2005/8/layout/vProcess5"/>
    <dgm:cxn modelId="{B991A316-8631-43F8-8EB7-E4BD04B55563}" type="presParOf" srcId="{5CA423FF-D57F-4114-AC91-AAF19149204A}" destId="{C64CC1E2-18FC-4EAD-A17B-BB3723F87C41}" srcOrd="5" destOrd="0" presId="urn:microsoft.com/office/officeart/2005/8/layout/vProcess5"/>
    <dgm:cxn modelId="{8C90AE07-54A4-4CE6-8A49-54350B038EDA}" type="presParOf" srcId="{5CA423FF-D57F-4114-AC91-AAF19149204A}" destId="{4DDDCCC5-DC35-46CF-8FCB-590DAF31D4AC}" srcOrd="6" destOrd="0" presId="urn:microsoft.com/office/officeart/2005/8/layout/vProcess5"/>
    <dgm:cxn modelId="{8FB10F28-58F9-4519-9711-1B05C5C2A0C9}" type="presParOf" srcId="{5CA423FF-D57F-4114-AC91-AAF19149204A}" destId="{71F8DFDC-6A36-42D6-969A-4D7C86A5F52E}" srcOrd="7" destOrd="0" presId="urn:microsoft.com/office/officeart/2005/8/layout/vProcess5"/>
    <dgm:cxn modelId="{218B6CC7-A947-450A-9AB2-50C71BFE1EB8}" type="presParOf" srcId="{5CA423FF-D57F-4114-AC91-AAF19149204A}" destId="{CA71AA7A-942F-4129-9E76-70CE9C6BED76}" srcOrd="8" destOrd="0" presId="urn:microsoft.com/office/officeart/2005/8/layout/vProcess5"/>
    <dgm:cxn modelId="{FC667426-07AE-4773-ADEC-3EAAF24053CD}" type="presParOf" srcId="{5CA423FF-D57F-4114-AC91-AAF19149204A}" destId="{5FEDE15F-973D-44FB-B483-92FB6CBCA4DB}" srcOrd="9" destOrd="0" presId="urn:microsoft.com/office/officeart/2005/8/layout/vProcess5"/>
    <dgm:cxn modelId="{E3B03F4F-95A0-4CCF-B3F6-CE2DA497123A}" type="presParOf" srcId="{5CA423FF-D57F-4114-AC91-AAF19149204A}" destId="{67FE155F-0CA0-4844-AB4E-BF56F5CF23B4}" srcOrd="10" destOrd="0" presId="urn:microsoft.com/office/officeart/2005/8/layout/vProcess5"/>
    <dgm:cxn modelId="{D1D46583-EB85-4DB6-959E-34AD5EB1927A}" type="presParOf" srcId="{5CA423FF-D57F-4114-AC91-AAF19149204A}" destId="{98B3D28D-A365-4111-A61A-BE08639390E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3ED2670B-7C64-4D8D-AA84-44DDCB4DD4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8B1EA3D-0521-4ED8-A7C9-FAE448DF0A6A}">
      <dgm:prSet/>
      <dgm:spPr/>
      <dgm:t>
        <a:bodyPr/>
        <a:lstStyle/>
        <a:p>
          <a:r>
            <a:rPr lang="en-US"/>
            <a:t>EST is anchor time zone</a:t>
          </a:r>
        </a:p>
      </dgm:t>
    </dgm:pt>
    <dgm:pt modelId="{134BA662-2DFD-47B4-95F4-AFF8B0360370}" type="parTrans" cxnId="{D1D59A63-0FC7-41CE-92B1-4B167E0D05B9}">
      <dgm:prSet/>
      <dgm:spPr/>
      <dgm:t>
        <a:bodyPr/>
        <a:lstStyle/>
        <a:p>
          <a:endParaRPr lang="en-US"/>
        </a:p>
      </dgm:t>
    </dgm:pt>
    <dgm:pt modelId="{66296FD4-5D3B-4F7C-9D6A-2617ADDCE825}" type="sibTrans" cxnId="{D1D59A63-0FC7-41CE-92B1-4B167E0D05B9}">
      <dgm:prSet/>
      <dgm:spPr/>
      <dgm:t>
        <a:bodyPr/>
        <a:lstStyle/>
        <a:p>
          <a:endParaRPr lang="en-US"/>
        </a:p>
      </dgm:t>
    </dgm:pt>
    <dgm:pt modelId="{B2F0788B-55FF-46CC-9C20-FD5EDBBF5856}">
      <dgm:prSet/>
      <dgm:spPr/>
      <dgm:t>
        <a:bodyPr/>
        <a:lstStyle/>
        <a:p>
          <a:r>
            <a:rPr lang="en-US"/>
            <a:t>Planning over reaction</a:t>
          </a:r>
        </a:p>
      </dgm:t>
    </dgm:pt>
    <dgm:pt modelId="{94A4FAE1-03A5-4D7E-A00A-3A50A038B994}" type="parTrans" cxnId="{844EC189-9966-4D8C-82D8-135406D5FBBE}">
      <dgm:prSet/>
      <dgm:spPr/>
      <dgm:t>
        <a:bodyPr/>
        <a:lstStyle/>
        <a:p>
          <a:endParaRPr lang="en-US"/>
        </a:p>
      </dgm:t>
    </dgm:pt>
    <dgm:pt modelId="{0354AB2F-64F8-46E5-8CA8-921276F8CBAD}" type="sibTrans" cxnId="{844EC189-9966-4D8C-82D8-135406D5FBBE}">
      <dgm:prSet/>
      <dgm:spPr/>
      <dgm:t>
        <a:bodyPr/>
        <a:lstStyle/>
        <a:p>
          <a:endParaRPr lang="en-US"/>
        </a:p>
      </dgm:t>
    </dgm:pt>
    <dgm:pt modelId="{23999558-AE92-407A-8D3F-61AA82B18CBD}">
      <dgm:prSet/>
      <dgm:spPr/>
      <dgm:t>
        <a:bodyPr/>
        <a:lstStyle/>
        <a:p>
          <a:r>
            <a:rPr lang="en-US"/>
            <a:t>AI is mandatory skill</a:t>
          </a:r>
        </a:p>
      </dgm:t>
    </dgm:pt>
    <dgm:pt modelId="{29F75F51-7C38-4B65-AE12-9DF4D615A28F}" type="parTrans" cxnId="{4E83E365-059D-49FF-816F-9B34F45E72DD}">
      <dgm:prSet/>
      <dgm:spPr/>
      <dgm:t>
        <a:bodyPr/>
        <a:lstStyle/>
        <a:p>
          <a:endParaRPr lang="en-US"/>
        </a:p>
      </dgm:t>
    </dgm:pt>
    <dgm:pt modelId="{B27620D3-3C9D-4350-A655-D778ED987F76}" type="sibTrans" cxnId="{4E83E365-059D-49FF-816F-9B34F45E72DD}">
      <dgm:prSet/>
      <dgm:spPr/>
      <dgm:t>
        <a:bodyPr/>
        <a:lstStyle/>
        <a:p>
          <a:endParaRPr lang="en-US"/>
        </a:p>
      </dgm:t>
    </dgm:pt>
    <dgm:pt modelId="{A4AEB888-9441-4802-A919-8D351882F2E4}">
      <dgm:prSet/>
      <dgm:spPr/>
      <dgm:t>
        <a:bodyPr/>
        <a:lstStyle/>
        <a:p>
          <a:r>
            <a:rPr lang="en-US"/>
            <a:t>Discipline non-negotiable</a:t>
          </a:r>
        </a:p>
      </dgm:t>
    </dgm:pt>
    <dgm:pt modelId="{5513EAF2-ACAA-4135-9326-CA08B1555DF7}" type="parTrans" cxnId="{DBAFBC6D-D640-419D-B35F-8E433498C8E6}">
      <dgm:prSet/>
      <dgm:spPr/>
      <dgm:t>
        <a:bodyPr/>
        <a:lstStyle/>
        <a:p>
          <a:endParaRPr lang="en-US"/>
        </a:p>
      </dgm:t>
    </dgm:pt>
    <dgm:pt modelId="{BFFCED5E-0E93-4CE8-9C3A-998DFAA65A98}" type="sibTrans" cxnId="{DBAFBC6D-D640-419D-B35F-8E433498C8E6}">
      <dgm:prSet/>
      <dgm:spPr/>
      <dgm:t>
        <a:bodyPr/>
        <a:lstStyle/>
        <a:p>
          <a:endParaRPr lang="en-US"/>
        </a:p>
      </dgm:t>
    </dgm:pt>
    <dgm:pt modelId="{881AD9C9-735E-4503-97D4-CDDAFD4A5E07}">
      <dgm:prSet/>
      <dgm:spPr/>
      <dgm:t>
        <a:bodyPr/>
        <a:lstStyle/>
        <a:p>
          <a:r>
            <a:rPr lang="en-US"/>
            <a:t>Transparency mandatory</a:t>
          </a:r>
        </a:p>
      </dgm:t>
    </dgm:pt>
    <dgm:pt modelId="{08FA3FF0-C7DE-41D8-9C06-337CF37EB540}" type="parTrans" cxnId="{6426ADB4-47CB-414D-9873-754B9DE61349}">
      <dgm:prSet/>
      <dgm:spPr/>
      <dgm:t>
        <a:bodyPr/>
        <a:lstStyle/>
        <a:p>
          <a:endParaRPr lang="en-US"/>
        </a:p>
      </dgm:t>
    </dgm:pt>
    <dgm:pt modelId="{1092A58B-358F-4149-A310-79CDEE77C2D3}" type="sibTrans" cxnId="{6426ADB4-47CB-414D-9873-754B9DE61349}">
      <dgm:prSet/>
      <dgm:spPr/>
      <dgm:t>
        <a:bodyPr/>
        <a:lstStyle/>
        <a:p>
          <a:endParaRPr lang="en-US"/>
        </a:p>
      </dgm:t>
    </dgm:pt>
    <dgm:pt modelId="{8695F3FC-5C5B-46B8-A99C-D1A669DD5521}" type="pres">
      <dgm:prSet presAssocID="{3ED2670B-7C64-4D8D-AA84-44DDCB4DD406}" presName="root" presStyleCnt="0">
        <dgm:presLayoutVars>
          <dgm:dir/>
          <dgm:resizeHandles val="exact"/>
        </dgm:presLayoutVars>
      </dgm:prSet>
      <dgm:spPr/>
    </dgm:pt>
    <dgm:pt modelId="{75381DEB-7F91-48FD-9C28-AAC5434E480C}" type="pres">
      <dgm:prSet presAssocID="{08B1EA3D-0521-4ED8-A7C9-FAE448DF0A6A}" presName="compNode" presStyleCnt="0"/>
      <dgm:spPr/>
    </dgm:pt>
    <dgm:pt modelId="{16E35F67-4E9D-4641-A75E-1067CAD0C800}" type="pres">
      <dgm:prSet presAssocID="{08B1EA3D-0521-4ED8-A7C9-FAE448DF0A6A}" presName="bgRect" presStyleLbl="bgShp" presStyleIdx="0" presStyleCnt="5"/>
      <dgm:spPr/>
    </dgm:pt>
    <dgm:pt modelId="{FD484674-0AD4-4351-8C7A-13210E1FE277}" type="pres">
      <dgm:prSet presAssocID="{08B1EA3D-0521-4ED8-A7C9-FAE448DF0A6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chor"/>
        </a:ext>
      </dgm:extLst>
    </dgm:pt>
    <dgm:pt modelId="{ADBDE765-3A56-4B73-B7C6-912EFC8ABCE0}" type="pres">
      <dgm:prSet presAssocID="{08B1EA3D-0521-4ED8-A7C9-FAE448DF0A6A}" presName="spaceRect" presStyleCnt="0"/>
      <dgm:spPr/>
    </dgm:pt>
    <dgm:pt modelId="{92953B35-7A76-4B57-8520-5B07F15D5001}" type="pres">
      <dgm:prSet presAssocID="{08B1EA3D-0521-4ED8-A7C9-FAE448DF0A6A}" presName="parTx" presStyleLbl="revTx" presStyleIdx="0" presStyleCnt="5">
        <dgm:presLayoutVars>
          <dgm:chMax val="0"/>
          <dgm:chPref val="0"/>
        </dgm:presLayoutVars>
      </dgm:prSet>
      <dgm:spPr/>
    </dgm:pt>
    <dgm:pt modelId="{70115481-C8FA-4E3C-ADBD-C2ECE461672A}" type="pres">
      <dgm:prSet presAssocID="{66296FD4-5D3B-4F7C-9D6A-2617ADDCE825}" presName="sibTrans" presStyleCnt="0"/>
      <dgm:spPr/>
    </dgm:pt>
    <dgm:pt modelId="{01932A77-BCB6-437B-A582-729831500707}" type="pres">
      <dgm:prSet presAssocID="{B2F0788B-55FF-46CC-9C20-FD5EDBBF5856}" presName="compNode" presStyleCnt="0"/>
      <dgm:spPr/>
    </dgm:pt>
    <dgm:pt modelId="{13F29DE9-FCFD-4B26-A8F4-0EADC8BBF511}" type="pres">
      <dgm:prSet presAssocID="{B2F0788B-55FF-46CC-9C20-FD5EDBBF5856}" presName="bgRect" presStyleLbl="bgShp" presStyleIdx="1" presStyleCnt="5"/>
      <dgm:spPr/>
    </dgm:pt>
    <dgm:pt modelId="{05C649A6-8690-48C3-8183-D87900403171}" type="pres">
      <dgm:prSet presAssocID="{B2F0788B-55FF-46CC-9C20-FD5EDBBF585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FF768A8-06E6-4B98-9D35-0775704CF6CD}" type="pres">
      <dgm:prSet presAssocID="{B2F0788B-55FF-46CC-9C20-FD5EDBBF5856}" presName="spaceRect" presStyleCnt="0"/>
      <dgm:spPr/>
    </dgm:pt>
    <dgm:pt modelId="{F61D3D14-35E8-4753-B57B-2C42E3718644}" type="pres">
      <dgm:prSet presAssocID="{B2F0788B-55FF-46CC-9C20-FD5EDBBF5856}" presName="parTx" presStyleLbl="revTx" presStyleIdx="1" presStyleCnt="5">
        <dgm:presLayoutVars>
          <dgm:chMax val="0"/>
          <dgm:chPref val="0"/>
        </dgm:presLayoutVars>
      </dgm:prSet>
      <dgm:spPr/>
    </dgm:pt>
    <dgm:pt modelId="{68A7380E-6578-44FC-AA47-18E2A56F4B67}" type="pres">
      <dgm:prSet presAssocID="{0354AB2F-64F8-46E5-8CA8-921276F8CBAD}" presName="sibTrans" presStyleCnt="0"/>
      <dgm:spPr/>
    </dgm:pt>
    <dgm:pt modelId="{9A6F34F0-73EC-4665-ADA9-A84C1CA10C75}" type="pres">
      <dgm:prSet presAssocID="{23999558-AE92-407A-8D3F-61AA82B18CBD}" presName="compNode" presStyleCnt="0"/>
      <dgm:spPr/>
    </dgm:pt>
    <dgm:pt modelId="{A7ED906C-F871-461F-9552-2B01F06535CB}" type="pres">
      <dgm:prSet presAssocID="{23999558-AE92-407A-8D3F-61AA82B18CBD}" presName="bgRect" presStyleLbl="bgShp" presStyleIdx="2" presStyleCnt="5"/>
      <dgm:spPr/>
    </dgm:pt>
    <dgm:pt modelId="{EDC92A0B-D304-4C01-BE8C-9CAF18F17B5D}" type="pres">
      <dgm:prSet presAssocID="{23999558-AE92-407A-8D3F-61AA82B18CB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39C30DE-B3B4-482B-BC67-A1FCFBDE3FC3}" type="pres">
      <dgm:prSet presAssocID="{23999558-AE92-407A-8D3F-61AA82B18CBD}" presName="spaceRect" presStyleCnt="0"/>
      <dgm:spPr/>
    </dgm:pt>
    <dgm:pt modelId="{48E56E5A-2E7F-4DB5-BC8A-3C3F050023AF}" type="pres">
      <dgm:prSet presAssocID="{23999558-AE92-407A-8D3F-61AA82B18CBD}" presName="parTx" presStyleLbl="revTx" presStyleIdx="2" presStyleCnt="5">
        <dgm:presLayoutVars>
          <dgm:chMax val="0"/>
          <dgm:chPref val="0"/>
        </dgm:presLayoutVars>
      </dgm:prSet>
      <dgm:spPr/>
    </dgm:pt>
    <dgm:pt modelId="{9D19833C-A1DC-4874-B73C-0065DDB7E486}" type="pres">
      <dgm:prSet presAssocID="{B27620D3-3C9D-4350-A655-D778ED987F76}" presName="sibTrans" presStyleCnt="0"/>
      <dgm:spPr/>
    </dgm:pt>
    <dgm:pt modelId="{92AEFBC0-2A4F-43DD-8EE4-8CA2413A8F33}" type="pres">
      <dgm:prSet presAssocID="{A4AEB888-9441-4802-A919-8D351882F2E4}" presName="compNode" presStyleCnt="0"/>
      <dgm:spPr/>
    </dgm:pt>
    <dgm:pt modelId="{5AB19CB9-E199-4896-B40C-415061C22ADE}" type="pres">
      <dgm:prSet presAssocID="{A4AEB888-9441-4802-A919-8D351882F2E4}" presName="bgRect" presStyleLbl="bgShp" presStyleIdx="3" presStyleCnt="5"/>
      <dgm:spPr/>
    </dgm:pt>
    <dgm:pt modelId="{B893FE86-1539-4EC4-AAB0-2DED6A17FDE8}" type="pres">
      <dgm:prSet presAssocID="{A4AEB888-9441-4802-A919-8D351882F2E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67A70164-4912-4AB3-90E8-74F67DD9254D}" type="pres">
      <dgm:prSet presAssocID="{A4AEB888-9441-4802-A919-8D351882F2E4}" presName="spaceRect" presStyleCnt="0"/>
      <dgm:spPr/>
    </dgm:pt>
    <dgm:pt modelId="{E535D4ED-CB0D-46A1-998E-AF430B4ECC8B}" type="pres">
      <dgm:prSet presAssocID="{A4AEB888-9441-4802-A919-8D351882F2E4}" presName="parTx" presStyleLbl="revTx" presStyleIdx="3" presStyleCnt="5">
        <dgm:presLayoutVars>
          <dgm:chMax val="0"/>
          <dgm:chPref val="0"/>
        </dgm:presLayoutVars>
      </dgm:prSet>
      <dgm:spPr/>
    </dgm:pt>
    <dgm:pt modelId="{955470E3-501B-4C52-8D5E-C9B2924606AF}" type="pres">
      <dgm:prSet presAssocID="{BFFCED5E-0E93-4CE8-9C3A-998DFAA65A98}" presName="sibTrans" presStyleCnt="0"/>
      <dgm:spPr/>
    </dgm:pt>
    <dgm:pt modelId="{BC1EAA32-1EB5-4220-855C-1FF91FB7954A}" type="pres">
      <dgm:prSet presAssocID="{881AD9C9-735E-4503-97D4-CDDAFD4A5E07}" presName="compNode" presStyleCnt="0"/>
      <dgm:spPr/>
    </dgm:pt>
    <dgm:pt modelId="{D92BB835-C1F7-4AE4-9553-F9685E227DFC}" type="pres">
      <dgm:prSet presAssocID="{881AD9C9-735E-4503-97D4-CDDAFD4A5E07}" presName="bgRect" presStyleLbl="bgShp" presStyleIdx="4" presStyleCnt="5"/>
      <dgm:spPr/>
    </dgm:pt>
    <dgm:pt modelId="{E0BA576F-7023-4D27-88AF-A3CC45083FEA}" type="pres">
      <dgm:prSet presAssocID="{881AD9C9-735E-4503-97D4-CDDAFD4A5E0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DE6FAC2-0047-4EC3-877F-4EABA108F026}" type="pres">
      <dgm:prSet presAssocID="{881AD9C9-735E-4503-97D4-CDDAFD4A5E07}" presName="spaceRect" presStyleCnt="0"/>
      <dgm:spPr/>
    </dgm:pt>
    <dgm:pt modelId="{91A76131-7D72-4567-AB26-424E62032AA8}" type="pres">
      <dgm:prSet presAssocID="{881AD9C9-735E-4503-97D4-CDDAFD4A5E0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17B9311-BB7F-472F-A246-DA39D456B6F7}" type="presOf" srcId="{881AD9C9-735E-4503-97D4-CDDAFD4A5E07}" destId="{91A76131-7D72-4567-AB26-424E62032AA8}" srcOrd="0" destOrd="0" presId="urn:microsoft.com/office/officeart/2018/2/layout/IconVerticalSolidList"/>
    <dgm:cxn modelId="{31B30917-2661-493A-8BFB-2A8C10536475}" type="presOf" srcId="{08B1EA3D-0521-4ED8-A7C9-FAE448DF0A6A}" destId="{92953B35-7A76-4B57-8520-5B07F15D5001}" srcOrd="0" destOrd="0" presId="urn:microsoft.com/office/officeart/2018/2/layout/IconVerticalSolidList"/>
    <dgm:cxn modelId="{57640129-E658-42BC-A778-14DC639500DA}" type="presOf" srcId="{3ED2670B-7C64-4D8D-AA84-44DDCB4DD406}" destId="{8695F3FC-5C5B-46B8-A99C-D1A669DD5521}" srcOrd="0" destOrd="0" presId="urn:microsoft.com/office/officeart/2018/2/layout/IconVerticalSolidList"/>
    <dgm:cxn modelId="{D1D59A63-0FC7-41CE-92B1-4B167E0D05B9}" srcId="{3ED2670B-7C64-4D8D-AA84-44DDCB4DD406}" destId="{08B1EA3D-0521-4ED8-A7C9-FAE448DF0A6A}" srcOrd="0" destOrd="0" parTransId="{134BA662-2DFD-47B4-95F4-AFF8B0360370}" sibTransId="{66296FD4-5D3B-4F7C-9D6A-2617ADDCE825}"/>
    <dgm:cxn modelId="{4E83E365-059D-49FF-816F-9B34F45E72DD}" srcId="{3ED2670B-7C64-4D8D-AA84-44DDCB4DD406}" destId="{23999558-AE92-407A-8D3F-61AA82B18CBD}" srcOrd="2" destOrd="0" parTransId="{29F75F51-7C38-4B65-AE12-9DF4D615A28F}" sibTransId="{B27620D3-3C9D-4350-A655-D778ED987F76}"/>
    <dgm:cxn modelId="{DBAFBC6D-D640-419D-B35F-8E433498C8E6}" srcId="{3ED2670B-7C64-4D8D-AA84-44DDCB4DD406}" destId="{A4AEB888-9441-4802-A919-8D351882F2E4}" srcOrd="3" destOrd="0" parTransId="{5513EAF2-ACAA-4135-9326-CA08B1555DF7}" sibTransId="{BFFCED5E-0E93-4CE8-9C3A-998DFAA65A98}"/>
    <dgm:cxn modelId="{95372386-2FB6-4DFE-AD44-62E1A526FD8E}" type="presOf" srcId="{B2F0788B-55FF-46CC-9C20-FD5EDBBF5856}" destId="{F61D3D14-35E8-4753-B57B-2C42E3718644}" srcOrd="0" destOrd="0" presId="urn:microsoft.com/office/officeart/2018/2/layout/IconVerticalSolidList"/>
    <dgm:cxn modelId="{844EC189-9966-4D8C-82D8-135406D5FBBE}" srcId="{3ED2670B-7C64-4D8D-AA84-44DDCB4DD406}" destId="{B2F0788B-55FF-46CC-9C20-FD5EDBBF5856}" srcOrd="1" destOrd="0" parTransId="{94A4FAE1-03A5-4D7E-A00A-3A50A038B994}" sibTransId="{0354AB2F-64F8-46E5-8CA8-921276F8CBAD}"/>
    <dgm:cxn modelId="{3074CA8E-AE4B-41E9-89A6-3861A2EEF7E6}" type="presOf" srcId="{A4AEB888-9441-4802-A919-8D351882F2E4}" destId="{E535D4ED-CB0D-46A1-998E-AF430B4ECC8B}" srcOrd="0" destOrd="0" presId="urn:microsoft.com/office/officeart/2018/2/layout/IconVerticalSolidList"/>
    <dgm:cxn modelId="{6426ADB4-47CB-414D-9873-754B9DE61349}" srcId="{3ED2670B-7C64-4D8D-AA84-44DDCB4DD406}" destId="{881AD9C9-735E-4503-97D4-CDDAFD4A5E07}" srcOrd="4" destOrd="0" parTransId="{08FA3FF0-C7DE-41D8-9C06-337CF37EB540}" sibTransId="{1092A58B-358F-4149-A310-79CDEE77C2D3}"/>
    <dgm:cxn modelId="{A3384DC8-9FBF-48DD-835D-08F07836AC24}" type="presOf" srcId="{23999558-AE92-407A-8D3F-61AA82B18CBD}" destId="{48E56E5A-2E7F-4DB5-BC8A-3C3F050023AF}" srcOrd="0" destOrd="0" presId="urn:microsoft.com/office/officeart/2018/2/layout/IconVerticalSolidList"/>
    <dgm:cxn modelId="{1D877EC2-3952-4412-9DB3-EBFACF79B9D4}" type="presParOf" srcId="{8695F3FC-5C5B-46B8-A99C-D1A669DD5521}" destId="{75381DEB-7F91-48FD-9C28-AAC5434E480C}" srcOrd="0" destOrd="0" presId="urn:microsoft.com/office/officeart/2018/2/layout/IconVerticalSolidList"/>
    <dgm:cxn modelId="{5421752C-459A-4F93-A899-F52F5BD4D5BA}" type="presParOf" srcId="{75381DEB-7F91-48FD-9C28-AAC5434E480C}" destId="{16E35F67-4E9D-4641-A75E-1067CAD0C800}" srcOrd="0" destOrd="0" presId="urn:microsoft.com/office/officeart/2018/2/layout/IconVerticalSolidList"/>
    <dgm:cxn modelId="{49B6E7EC-46E6-4E83-A953-B9467B95D1A2}" type="presParOf" srcId="{75381DEB-7F91-48FD-9C28-AAC5434E480C}" destId="{FD484674-0AD4-4351-8C7A-13210E1FE277}" srcOrd="1" destOrd="0" presId="urn:microsoft.com/office/officeart/2018/2/layout/IconVerticalSolidList"/>
    <dgm:cxn modelId="{78BD46A6-63D1-49CC-A175-715645B5D043}" type="presParOf" srcId="{75381DEB-7F91-48FD-9C28-AAC5434E480C}" destId="{ADBDE765-3A56-4B73-B7C6-912EFC8ABCE0}" srcOrd="2" destOrd="0" presId="urn:microsoft.com/office/officeart/2018/2/layout/IconVerticalSolidList"/>
    <dgm:cxn modelId="{26E89E84-04BE-4AD0-9C8B-472AAA7D6997}" type="presParOf" srcId="{75381DEB-7F91-48FD-9C28-AAC5434E480C}" destId="{92953B35-7A76-4B57-8520-5B07F15D5001}" srcOrd="3" destOrd="0" presId="urn:microsoft.com/office/officeart/2018/2/layout/IconVerticalSolidList"/>
    <dgm:cxn modelId="{38FA735A-6BBC-4FEA-86D5-0871B1CB6E0C}" type="presParOf" srcId="{8695F3FC-5C5B-46B8-A99C-D1A669DD5521}" destId="{70115481-C8FA-4E3C-ADBD-C2ECE461672A}" srcOrd="1" destOrd="0" presId="urn:microsoft.com/office/officeart/2018/2/layout/IconVerticalSolidList"/>
    <dgm:cxn modelId="{A7F9275B-2FBA-4F3A-BAEC-06F8A1536C87}" type="presParOf" srcId="{8695F3FC-5C5B-46B8-A99C-D1A669DD5521}" destId="{01932A77-BCB6-437B-A582-729831500707}" srcOrd="2" destOrd="0" presId="urn:microsoft.com/office/officeart/2018/2/layout/IconVerticalSolidList"/>
    <dgm:cxn modelId="{C6B8F836-2C70-4EB8-B1CF-02A768787277}" type="presParOf" srcId="{01932A77-BCB6-437B-A582-729831500707}" destId="{13F29DE9-FCFD-4B26-A8F4-0EADC8BBF511}" srcOrd="0" destOrd="0" presId="urn:microsoft.com/office/officeart/2018/2/layout/IconVerticalSolidList"/>
    <dgm:cxn modelId="{D9787FC6-F223-4F50-859F-B8E3981BC0F7}" type="presParOf" srcId="{01932A77-BCB6-437B-A582-729831500707}" destId="{05C649A6-8690-48C3-8183-D87900403171}" srcOrd="1" destOrd="0" presId="urn:microsoft.com/office/officeart/2018/2/layout/IconVerticalSolidList"/>
    <dgm:cxn modelId="{E0AAF650-31CF-4375-852E-DECD3A894B36}" type="presParOf" srcId="{01932A77-BCB6-437B-A582-729831500707}" destId="{6FF768A8-06E6-4B98-9D35-0775704CF6CD}" srcOrd="2" destOrd="0" presId="urn:microsoft.com/office/officeart/2018/2/layout/IconVerticalSolidList"/>
    <dgm:cxn modelId="{EFD05895-F852-4C88-B8BA-924326944C77}" type="presParOf" srcId="{01932A77-BCB6-437B-A582-729831500707}" destId="{F61D3D14-35E8-4753-B57B-2C42E3718644}" srcOrd="3" destOrd="0" presId="urn:microsoft.com/office/officeart/2018/2/layout/IconVerticalSolidList"/>
    <dgm:cxn modelId="{E5901891-5550-49DA-AE50-A5A667BDF518}" type="presParOf" srcId="{8695F3FC-5C5B-46B8-A99C-D1A669DD5521}" destId="{68A7380E-6578-44FC-AA47-18E2A56F4B67}" srcOrd="3" destOrd="0" presId="urn:microsoft.com/office/officeart/2018/2/layout/IconVerticalSolidList"/>
    <dgm:cxn modelId="{CD0CB6DE-BC06-4E5E-9030-F4C2CE64D996}" type="presParOf" srcId="{8695F3FC-5C5B-46B8-A99C-D1A669DD5521}" destId="{9A6F34F0-73EC-4665-ADA9-A84C1CA10C75}" srcOrd="4" destOrd="0" presId="urn:microsoft.com/office/officeart/2018/2/layout/IconVerticalSolidList"/>
    <dgm:cxn modelId="{E25B4114-7446-44E5-A5CC-7F5CC21103C2}" type="presParOf" srcId="{9A6F34F0-73EC-4665-ADA9-A84C1CA10C75}" destId="{A7ED906C-F871-461F-9552-2B01F06535CB}" srcOrd="0" destOrd="0" presId="urn:microsoft.com/office/officeart/2018/2/layout/IconVerticalSolidList"/>
    <dgm:cxn modelId="{C97A6D28-374C-4663-8ED5-98B9E0B55E95}" type="presParOf" srcId="{9A6F34F0-73EC-4665-ADA9-A84C1CA10C75}" destId="{EDC92A0B-D304-4C01-BE8C-9CAF18F17B5D}" srcOrd="1" destOrd="0" presId="urn:microsoft.com/office/officeart/2018/2/layout/IconVerticalSolidList"/>
    <dgm:cxn modelId="{A426DA6C-6769-434B-9EB9-D9280E5B30B7}" type="presParOf" srcId="{9A6F34F0-73EC-4665-ADA9-A84C1CA10C75}" destId="{939C30DE-B3B4-482B-BC67-A1FCFBDE3FC3}" srcOrd="2" destOrd="0" presId="urn:microsoft.com/office/officeart/2018/2/layout/IconVerticalSolidList"/>
    <dgm:cxn modelId="{35EA8CEA-0857-413A-9F1C-4C9E270D3953}" type="presParOf" srcId="{9A6F34F0-73EC-4665-ADA9-A84C1CA10C75}" destId="{48E56E5A-2E7F-4DB5-BC8A-3C3F050023AF}" srcOrd="3" destOrd="0" presId="urn:microsoft.com/office/officeart/2018/2/layout/IconVerticalSolidList"/>
    <dgm:cxn modelId="{3B3D5399-51B8-46DC-A477-69E1E15751DE}" type="presParOf" srcId="{8695F3FC-5C5B-46B8-A99C-D1A669DD5521}" destId="{9D19833C-A1DC-4874-B73C-0065DDB7E486}" srcOrd="5" destOrd="0" presId="urn:microsoft.com/office/officeart/2018/2/layout/IconVerticalSolidList"/>
    <dgm:cxn modelId="{7E7B4682-72B1-4E37-8C6A-F90AFC4751EE}" type="presParOf" srcId="{8695F3FC-5C5B-46B8-A99C-D1A669DD5521}" destId="{92AEFBC0-2A4F-43DD-8EE4-8CA2413A8F33}" srcOrd="6" destOrd="0" presId="urn:microsoft.com/office/officeart/2018/2/layout/IconVerticalSolidList"/>
    <dgm:cxn modelId="{34137333-7284-45C6-8948-95C8184D9977}" type="presParOf" srcId="{92AEFBC0-2A4F-43DD-8EE4-8CA2413A8F33}" destId="{5AB19CB9-E199-4896-B40C-415061C22ADE}" srcOrd="0" destOrd="0" presId="urn:microsoft.com/office/officeart/2018/2/layout/IconVerticalSolidList"/>
    <dgm:cxn modelId="{21E5652F-FF62-4DFB-A3C9-6483350257C3}" type="presParOf" srcId="{92AEFBC0-2A4F-43DD-8EE4-8CA2413A8F33}" destId="{B893FE86-1539-4EC4-AAB0-2DED6A17FDE8}" srcOrd="1" destOrd="0" presId="urn:microsoft.com/office/officeart/2018/2/layout/IconVerticalSolidList"/>
    <dgm:cxn modelId="{D8C28907-B235-445A-90B7-B9314A5AE5D9}" type="presParOf" srcId="{92AEFBC0-2A4F-43DD-8EE4-8CA2413A8F33}" destId="{67A70164-4912-4AB3-90E8-74F67DD9254D}" srcOrd="2" destOrd="0" presId="urn:microsoft.com/office/officeart/2018/2/layout/IconVerticalSolidList"/>
    <dgm:cxn modelId="{7E11A06F-4481-427D-995B-B92B975CBA86}" type="presParOf" srcId="{92AEFBC0-2A4F-43DD-8EE4-8CA2413A8F33}" destId="{E535D4ED-CB0D-46A1-998E-AF430B4ECC8B}" srcOrd="3" destOrd="0" presId="urn:microsoft.com/office/officeart/2018/2/layout/IconVerticalSolidList"/>
    <dgm:cxn modelId="{56FEFF70-3E6B-4A14-B456-073DD270E4A5}" type="presParOf" srcId="{8695F3FC-5C5B-46B8-A99C-D1A669DD5521}" destId="{955470E3-501B-4C52-8D5E-C9B2924606AF}" srcOrd="7" destOrd="0" presId="urn:microsoft.com/office/officeart/2018/2/layout/IconVerticalSolidList"/>
    <dgm:cxn modelId="{41125817-FCF5-416E-BEA6-6A3DCD07EF7D}" type="presParOf" srcId="{8695F3FC-5C5B-46B8-A99C-D1A669DD5521}" destId="{BC1EAA32-1EB5-4220-855C-1FF91FB7954A}" srcOrd="8" destOrd="0" presId="urn:microsoft.com/office/officeart/2018/2/layout/IconVerticalSolidList"/>
    <dgm:cxn modelId="{295139C8-F864-40B7-8938-EA70FA293F3B}" type="presParOf" srcId="{BC1EAA32-1EB5-4220-855C-1FF91FB7954A}" destId="{D92BB835-C1F7-4AE4-9553-F9685E227DFC}" srcOrd="0" destOrd="0" presId="urn:microsoft.com/office/officeart/2018/2/layout/IconVerticalSolidList"/>
    <dgm:cxn modelId="{9229821F-0708-4F3C-BA50-56289095743E}" type="presParOf" srcId="{BC1EAA32-1EB5-4220-855C-1FF91FB7954A}" destId="{E0BA576F-7023-4D27-88AF-A3CC45083FEA}" srcOrd="1" destOrd="0" presId="urn:microsoft.com/office/officeart/2018/2/layout/IconVerticalSolidList"/>
    <dgm:cxn modelId="{9ECD80DA-BCD0-4AEA-97B1-55FED0C7B007}" type="presParOf" srcId="{BC1EAA32-1EB5-4220-855C-1FF91FB7954A}" destId="{4DE6FAC2-0047-4EC3-877F-4EABA108F026}" srcOrd="2" destOrd="0" presId="urn:microsoft.com/office/officeart/2018/2/layout/IconVerticalSolidList"/>
    <dgm:cxn modelId="{9D65A3D9-6DE4-4037-9D64-328858A739E4}" type="presParOf" srcId="{BC1EAA32-1EB5-4220-855C-1FF91FB7954A}" destId="{91A76131-7D72-4567-AB26-424E62032A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87CA0C31-8D85-4B1D-A8EF-66590E3FE7B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6E4B245-9BFA-48F8-B067-DE6FCA6B2423}">
      <dgm:prSet/>
      <dgm:spPr/>
      <dgm:t>
        <a:bodyPr/>
        <a:lstStyle/>
        <a:p>
          <a:r>
            <a:rPr lang="en-US"/>
            <a:t>Continue single DSR thread</a:t>
          </a:r>
        </a:p>
      </dgm:t>
    </dgm:pt>
    <dgm:pt modelId="{D67021A4-4939-4F31-A25C-8847655C298B}" type="parTrans" cxnId="{9BBBE536-E564-4FC5-BD5E-19AB83D9DA6A}">
      <dgm:prSet/>
      <dgm:spPr/>
      <dgm:t>
        <a:bodyPr/>
        <a:lstStyle/>
        <a:p>
          <a:endParaRPr lang="en-US"/>
        </a:p>
      </dgm:t>
    </dgm:pt>
    <dgm:pt modelId="{049464F4-7AD3-4F0D-9188-AE0BC00998EF}" type="sibTrans" cxnId="{9BBBE536-E564-4FC5-BD5E-19AB83D9DA6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CEDAB9D-6D39-465D-A951-4BC726656771}">
      <dgm:prSet/>
      <dgm:spPr/>
      <dgm:t>
        <a:bodyPr/>
        <a:lstStyle/>
        <a:p>
          <a:r>
            <a:rPr lang="en-US"/>
            <a:t>Follow daily agenda discipline</a:t>
          </a:r>
        </a:p>
      </dgm:t>
    </dgm:pt>
    <dgm:pt modelId="{2ED23774-C882-4212-B907-50DACF65E4C0}" type="parTrans" cxnId="{0C1FE417-3624-475D-BD51-0BBDD45E34E1}">
      <dgm:prSet/>
      <dgm:spPr/>
      <dgm:t>
        <a:bodyPr/>
        <a:lstStyle/>
        <a:p>
          <a:endParaRPr lang="en-US"/>
        </a:p>
      </dgm:t>
    </dgm:pt>
    <dgm:pt modelId="{6B5BFE9D-01CE-4B8A-A4AE-5717FD3843C1}" type="sibTrans" cxnId="{0C1FE417-3624-475D-BD51-0BBDD45E34E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965FACD-FCB1-4150-BDC1-F754EDAC1EDF}">
      <dgm:prSet/>
      <dgm:spPr/>
      <dgm:t>
        <a:bodyPr/>
        <a:lstStyle/>
        <a:p>
          <a:r>
            <a:rPr lang="en-US"/>
            <a:t>Apply feedback immediately</a:t>
          </a:r>
        </a:p>
      </dgm:t>
    </dgm:pt>
    <dgm:pt modelId="{BD55DA90-E6B3-447D-9B67-67092C36ADFA}" type="parTrans" cxnId="{2F0B95ED-9493-4120-918E-63DF53FE1707}">
      <dgm:prSet/>
      <dgm:spPr/>
      <dgm:t>
        <a:bodyPr/>
        <a:lstStyle/>
        <a:p>
          <a:endParaRPr lang="en-US"/>
        </a:p>
      </dgm:t>
    </dgm:pt>
    <dgm:pt modelId="{CF14345F-AF03-45B7-B83B-37310D56A685}" type="sibTrans" cxnId="{2F0B95ED-9493-4120-918E-63DF53FE170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CE12274D-53E1-49DD-AEF4-636A8D42AED5}">
      <dgm:prSet/>
      <dgm:spPr/>
      <dgm:t>
        <a:bodyPr/>
        <a:lstStyle/>
        <a:p>
          <a:r>
            <a:rPr lang="en-US"/>
            <a:t>Raise challenges early</a:t>
          </a:r>
        </a:p>
      </dgm:t>
    </dgm:pt>
    <dgm:pt modelId="{FB5A4932-B907-4482-A9B4-12F4C65447E6}" type="parTrans" cxnId="{A39F891B-99E7-4588-87FF-18E9AC2DDE4B}">
      <dgm:prSet/>
      <dgm:spPr/>
      <dgm:t>
        <a:bodyPr/>
        <a:lstStyle/>
        <a:p>
          <a:endParaRPr lang="en-US"/>
        </a:p>
      </dgm:t>
    </dgm:pt>
    <dgm:pt modelId="{C4BC40A7-C77C-4146-A1FE-465285FFE844}" type="sibTrans" cxnId="{A39F891B-99E7-4588-87FF-18E9AC2DDE4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C27D7AF-1D92-4ABB-A5D5-C48A1906F551}">
      <dgm:prSet/>
      <dgm:spPr/>
      <dgm:t>
        <a:bodyPr/>
        <a:lstStyle/>
        <a:p>
          <a:r>
            <a:rPr lang="en-US"/>
            <a:t>Execute January plan without deviation</a:t>
          </a:r>
        </a:p>
      </dgm:t>
    </dgm:pt>
    <dgm:pt modelId="{91060826-AD8F-4D5C-8C16-E227D74C6EB4}" type="parTrans" cxnId="{000D1FDD-91D3-4C34-B7D0-3579872C15FD}">
      <dgm:prSet/>
      <dgm:spPr/>
      <dgm:t>
        <a:bodyPr/>
        <a:lstStyle/>
        <a:p>
          <a:endParaRPr lang="en-US"/>
        </a:p>
      </dgm:t>
    </dgm:pt>
    <dgm:pt modelId="{F83C9D3B-18C4-4086-A7F2-F49EFDE9FC88}" type="sibTrans" cxnId="{000D1FDD-91D3-4C34-B7D0-3579872C15FD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EF900BB0-0DF4-437F-82FD-9BC3FD631871}" type="pres">
      <dgm:prSet presAssocID="{87CA0C31-8D85-4B1D-A8EF-66590E3FE7BC}" presName="Name0" presStyleCnt="0">
        <dgm:presLayoutVars>
          <dgm:animLvl val="lvl"/>
          <dgm:resizeHandles val="exact"/>
        </dgm:presLayoutVars>
      </dgm:prSet>
      <dgm:spPr/>
    </dgm:pt>
    <dgm:pt modelId="{C65EB0D2-E67C-41B5-97E0-00F5EC6BB48F}" type="pres">
      <dgm:prSet presAssocID="{86E4B245-9BFA-48F8-B067-DE6FCA6B2423}" presName="compositeNode" presStyleCnt="0">
        <dgm:presLayoutVars>
          <dgm:bulletEnabled val="1"/>
        </dgm:presLayoutVars>
      </dgm:prSet>
      <dgm:spPr/>
    </dgm:pt>
    <dgm:pt modelId="{8E4F74D5-FA10-4B75-9F90-96F75E1FEBCB}" type="pres">
      <dgm:prSet presAssocID="{86E4B245-9BFA-48F8-B067-DE6FCA6B2423}" presName="bgRect" presStyleLbl="bgAccFollowNode1" presStyleIdx="0" presStyleCnt="5"/>
      <dgm:spPr/>
    </dgm:pt>
    <dgm:pt modelId="{FB161F37-1AFD-448F-977A-383F5BA4FB3D}" type="pres">
      <dgm:prSet presAssocID="{049464F4-7AD3-4F0D-9188-AE0BC00998EF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B5C2C1B2-66EB-4241-8D65-3939E74A89A7}" type="pres">
      <dgm:prSet presAssocID="{86E4B245-9BFA-48F8-B067-DE6FCA6B2423}" presName="bottomLine" presStyleLbl="alignNode1" presStyleIdx="1" presStyleCnt="10">
        <dgm:presLayoutVars/>
      </dgm:prSet>
      <dgm:spPr/>
    </dgm:pt>
    <dgm:pt modelId="{B3E7ADEF-E842-46FD-805F-69D2C1DE3E7D}" type="pres">
      <dgm:prSet presAssocID="{86E4B245-9BFA-48F8-B067-DE6FCA6B2423}" presName="nodeText" presStyleLbl="bgAccFollowNode1" presStyleIdx="0" presStyleCnt="5">
        <dgm:presLayoutVars>
          <dgm:bulletEnabled val="1"/>
        </dgm:presLayoutVars>
      </dgm:prSet>
      <dgm:spPr/>
    </dgm:pt>
    <dgm:pt modelId="{D831B6FD-CF54-4088-B4BD-A470984A6365}" type="pres">
      <dgm:prSet presAssocID="{049464F4-7AD3-4F0D-9188-AE0BC00998EF}" presName="sibTrans" presStyleCnt="0"/>
      <dgm:spPr/>
    </dgm:pt>
    <dgm:pt modelId="{A84A61C6-DBBB-4893-BE5A-388110D10B1B}" type="pres">
      <dgm:prSet presAssocID="{2CEDAB9D-6D39-465D-A951-4BC726656771}" presName="compositeNode" presStyleCnt="0">
        <dgm:presLayoutVars>
          <dgm:bulletEnabled val="1"/>
        </dgm:presLayoutVars>
      </dgm:prSet>
      <dgm:spPr/>
    </dgm:pt>
    <dgm:pt modelId="{4345CAAB-A297-45AE-B76E-02500479418E}" type="pres">
      <dgm:prSet presAssocID="{2CEDAB9D-6D39-465D-A951-4BC726656771}" presName="bgRect" presStyleLbl="bgAccFollowNode1" presStyleIdx="1" presStyleCnt="5"/>
      <dgm:spPr/>
    </dgm:pt>
    <dgm:pt modelId="{8D98017D-DC2C-4B25-95D5-F138C7437059}" type="pres">
      <dgm:prSet presAssocID="{6B5BFE9D-01CE-4B8A-A4AE-5717FD3843C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33AB93E4-80DA-48AB-ADBF-E1BACD467640}" type="pres">
      <dgm:prSet presAssocID="{2CEDAB9D-6D39-465D-A951-4BC726656771}" presName="bottomLine" presStyleLbl="alignNode1" presStyleIdx="3" presStyleCnt="10">
        <dgm:presLayoutVars/>
      </dgm:prSet>
      <dgm:spPr/>
    </dgm:pt>
    <dgm:pt modelId="{53D87C9F-4699-4DA9-8479-249D70A2FB12}" type="pres">
      <dgm:prSet presAssocID="{2CEDAB9D-6D39-465D-A951-4BC726656771}" presName="nodeText" presStyleLbl="bgAccFollowNode1" presStyleIdx="1" presStyleCnt="5">
        <dgm:presLayoutVars>
          <dgm:bulletEnabled val="1"/>
        </dgm:presLayoutVars>
      </dgm:prSet>
      <dgm:spPr/>
    </dgm:pt>
    <dgm:pt modelId="{A3231990-B7D0-4DFB-869A-3670D576640E}" type="pres">
      <dgm:prSet presAssocID="{6B5BFE9D-01CE-4B8A-A4AE-5717FD3843C1}" presName="sibTrans" presStyleCnt="0"/>
      <dgm:spPr/>
    </dgm:pt>
    <dgm:pt modelId="{191614FD-104D-4915-87A2-4C1E323C6861}" type="pres">
      <dgm:prSet presAssocID="{9965FACD-FCB1-4150-BDC1-F754EDAC1EDF}" presName="compositeNode" presStyleCnt="0">
        <dgm:presLayoutVars>
          <dgm:bulletEnabled val="1"/>
        </dgm:presLayoutVars>
      </dgm:prSet>
      <dgm:spPr/>
    </dgm:pt>
    <dgm:pt modelId="{DC7F8061-964D-43C5-9B39-1D1605DFEE71}" type="pres">
      <dgm:prSet presAssocID="{9965FACD-FCB1-4150-BDC1-F754EDAC1EDF}" presName="bgRect" presStyleLbl="bgAccFollowNode1" presStyleIdx="2" presStyleCnt="5"/>
      <dgm:spPr/>
    </dgm:pt>
    <dgm:pt modelId="{0F042AD9-96B7-4A5B-9EA8-1CF202A127D7}" type="pres">
      <dgm:prSet presAssocID="{CF14345F-AF03-45B7-B83B-37310D56A685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1BD8FA2E-7440-4827-A22E-763CB07CD1BE}" type="pres">
      <dgm:prSet presAssocID="{9965FACD-FCB1-4150-BDC1-F754EDAC1EDF}" presName="bottomLine" presStyleLbl="alignNode1" presStyleIdx="5" presStyleCnt="10">
        <dgm:presLayoutVars/>
      </dgm:prSet>
      <dgm:spPr/>
    </dgm:pt>
    <dgm:pt modelId="{DB9BB204-C6C1-48A9-B020-B69CC5753401}" type="pres">
      <dgm:prSet presAssocID="{9965FACD-FCB1-4150-BDC1-F754EDAC1EDF}" presName="nodeText" presStyleLbl="bgAccFollowNode1" presStyleIdx="2" presStyleCnt="5">
        <dgm:presLayoutVars>
          <dgm:bulletEnabled val="1"/>
        </dgm:presLayoutVars>
      </dgm:prSet>
      <dgm:spPr/>
    </dgm:pt>
    <dgm:pt modelId="{1A09855F-C40A-41E0-B3AB-9B5BFFEF5D87}" type="pres">
      <dgm:prSet presAssocID="{CF14345F-AF03-45B7-B83B-37310D56A685}" presName="sibTrans" presStyleCnt="0"/>
      <dgm:spPr/>
    </dgm:pt>
    <dgm:pt modelId="{D272D643-2AA4-4DC3-89FE-2B792C4E154D}" type="pres">
      <dgm:prSet presAssocID="{CE12274D-53E1-49DD-AEF4-636A8D42AED5}" presName="compositeNode" presStyleCnt="0">
        <dgm:presLayoutVars>
          <dgm:bulletEnabled val="1"/>
        </dgm:presLayoutVars>
      </dgm:prSet>
      <dgm:spPr/>
    </dgm:pt>
    <dgm:pt modelId="{B5238511-F269-4C2A-AD79-7BB1D5040C24}" type="pres">
      <dgm:prSet presAssocID="{CE12274D-53E1-49DD-AEF4-636A8D42AED5}" presName="bgRect" presStyleLbl="bgAccFollowNode1" presStyleIdx="3" presStyleCnt="5"/>
      <dgm:spPr/>
    </dgm:pt>
    <dgm:pt modelId="{51428A06-80D4-4F5E-80FE-3A740639C56C}" type="pres">
      <dgm:prSet presAssocID="{C4BC40A7-C77C-4146-A1FE-465285FFE844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51B15500-1A85-434F-89F4-889560DE7DE9}" type="pres">
      <dgm:prSet presAssocID="{CE12274D-53E1-49DD-AEF4-636A8D42AED5}" presName="bottomLine" presStyleLbl="alignNode1" presStyleIdx="7" presStyleCnt="10">
        <dgm:presLayoutVars/>
      </dgm:prSet>
      <dgm:spPr/>
    </dgm:pt>
    <dgm:pt modelId="{A7A492B2-0FA2-4ACC-A58D-2AD04189E9C3}" type="pres">
      <dgm:prSet presAssocID="{CE12274D-53E1-49DD-AEF4-636A8D42AED5}" presName="nodeText" presStyleLbl="bgAccFollowNode1" presStyleIdx="3" presStyleCnt="5">
        <dgm:presLayoutVars>
          <dgm:bulletEnabled val="1"/>
        </dgm:presLayoutVars>
      </dgm:prSet>
      <dgm:spPr/>
    </dgm:pt>
    <dgm:pt modelId="{19910E7E-6444-4146-8625-B319065F48F3}" type="pres">
      <dgm:prSet presAssocID="{C4BC40A7-C77C-4146-A1FE-465285FFE844}" presName="sibTrans" presStyleCnt="0"/>
      <dgm:spPr/>
    </dgm:pt>
    <dgm:pt modelId="{BB1A29D3-8647-4F56-B611-93CEE5F85060}" type="pres">
      <dgm:prSet presAssocID="{6C27D7AF-1D92-4ABB-A5D5-C48A1906F551}" presName="compositeNode" presStyleCnt="0">
        <dgm:presLayoutVars>
          <dgm:bulletEnabled val="1"/>
        </dgm:presLayoutVars>
      </dgm:prSet>
      <dgm:spPr/>
    </dgm:pt>
    <dgm:pt modelId="{2C2D0A28-F790-4D3B-9737-4BDF8AFF197C}" type="pres">
      <dgm:prSet presAssocID="{6C27D7AF-1D92-4ABB-A5D5-C48A1906F551}" presName="bgRect" presStyleLbl="bgAccFollowNode1" presStyleIdx="4" presStyleCnt="5"/>
      <dgm:spPr/>
    </dgm:pt>
    <dgm:pt modelId="{B60FF002-A5B4-4328-9D3F-F6ADB04C88A7}" type="pres">
      <dgm:prSet presAssocID="{F83C9D3B-18C4-4086-A7F2-F49EFDE9FC88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59D9698E-7FD2-44B5-80A9-74EAE93F6130}" type="pres">
      <dgm:prSet presAssocID="{6C27D7AF-1D92-4ABB-A5D5-C48A1906F551}" presName="bottomLine" presStyleLbl="alignNode1" presStyleIdx="9" presStyleCnt="10">
        <dgm:presLayoutVars/>
      </dgm:prSet>
      <dgm:spPr/>
    </dgm:pt>
    <dgm:pt modelId="{CA98E7AF-0C72-45CB-B2E8-3D9E9AC4ED6C}" type="pres">
      <dgm:prSet presAssocID="{6C27D7AF-1D92-4ABB-A5D5-C48A1906F551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876B4304-2F8E-4DD4-909F-B334CB776F2F}" type="presOf" srcId="{87CA0C31-8D85-4B1D-A8EF-66590E3FE7BC}" destId="{EF900BB0-0DF4-437F-82FD-9BC3FD631871}" srcOrd="0" destOrd="0" presId="urn:microsoft.com/office/officeart/2016/7/layout/BasicLinearProcessNumbered"/>
    <dgm:cxn modelId="{98E17809-ABF6-40A6-8D71-5BD8089E2706}" type="presOf" srcId="{CE12274D-53E1-49DD-AEF4-636A8D42AED5}" destId="{A7A492B2-0FA2-4ACC-A58D-2AD04189E9C3}" srcOrd="1" destOrd="0" presId="urn:microsoft.com/office/officeart/2016/7/layout/BasicLinearProcessNumbered"/>
    <dgm:cxn modelId="{86E61811-7313-4522-AE12-9310BA0330CB}" type="presOf" srcId="{F83C9D3B-18C4-4086-A7F2-F49EFDE9FC88}" destId="{B60FF002-A5B4-4328-9D3F-F6ADB04C88A7}" srcOrd="0" destOrd="0" presId="urn:microsoft.com/office/officeart/2016/7/layout/BasicLinearProcessNumbered"/>
    <dgm:cxn modelId="{0C1FE417-3624-475D-BD51-0BBDD45E34E1}" srcId="{87CA0C31-8D85-4B1D-A8EF-66590E3FE7BC}" destId="{2CEDAB9D-6D39-465D-A951-4BC726656771}" srcOrd="1" destOrd="0" parTransId="{2ED23774-C882-4212-B907-50DACF65E4C0}" sibTransId="{6B5BFE9D-01CE-4B8A-A4AE-5717FD3843C1}"/>
    <dgm:cxn modelId="{A39F891B-99E7-4588-87FF-18E9AC2DDE4B}" srcId="{87CA0C31-8D85-4B1D-A8EF-66590E3FE7BC}" destId="{CE12274D-53E1-49DD-AEF4-636A8D42AED5}" srcOrd="3" destOrd="0" parTransId="{FB5A4932-B907-4482-A9B4-12F4C65447E6}" sibTransId="{C4BC40A7-C77C-4146-A1FE-465285FFE844}"/>
    <dgm:cxn modelId="{6FA95E21-8C19-4A73-A1B7-F7A8170E7494}" type="presOf" srcId="{9965FACD-FCB1-4150-BDC1-F754EDAC1EDF}" destId="{DC7F8061-964D-43C5-9B39-1D1605DFEE71}" srcOrd="0" destOrd="0" presId="urn:microsoft.com/office/officeart/2016/7/layout/BasicLinearProcessNumbered"/>
    <dgm:cxn modelId="{9BBBE536-E564-4FC5-BD5E-19AB83D9DA6A}" srcId="{87CA0C31-8D85-4B1D-A8EF-66590E3FE7BC}" destId="{86E4B245-9BFA-48F8-B067-DE6FCA6B2423}" srcOrd="0" destOrd="0" parTransId="{D67021A4-4939-4F31-A25C-8847655C298B}" sibTransId="{049464F4-7AD3-4F0D-9188-AE0BC00998EF}"/>
    <dgm:cxn modelId="{45C1EB36-3037-4FE8-B831-324BD74BAFBA}" type="presOf" srcId="{CF14345F-AF03-45B7-B83B-37310D56A685}" destId="{0F042AD9-96B7-4A5B-9EA8-1CF202A127D7}" srcOrd="0" destOrd="0" presId="urn:microsoft.com/office/officeart/2016/7/layout/BasicLinearProcessNumbered"/>
    <dgm:cxn modelId="{C69A3F3C-9385-4D06-A6A4-0D192CC023BE}" type="presOf" srcId="{6C27D7AF-1D92-4ABB-A5D5-C48A1906F551}" destId="{CA98E7AF-0C72-45CB-B2E8-3D9E9AC4ED6C}" srcOrd="1" destOrd="0" presId="urn:microsoft.com/office/officeart/2016/7/layout/BasicLinearProcessNumbered"/>
    <dgm:cxn modelId="{93538254-24D9-4719-AC5D-9E16A14235C3}" type="presOf" srcId="{2CEDAB9D-6D39-465D-A951-4BC726656771}" destId="{4345CAAB-A297-45AE-B76E-02500479418E}" srcOrd="0" destOrd="0" presId="urn:microsoft.com/office/officeart/2016/7/layout/BasicLinearProcessNumbered"/>
    <dgm:cxn modelId="{B3ECAD57-0618-49AF-BF18-D7284F253F0B}" type="presOf" srcId="{86E4B245-9BFA-48F8-B067-DE6FCA6B2423}" destId="{B3E7ADEF-E842-46FD-805F-69D2C1DE3E7D}" srcOrd="1" destOrd="0" presId="urn:microsoft.com/office/officeart/2016/7/layout/BasicLinearProcessNumbered"/>
    <dgm:cxn modelId="{88A3E985-A174-4148-A60B-49D17E202809}" type="presOf" srcId="{2CEDAB9D-6D39-465D-A951-4BC726656771}" destId="{53D87C9F-4699-4DA9-8479-249D70A2FB12}" srcOrd="1" destOrd="0" presId="urn:microsoft.com/office/officeart/2016/7/layout/BasicLinearProcessNumbered"/>
    <dgm:cxn modelId="{FEF72A8A-3853-427D-BEDA-4203C2AE4310}" type="presOf" srcId="{CE12274D-53E1-49DD-AEF4-636A8D42AED5}" destId="{B5238511-F269-4C2A-AD79-7BB1D5040C24}" srcOrd="0" destOrd="0" presId="urn:microsoft.com/office/officeart/2016/7/layout/BasicLinearProcessNumbered"/>
    <dgm:cxn modelId="{8D796393-D22B-49EE-A9C1-FF9825CDF6F6}" type="presOf" srcId="{86E4B245-9BFA-48F8-B067-DE6FCA6B2423}" destId="{8E4F74D5-FA10-4B75-9F90-96F75E1FEBCB}" srcOrd="0" destOrd="0" presId="urn:microsoft.com/office/officeart/2016/7/layout/BasicLinearProcessNumbered"/>
    <dgm:cxn modelId="{5E1D6396-260D-4E2D-8DA8-4C37E7CBEBC1}" type="presOf" srcId="{9965FACD-FCB1-4150-BDC1-F754EDAC1EDF}" destId="{DB9BB204-C6C1-48A9-B020-B69CC5753401}" srcOrd="1" destOrd="0" presId="urn:microsoft.com/office/officeart/2016/7/layout/BasicLinearProcessNumbered"/>
    <dgm:cxn modelId="{08298FA0-21D8-43E0-9650-179280C0D863}" type="presOf" srcId="{049464F4-7AD3-4F0D-9188-AE0BC00998EF}" destId="{FB161F37-1AFD-448F-977A-383F5BA4FB3D}" srcOrd="0" destOrd="0" presId="urn:microsoft.com/office/officeart/2016/7/layout/BasicLinearProcessNumbered"/>
    <dgm:cxn modelId="{D5A38EC9-637F-4347-9FE0-13D795803288}" type="presOf" srcId="{6B5BFE9D-01CE-4B8A-A4AE-5717FD3843C1}" destId="{8D98017D-DC2C-4B25-95D5-F138C7437059}" srcOrd="0" destOrd="0" presId="urn:microsoft.com/office/officeart/2016/7/layout/BasicLinearProcessNumbered"/>
    <dgm:cxn modelId="{20EE57DB-64AE-41CE-940B-58541C6CF12F}" type="presOf" srcId="{C4BC40A7-C77C-4146-A1FE-465285FFE844}" destId="{51428A06-80D4-4F5E-80FE-3A740639C56C}" srcOrd="0" destOrd="0" presId="urn:microsoft.com/office/officeart/2016/7/layout/BasicLinearProcessNumbered"/>
    <dgm:cxn modelId="{000D1FDD-91D3-4C34-B7D0-3579872C15FD}" srcId="{87CA0C31-8D85-4B1D-A8EF-66590E3FE7BC}" destId="{6C27D7AF-1D92-4ABB-A5D5-C48A1906F551}" srcOrd="4" destOrd="0" parTransId="{91060826-AD8F-4D5C-8C16-E227D74C6EB4}" sibTransId="{F83C9D3B-18C4-4086-A7F2-F49EFDE9FC88}"/>
    <dgm:cxn modelId="{2F0B95ED-9493-4120-918E-63DF53FE1707}" srcId="{87CA0C31-8D85-4B1D-A8EF-66590E3FE7BC}" destId="{9965FACD-FCB1-4150-BDC1-F754EDAC1EDF}" srcOrd="2" destOrd="0" parTransId="{BD55DA90-E6B3-447D-9B67-67092C36ADFA}" sibTransId="{CF14345F-AF03-45B7-B83B-37310D56A685}"/>
    <dgm:cxn modelId="{0ADE97FC-B6F8-4C64-AFC7-039DD59181EC}" type="presOf" srcId="{6C27D7AF-1D92-4ABB-A5D5-C48A1906F551}" destId="{2C2D0A28-F790-4D3B-9737-4BDF8AFF197C}" srcOrd="0" destOrd="0" presId="urn:microsoft.com/office/officeart/2016/7/layout/BasicLinearProcessNumbered"/>
    <dgm:cxn modelId="{AAEE6EA7-FAD1-4E3A-941A-C3CCD9E78909}" type="presParOf" srcId="{EF900BB0-0DF4-437F-82FD-9BC3FD631871}" destId="{C65EB0D2-E67C-41B5-97E0-00F5EC6BB48F}" srcOrd="0" destOrd="0" presId="urn:microsoft.com/office/officeart/2016/7/layout/BasicLinearProcessNumbered"/>
    <dgm:cxn modelId="{72A1AD1D-AA2F-4074-9487-AA5F9BE59FD4}" type="presParOf" srcId="{C65EB0D2-E67C-41B5-97E0-00F5EC6BB48F}" destId="{8E4F74D5-FA10-4B75-9F90-96F75E1FEBCB}" srcOrd="0" destOrd="0" presId="urn:microsoft.com/office/officeart/2016/7/layout/BasicLinearProcessNumbered"/>
    <dgm:cxn modelId="{60D347F4-919F-4130-A996-5B1002E88A12}" type="presParOf" srcId="{C65EB0D2-E67C-41B5-97E0-00F5EC6BB48F}" destId="{FB161F37-1AFD-448F-977A-383F5BA4FB3D}" srcOrd="1" destOrd="0" presId="urn:microsoft.com/office/officeart/2016/7/layout/BasicLinearProcessNumbered"/>
    <dgm:cxn modelId="{3EF320ED-C86D-43BB-A1CD-D091BB52FCF3}" type="presParOf" srcId="{C65EB0D2-E67C-41B5-97E0-00F5EC6BB48F}" destId="{B5C2C1B2-66EB-4241-8D65-3939E74A89A7}" srcOrd="2" destOrd="0" presId="urn:microsoft.com/office/officeart/2016/7/layout/BasicLinearProcessNumbered"/>
    <dgm:cxn modelId="{9020A44A-EF0E-4EA9-8839-A4B2A6C021B8}" type="presParOf" srcId="{C65EB0D2-E67C-41B5-97E0-00F5EC6BB48F}" destId="{B3E7ADEF-E842-46FD-805F-69D2C1DE3E7D}" srcOrd="3" destOrd="0" presId="urn:microsoft.com/office/officeart/2016/7/layout/BasicLinearProcessNumbered"/>
    <dgm:cxn modelId="{0B0EAD12-2B33-4CCC-9BE9-BB2BD81EB7E2}" type="presParOf" srcId="{EF900BB0-0DF4-437F-82FD-9BC3FD631871}" destId="{D831B6FD-CF54-4088-B4BD-A470984A6365}" srcOrd="1" destOrd="0" presId="urn:microsoft.com/office/officeart/2016/7/layout/BasicLinearProcessNumbered"/>
    <dgm:cxn modelId="{989235BA-494B-4B3E-8090-77E660388328}" type="presParOf" srcId="{EF900BB0-0DF4-437F-82FD-9BC3FD631871}" destId="{A84A61C6-DBBB-4893-BE5A-388110D10B1B}" srcOrd="2" destOrd="0" presId="urn:microsoft.com/office/officeart/2016/7/layout/BasicLinearProcessNumbered"/>
    <dgm:cxn modelId="{6EE53F3C-FEB8-4191-AD60-98E75D10BE13}" type="presParOf" srcId="{A84A61C6-DBBB-4893-BE5A-388110D10B1B}" destId="{4345CAAB-A297-45AE-B76E-02500479418E}" srcOrd="0" destOrd="0" presId="urn:microsoft.com/office/officeart/2016/7/layout/BasicLinearProcessNumbered"/>
    <dgm:cxn modelId="{2032A9A8-F076-4D53-B42E-966CFEB483F5}" type="presParOf" srcId="{A84A61C6-DBBB-4893-BE5A-388110D10B1B}" destId="{8D98017D-DC2C-4B25-95D5-F138C7437059}" srcOrd="1" destOrd="0" presId="urn:microsoft.com/office/officeart/2016/7/layout/BasicLinearProcessNumbered"/>
    <dgm:cxn modelId="{B9334454-59F4-41EF-8162-4925DA9F3D15}" type="presParOf" srcId="{A84A61C6-DBBB-4893-BE5A-388110D10B1B}" destId="{33AB93E4-80DA-48AB-ADBF-E1BACD467640}" srcOrd="2" destOrd="0" presId="urn:microsoft.com/office/officeart/2016/7/layout/BasicLinearProcessNumbered"/>
    <dgm:cxn modelId="{5F9AAD3C-82C5-462B-97B6-70793496676F}" type="presParOf" srcId="{A84A61C6-DBBB-4893-BE5A-388110D10B1B}" destId="{53D87C9F-4699-4DA9-8479-249D70A2FB12}" srcOrd="3" destOrd="0" presId="urn:microsoft.com/office/officeart/2016/7/layout/BasicLinearProcessNumbered"/>
    <dgm:cxn modelId="{F5FF7E45-853B-4F60-887E-DDC4807352F6}" type="presParOf" srcId="{EF900BB0-0DF4-437F-82FD-9BC3FD631871}" destId="{A3231990-B7D0-4DFB-869A-3670D576640E}" srcOrd="3" destOrd="0" presId="urn:microsoft.com/office/officeart/2016/7/layout/BasicLinearProcessNumbered"/>
    <dgm:cxn modelId="{57654A08-211C-481E-93C8-30D2C668003E}" type="presParOf" srcId="{EF900BB0-0DF4-437F-82FD-9BC3FD631871}" destId="{191614FD-104D-4915-87A2-4C1E323C6861}" srcOrd="4" destOrd="0" presId="urn:microsoft.com/office/officeart/2016/7/layout/BasicLinearProcessNumbered"/>
    <dgm:cxn modelId="{845F1409-E747-4C0E-8420-3D5B1513F9FD}" type="presParOf" srcId="{191614FD-104D-4915-87A2-4C1E323C6861}" destId="{DC7F8061-964D-43C5-9B39-1D1605DFEE71}" srcOrd="0" destOrd="0" presId="urn:microsoft.com/office/officeart/2016/7/layout/BasicLinearProcessNumbered"/>
    <dgm:cxn modelId="{D4F75496-C9C0-45E1-95AB-88C2ACA5011B}" type="presParOf" srcId="{191614FD-104D-4915-87A2-4C1E323C6861}" destId="{0F042AD9-96B7-4A5B-9EA8-1CF202A127D7}" srcOrd="1" destOrd="0" presId="urn:microsoft.com/office/officeart/2016/7/layout/BasicLinearProcessNumbered"/>
    <dgm:cxn modelId="{BFD8EB25-B348-456F-BF90-4D76E5CBAC87}" type="presParOf" srcId="{191614FD-104D-4915-87A2-4C1E323C6861}" destId="{1BD8FA2E-7440-4827-A22E-763CB07CD1BE}" srcOrd="2" destOrd="0" presId="urn:microsoft.com/office/officeart/2016/7/layout/BasicLinearProcessNumbered"/>
    <dgm:cxn modelId="{6E668CF7-C9F8-4E81-9D53-A722271AAD83}" type="presParOf" srcId="{191614FD-104D-4915-87A2-4C1E323C6861}" destId="{DB9BB204-C6C1-48A9-B020-B69CC5753401}" srcOrd="3" destOrd="0" presId="urn:microsoft.com/office/officeart/2016/7/layout/BasicLinearProcessNumbered"/>
    <dgm:cxn modelId="{EBD86BEE-4DCE-49D7-AE2E-DE45BE1BF060}" type="presParOf" srcId="{EF900BB0-0DF4-437F-82FD-9BC3FD631871}" destId="{1A09855F-C40A-41E0-B3AB-9B5BFFEF5D87}" srcOrd="5" destOrd="0" presId="urn:microsoft.com/office/officeart/2016/7/layout/BasicLinearProcessNumbered"/>
    <dgm:cxn modelId="{5018371A-C6A2-4E99-AF68-4F93F8A19079}" type="presParOf" srcId="{EF900BB0-0DF4-437F-82FD-9BC3FD631871}" destId="{D272D643-2AA4-4DC3-89FE-2B792C4E154D}" srcOrd="6" destOrd="0" presId="urn:microsoft.com/office/officeart/2016/7/layout/BasicLinearProcessNumbered"/>
    <dgm:cxn modelId="{95E47A37-937A-4EAB-AD99-411CC444AE87}" type="presParOf" srcId="{D272D643-2AA4-4DC3-89FE-2B792C4E154D}" destId="{B5238511-F269-4C2A-AD79-7BB1D5040C24}" srcOrd="0" destOrd="0" presId="urn:microsoft.com/office/officeart/2016/7/layout/BasicLinearProcessNumbered"/>
    <dgm:cxn modelId="{B4D69FEC-DD76-4B53-9875-60A1E7DB408E}" type="presParOf" srcId="{D272D643-2AA4-4DC3-89FE-2B792C4E154D}" destId="{51428A06-80D4-4F5E-80FE-3A740639C56C}" srcOrd="1" destOrd="0" presId="urn:microsoft.com/office/officeart/2016/7/layout/BasicLinearProcessNumbered"/>
    <dgm:cxn modelId="{9EB64F40-E68D-4F0F-A819-6FAF5E996A96}" type="presParOf" srcId="{D272D643-2AA4-4DC3-89FE-2B792C4E154D}" destId="{51B15500-1A85-434F-89F4-889560DE7DE9}" srcOrd="2" destOrd="0" presId="urn:microsoft.com/office/officeart/2016/7/layout/BasicLinearProcessNumbered"/>
    <dgm:cxn modelId="{04D3D214-7671-49D0-A461-42F9DABC41CD}" type="presParOf" srcId="{D272D643-2AA4-4DC3-89FE-2B792C4E154D}" destId="{A7A492B2-0FA2-4ACC-A58D-2AD04189E9C3}" srcOrd="3" destOrd="0" presId="urn:microsoft.com/office/officeart/2016/7/layout/BasicLinearProcessNumbered"/>
    <dgm:cxn modelId="{22B3A490-A281-4C14-A391-E8E6DD13FC76}" type="presParOf" srcId="{EF900BB0-0DF4-437F-82FD-9BC3FD631871}" destId="{19910E7E-6444-4146-8625-B319065F48F3}" srcOrd="7" destOrd="0" presId="urn:microsoft.com/office/officeart/2016/7/layout/BasicLinearProcessNumbered"/>
    <dgm:cxn modelId="{D00F098F-0BCB-4D0D-8644-8CC9AA860593}" type="presParOf" srcId="{EF900BB0-0DF4-437F-82FD-9BC3FD631871}" destId="{BB1A29D3-8647-4F56-B611-93CEE5F85060}" srcOrd="8" destOrd="0" presId="urn:microsoft.com/office/officeart/2016/7/layout/BasicLinearProcessNumbered"/>
    <dgm:cxn modelId="{E915F1E2-239B-422D-9593-977356C3A67F}" type="presParOf" srcId="{BB1A29D3-8647-4F56-B611-93CEE5F85060}" destId="{2C2D0A28-F790-4D3B-9737-4BDF8AFF197C}" srcOrd="0" destOrd="0" presId="urn:microsoft.com/office/officeart/2016/7/layout/BasicLinearProcessNumbered"/>
    <dgm:cxn modelId="{46AD63DB-2E3B-44FE-B15F-7297F728DF4C}" type="presParOf" srcId="{BB1A29D3-8647-4F56-B611-93CEE5F85060}" destId="{B60FF002-A5B4-4328-9D3F-F6ADB04C88A7}" srcOrd="1" destOrd="0" presId="urn:microsoft.com/office/officeart/2016/7/layout/BasicLinearProcessNumbered"/>
    <dgm:cxn modelId="{D13622A7-4711-485D-BB86-4001538DC022}" type="presParOf" srcId="{BB1A29D3-8647-4F56-B611-93CEE5F85060}" destId="{59D9698E-7FD2-44B5-80A9-74EAE93F6130}" srcOrd="2" destOrd="0" presId="urn:microsoft.com/office/officeart/2016/7/layout/BasicLinearProcessNumbered"/>
    <dgm:cxn modelId="{9FC8C482-E49A-455F-8536-02ACFD1CD9A4}" type="presParOf" srcId="{BB1A29D3-8647-4F56-B611-93CEE5F85060}" destId="{CA98E7AF-0C72-45CB-B2E8-3D9E9AC4ED6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E72D2-39B8-4F9D-89D1-29539F09A1E5}">
      <dsp:nvSpPr>
        <dsp:cNvPr id="0" name=""/>
        <dsp:cNvSpPr/>
      </dsp:nvSpPr>
      <dsp:spPr>
        <a:xfrm>
          <a:off x="0" y="0"/>
          <a:ext cx="7484885" cy="9667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Align expectations for January</a:t>
          </a:r>
        </a:p>
      </dsp:txBody>
      <dsp:txXfrm>
        <a:off x="28314" y="28314"/>
        <a:ext cx="6360027" cy="910096"/>
      </dsp:txXfrm>
    </dsp:sp>
    <dsp:sp modelId="{F8878ABA-D76B-4FBD-BAF8-4B9156563E76}">
      <dsp:nvSpPr>
        <dsp:cNvPr id="0" name=""/>
        <dsp:cNvSpPr/>
      </dsp:nvSpPr>
      <dsp:spPr>
        <a:xfrm>
          <a:off x="626859" y="1142492"/>
          <a:ext cx="7484885" cy="966724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Clarify working model and discipline</a:t>
          </a:r>
        </a:p>
      </dsp:txBody>
      <dsp:txXfrm>
        <a:off x="655173" y="1170806"/>
        <a:ext cx="6173027" cy="910096"/>
      </dsp:txXfrm>
    </dsp:sp>
    <dsp:sp modelId="{172C2A57-2D95-4A81-8EB7-B23D014F0956}">
      <dsp:nvSpPr>
        <dsp:cNvPr id="0" name=""/>
        <dsp:cNvSpPr/>
      </dsp:nvSpPr>
      <dsp:spPr>
        <a:xfrm>
          <a:off x="1244362" y="2284984"/>
          <a:ext cx="7484885" cy="966724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Remove ambiguity around roles, communication, and ownership</a:t>
          </a:r>
        </a:p>
      </dsp:txBody>
      <dsp:txXfrm>
        <a:off x="1272676" y="2313298"/>
        <a:ext cx="6182383" cy="910096"/>
      </dsp:txXfrm>
    </dsp:sp>
    <dsp:sp modelId="{013C9108-F232-41D0-B3EC-86C4E2157468}">
      <dsp:nvSpPr>
        <dsp:cNvPr id="0" name=""/>
        <dsp:cNvSpPr/>
      </dsp:nvSpPr>
      <dsp:spPr>
        <a:xfrm>
          <a:off x="1871221" y="3427476"/>
          <a:ext cx="7484885" cy="96672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Set a predictable execution framework</a:t>
          </a:r>
        </a:p>
      </dsp:txBody>
      <dsp:txXfrm>
        <a:off x="1899535" y="3455790"/>
        <a:ext cx="6173027" cy="910096"/>
      </dsp:txXfrm>
    </dsp:sp>
    <dsp:sp modelId="{64FE9E23-2874-4016-8BFD-D4AF99640592}">
      <dsp:nvSpPr>
        <dsp:cNvPr id="0" name=""/>
        <dsp:cNvSpPr/>
      </dsp:nvSpPr>
      <dsp:spPr>
        <a:xfrm>
          <a:off x="6856515" y="740422"/>
          <a:ext cx="628370" cy="6283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6997898" y="740422"/>
        <a:ext cx="345604" cy="472848"/>
      </dsp:txXfrm>
    </dsp:sp>
    <dsp:sp modelId="{830D8893-FC45-403A-A5A3-AE0E9772317D}">
      <dsp:nvSpPr>
        <dsp:cNvPr id="0" name=""/>
        <dsp:cNvSpPr/>
      </dsp:nvSpPr>
      <dsp:spPr>
        <a:xfrm>
          <a:off x="7483374" y="1882914"/>
          <a:ext cx="628370" cy="6283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7624757" y="1882914"/>
        <a:ext cx="345604" cy="472848"/>
      </dsp:txXfrm>
    </dsp:sp>
    <dsp:sp modelId="{BAB8BA31-CE6E-4AFA-A002-B09A276F9DC6}">
      <dsp:nvSpPr>
        <dsp:cNvPr id="0" name=""/>
        <dsp:cNvSpPr/>
      </dsp:nvSpPr>
      <dsp:spPr>
        <a:xfrm>
          <a:off x="8100877" y="3025406"/>
          <a:ext cx="628370" cy="6283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8242260" y="3025406"/>
        <a:ext cx="345604" cy="472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F89817-EF2E-4A3B-8B21-4D6CBBBA2F7A}">
      <dsp:nvSpPr>
        <dsp:cNvPr id="0" name=""/>
        <dsp:cNvSpPr/>
      </dsp:nvSpPr>
      <dsp:spPr>
        <a:xfrm>
          <a:off x="0" y="0"/>
          <a:ext cx="7484885" cy="9667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Process over impulse</a:t>
          </a:r>
        </a:p>
      </dsp:txBody>
      <dsp:txXfrm>
        <a:off x="28314" y="28314"/>
        <a:ext cx="6360027" cy="910096"/>
      </dsp:txXfrm>
    </dsp:sp>
    <dsp:sp modelId="{0E367098-4B4D-4AC8-8FCC-4CCA2C0F9965}">
      <dsp:nvSpPr>
        <dsp:cNvPr id="0" name=""/>
        <dsp:cNvSpPr/>
      </dsp:nvSpPr>
      <dsp:spPr>
        <a:xfrm>
          <a:off x="626859" y="1142492"/>
          <a:ext cx="7484885" cy="966724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Clarity over speed</a:t>
          </a:r>
        </a:p>
      </dsp:txBody>
      <dsp:txXfrm>
        <a:off x="655173" y="1170806"/>
        <a:ext cx="6173027" cy="910096"/>
      </dsp:txXfrm>
    </dsp:sp>
    <dsp:sp modelId="{C85FC19D-8376-4E65-900A-0B589331C2BB}">
      <dsp:nvSpPr>
        <dsp:cNvPr id="0" name=""/>
        <dsp:cNvSpPr/>
      </dsp:nvSpPr>
      <dsp:spPr>
        <a:xfrm>
          <a:off x="1244362" y="2284984"/>
          <a:ext cx="7484885" cy="966724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Completion over multitasking</a:t>
          </a:r>
        </a:p>
      </dsp:txBody>
      <dsp:txXfrm>
        <a:off x="1272676" y="2313298"/>
        <a:ext cx="6182383" cy="910096"/>
      </dsp:txXfrm>
    </dsp:sp>
    <dsp:sp modelId="{D1ED61E5-AEEB-49C8-8956-907AC3F963BC}">
      <dsp:nvSpPr>
        <dsp:cNvPr id="0" name=""/>
        <dsp:cNvSpPr/>
      </dsp:nvSpPr>
      <dsp:spPr>
        <a:xfrm>
          <a:off x="1871221" y="3427476"/>
          <a:ext cx="7484885" cy="96672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Documentation over memory</a:t>
          </a:r>
        </a:p>
      </dsp:txBody>
      <dsp:txXfrm>
        <a:off x="1899535" y="3455790"/>
        <a:ext cx="6173027" cy="910096"/>
      </dsp:txXfrm>
    </dsp:sp>
    <dsp:sp modelId="{6DFFA12A-AE5A-4BFC-912D-7440095422A1}">
      <dsp:nvSpPr>
        <dsp:cNvPr id="0" name=""/>
        <dsp:cNvSpPr/>
      </dsp:nvSpPr>
      <dsp:spPr>
        <a:xfrm>
          <a:off x="6856515" y="740422"/>
          <a:ext cx="628370" cy="6283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997898" y="740422"/>
        <a:ext cx="345604" cy="472848"/>
      </dsp:txXfrm>
    </dsp:sp>
    <dsp:sp modelId="{A153C1E9-2BDE-462B-81FA-BC211CFC65D3}">
      <dsp:nvSpPr>
        <dsp:cNvPr id="0" name=""/>
        <dsp:cNvSpPr/>
      </dsp:nvSpPr>
      <dsp:spPr>
        <a:xfrm>
          <a:off x="7483374" y="1882914"/>
          <a:ext cx="628370" cy="6283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624757" y="1882914"/>
        <a:ext cx="345604" cy="472848"/>
      </dsp:txXfrm>
    </dsp:sp>
    <dsp:sp modelId="{10040CAE-15F3-46EF-9769-AA1BE5877626}">
      <dsp:nvSpPr>
        <dsp:cNvPr id="0" name=""/>
        <dsp:cNvSpPr/>
      </dsp:nvSpPr>
      <dsp:spPr>
        <a:xfrm>
          <a:off x="8100877" y="3025406"/>
          <a:ext cx="628370" cy="6283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242260" y="3025406"/>
        <a:ext cx="345604" cy="4728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DAA39-8379-495E-B48C-B9A21529CCA4}">
      <dsp:nvSpPr>
        <dsp:cNvPr id="0" name=""/>
        <dsp:cNvSpPr/>
      </dsp:nvSpPr>
      <dsp:spPr>
        <a:xfrm>
          <a:off x="0" y="0"/>
          <a:ext cx="8938260" cy="1189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Team operates in EST</a:t>
          </a:r>
        </a:p>
      </dsp:txBody>
      <dsp:txXfrm>
        <a:off x="34846" y="34846"/>
        <a:ext cx="7654459" cy="1120027"/>
      </dsp:txXfrm>
    </dsp:sp>
    <dsp:sp modelId="{0375661E-DA7F-4C56-8067-FB7FE9C1E9E0}">
      <dsp:nvSpPr>
        <dsp:cNvPr id="0" name=""/>
        <dsp:cNvSpPr/>
      </dsp:nvSpPr>
      <dsp:spPr>
        <a:xfrm>
          <a:off x="788669" y="1388005"/>
          <a:ext cx="8938260" cy="1189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IST overlap acknowledged</a:t>
          </a:r>
        </a:p>
      </dsp:txBody>
      <dsp:txXfrm>
        <a:off x="823515" y="1422851"/>
        <a:ext cx="7306580" cy="1120027"/>
      </dsp:txXfrm>
    </dsp:sp>
    <dsp:sp modelId="{F15AFD1E-2010-4C00-87A1-78365AF6C386}">
      <dsp:nvSpPr>
        <dsp:cNvPr id="0" name=""/>
        <dsp:cNvSpPr/>
      </dsp:nvSpPr>
      <dsp:spPr>
        <a:xfrm>
          <a:off x="1577339" y="2776010"/>
          <a:ext cx="8938260" cy="1189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EST remains execution anchor</a:t>
          </a:r>
        </a:p>
      </dsp:txBody>
      <dsp:txXfrm>
        <a:off x="1612185" y="2810856"/>
        <a:ext cx="7306580" cy="1120027"/>
      </dsp:txXfrm>
    </dsp:sp>
    <dsp:sp modelId="{00DA2F7F-B65D-44C0-A531-02F90AB73BB1}">
      <dsp:nvSpPr>
        <dsp:cNvPr id="0" name=""/>
        <dsp:cNvSpPr/>
      </dsp:nvSpPr>
      <dsp:spPr>
        <a:xfrm>
          <a:off x="8164942" y="902203"/>
          <a:ext cx="773317" cy="77331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8338938" y="902203"/>
        <a:ext cx="425325" cy="581921"/>
      </dsp:txXfrm>
    </dsp:sp>
    <dsp:sp modelId="{48576F26-CA2E-4992-B94E-5B271357C231}">
      <dsp:nvSpPr>
        <dsp:cNvPr id="0" name=""/>
        <dsp:cNvSpPr/>
      </dsp:nvSpPr>
      <dsp:spPr>
        <a:xfrm>
          <a:off x="8953612" y="2282277"/>
          <a:ext cx="773317" cy="77331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9127608" y="2282277"/>
        <a:ext cx="425325" cy="5819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4E0DEB-63EE-4F01-9BCE-A36C7CB231B8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6DF1A-30EA-4377-88D3-5B124203CE78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4ACE8D-F6E5-4854-B2A2-7CBEC36AFE8A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8 hours of planned work</a:t>
          </a:r>
        </a:p>
      </dsp:txBody>
      <dsp:txXfrm>
        <a:off x="836323" y="3399"/>
        <a:ext cx="9679276" cy="724089"/>
      </dsp:txXfrm>
    </dsp:sp>
    <dsp:sp modelId="{86874E50-6E07-4987-893C-F212DF0F4DAF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CAF52-860F-4F21-80E2-CD4A02483C2B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3A6922F-0836-4D14-A64F-2F36FB8A6559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Written daily agenda mandatory</a:t>
          </a:r>
        </a:p>
      </dsp:txBody>
      <dsp:txXfrm>
        <a:off x="836323" y="908511"/>
        <a:ext cx="9679276" cy="724089"/>
      </dsp:txXfrm>
    </dsp:sp>
    <dsp:sp modelId="{1BE48015-1B51-497D-AF8E-DC842CDAB0A9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F821F-C360-4F81-9D7A-C5D2E217AAC7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C7C423-E0EB-494C-9683-CC0ACC88CC4E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Two 10-minute breaks</a:t>
          </a:r>
        </a:p>
      </dsp:txBody>
      <dsp:txXfrm>
        <a:off x="836323" y="1813624"/>
        <a:ext cx="9679276" cy="724089"/>
      </dsp:txXfrm>
    </dsp:sp>
    <dsp:sp modelId="{4ED959D1-08DA-404F-845F-AC8F71D31928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7ED85-35A0-4069-AAA2-2DE4DE6F59BB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2864D2E-9AD2-4B46-84B1-973C8FCD9414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One 30–45 minute lunch</a:t>
          </a:r>
        </a:p>
      </dsp:txBody>
      <dsp:txXfrm>
        <a:off x="836323" y="2718736"/>
        <a:ext cx="9679276" cy="724089"/>
      </dsp:txXfrm>
    </dsp:sp>
    <dsp:sp modelId="{ECE03AAA-50EB-40D6-B908-01B422B5BE01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111A8-901D-49DF-8A19-6A359DF7A750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62B1926-1565-4B85-830D-F716BBFD5303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 unplanned calls</a:t>
          </a:r>
        </a:p>
      </dsp:txBody>
      <dsp:txXfrm>
        <a:off x="836323" y="3623848"/>
        <a:ext cx="9679276" cy="7240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C4E60F-68D4-488A-A945-2B20A59472F4}">
      <dsp:nvSpPr>
        <dsp:cNvPr id="0" name=""/>
        <dsp:cNvSpPr/>
      </dsp:nvSpPr>
      <dsp:spPr>
        <a:xfrm>
          <a:off x="679050" y="385364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3ADC64-26E4-4E9E-82DD-1E22266D4B94}">
      <dsp:nvSpPr>
        <dsp:cNvPr id="0" name=""/>
        <dsp:cNvSpPr/>
      </dsp:nvSpPr>
      <dsp:spPr>
        <a:xfrm>
          <a:off x="1081237" y="787552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ECE21-283F-411A-95B2-684E243255B3}">
      <dsp:nvSpPr>
        <dsp:cNvPr id="0" name=""/>
        <dsp:cNvSpPr/>
      </dsp:nvSpPr>
      <dsp:spPr>
        <a:xfrm>
          <a:off x="75768" y="2860365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Planned days reduce burnout and confusion</a:t>
          </a:r>
        </a:p>
      </dsp:txBody>
      <dsp:txXfrm>
        <a:off x="75768" y="2860365"/>
        <a:ext cx="3093750" cy="720000"/>
      </dsp:txXfrm>
    </dsp:sp>
    <dsp:sp modelId="{0FDD17B7-46B9-4AE7-AA52-B3482891B108}">
      <dsp:nvSpPr>
        <dsp:cNvPr id="0" name=""/>
        <dsp:cNvSpPr/>
      </dsp:nvSpPr>
      <dsp:spPr>
        <a:xfrm>
          <a:off x="4314206" y="385364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28F44F-6297-4816-8192-243F9C6C17DD}">
      <dsp:nvSpPr>
        <dsp:cNvPr id="0" name=""/>
        <dsp:cNvSpPr/>
      </dsp:nvSpPr>
      <dsp:spPr>
        <a:xfrm>
          <a:off x="4716393" y="787552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586D5-3C00-4BA0-967C-0263185CAA22}">
      <dsp:nvSpPr>
        <dsp:cNvPr id="0" name=""/>
        <dsp:cNvSpPr/>
      </dsp:nvSpPr>
      <dsp:spPr>
        <a:xfrm>
          <a:off x="3710925" y="2860365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Unplanned work impacts learning and confidence</a:t>
          </a:r>
        </a:p>
      </dsp:txBody>
      <dsp:txXfrm>
        <a:off x="3710925" y="2860365"/>
        <a:ext cx="3093750" cy="720000"/>
      </dsp:txXfrm>
    </dsp:sp>
    <dsp:sp modelId="{4EE5C6E7-DC19-433B-AE4B-36616B702126}">
      <dsp:nvSpPr>
        <dsp:cNvPr id="0" name=""/>
        <dsp:cNvSpPr/>
      </dsp:nvSpPr>
      <dsp:spPr>
        <a:xfrm>
          <a:off x="7949362" y="385364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E7F7FF-9B0D-4728-B69B-4299C5A54C41}">
      <dsp:nvSpPr>
        <dsp:cNvPr id="0" name=""/>
        <dsp:cNvSpPr/>
      </dsp:nvSpPr>
      <dsp:spPr>
        <a:xfrm>
          <a:off x="8351550" y="787552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24F64-7A9E-4710-9ECC-90EDF91AA644}">
      <dsp:nvSpPr>
        <dsp:cNvPr id="0" name=""/>
        <dsp:cNvSpPr/>
      </dsp:nvSpPr>
      <dsp:spPr>
        <a:xfrm>
          <a:off x="7346081" y="2860365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Presence and ownership expected during work hours</a:t>
          </a:r>
        </a:p>
      </dsp:txBody>
      <dsp:txXfrm>
        <a:off x="7346081" y="2860365"/>
        <a:ext cx="3093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43FB20-123A-4C29-A695-1F3431923353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82D61-7719-4382-896A-8CED6CD3C3B4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Attend all HR-organised sessions</a:t>
          </a:r>
        </a:p>
      </dsp:txBody>
      <dsp:txXfrm>
        <a:off x="100682" y="2427484"/>
        <a:ext cx="2370489" cy="720000"/>
      </dsp:txXfrm>
    </dsp:sp>
    <dsp:sp modelId="{6AE3474F-BE1F-4A0D-85FA-3DAF4C339297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516F4-E453-427D-BD19-130874A4582B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Mandatory attendance if not in a batch</a:t>
          </a:r>
        </a:p>
      </dsp:txBody>
      <dsp:txXfrm>
        <a:off x="2886007" y="2427484"/>
        <a:ext cx="2370489" cy="720000"/>
      </dsp:txXfrm>
    </dsp:sp>
    <dsp:sp modelId="{8D80293D-217C-4C07-BA49-91B31050DC7D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A31D8-6690-4F43-9530-7051557EE8C6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Calendar ownership lies with the individual</a:t>
          </a:r>
        </a:p>
      </dsp:txBody>
      <dsp:txXfrm>
        <a:off x="5671332" y="2427484"/>
        <a:ext cx="2370489" cy="720000"/>
      </dsp:txXfrm>
    </dsp:sp>
    <dsp:sp modelId="{A14FB933-2191-4BB3-8528-97EE1921D217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51DD6-932D-4923-A9D3-E6A3932872A5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Active participation is expected</a:t>
          </a:r>
        </a:p>
      </dsp:txBody>
      <dsp:txXfrm>
        <a:off x="8456657" y="2427484"/>
        <a:ext cx="2370489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0477F6-2D51-4BD1-A01C-859D1D4D4A32}">
      <dsp:nvSpPr>
        <dsp:cNvPr id="0" name=""/>
        <dsp:cNvSpPr/>
      </dsp:nvSpPr>
      <dsp:spPr>
        <a:xfrm>
          <a:off x="0" y="626207"/>
          <a:ext cx="10927829" cy="9090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Do not accept TBT without strong course command</a:t>
          </a:r>
        </a:p>
      </dsp:txBody>
      <dsp:txXfrm>
        <a:off x="44378" y="670585"/>
        <a:ext cx="10839073" cy="820334"/>
      </dsp:txXfrm>
    </dsp:sp>
    <dsp:sp modelId="{770452C2-5D42-4A15-A692-500B0B3B337E}">
      <dsp:nvSpPr>
        <dsp:cNvPr id="0" name=""/>
        <dsp:cNvSpPr/>
      </dsp:nvSpPr>
      <dsp:spPr>
        <a:xfrm>
          <a:off x="0" y="1641857"/>
          <a:ext cx="10927829" cy="90909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Ability to handle questions is mandatory</a:t>
          </a:r>
        </a:p>
      </dsp:txBody>
      <dsp:txXfrm>
        <a:off x="44378" y="1686235"/>
        <a:ext cx="10839073" cy="820334"/>
      </dsp:txXfrm>
    </dsp:sp>
    <dsp:sp modelId="{85BAB411-39DC-4AC5-9437-21003E24D07F}">
      <dsp:nvSpPr>
        <dsp:cNvPr id="0" name=""/>
        <dsp:cNvSpPr/>
      </dsp:nvSpPr>
      <dsp:spPr>
        <a:xfrm>
          <a:off x="0" y="2657507"/>
          <a:ext cx="10927829" cy="90909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Consult manager before proceeding</a:t>
          </a:r>
        </a:p>
      </dsp:txBody>
      <dsp:txXfrm>
        <a:off x="44378" y="2701885"/>
        <a:ext cx="10839073" cy="8203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53F719-107A-4E9E-9EB7-D63A74A1164C}">
      <dsp:nvSpPr>
        <dsp:cNvPr id="0" name=""/>
        <dsp:cNvSpPr/>
      </dsp:nvSpPr>
      <dsp:spPr>
        <a:xfrm>
          <a:off x="853" y="0"/>
          <a:ext cx="3457633" cy="36894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 shared background in all official meetings</a:t>
          </a:r>
        </a:p>
      </dsp:txBody>
      <dsp:txXfrm>
        <a:off x="853" y="1475762"/>
        <a:ext cx="3457633" cy="2213643"/>
      </dsp:txXfrm>
    </dsp:sp>
    <dsp:sp modelId="{11A6BC2B-EBFD-438E-BB49-A8F074BFA06B}">
      <dsp:nvSpPr>
        <dsp:cNvPr id="0" name=""/>
        <dsp:cNvSpPr/>
      </dsp:nvSpPr>
      <dsp:spPr>
        <a:xfrm>
          <a:off x="853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0"/>
        <a:ext cx="3457633" cy="1475762"/>
      </dsp:txXfrm>
    </dsp:sp>
    <dsp:sp modelId="{AF822CD7-88ED-4B1F-A510-3A23F9C74AE8}">
      <dsp:nvSpPr>
        <dsp:cNvPr id="0" name=""/>
        <dsp:cNvSpPr/>
      </dsp:nvSpPr>
      <dsp:spPr>
        <a:xfrm>
          <a:off x="3735097" y="0"/>
          <a:ext cx="3457633" cy="3689405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Join on time; timings are mandatory</a:t>
          </a:r>
        </a:p>
      </dsp:txBody>
      <dsp:txXfrm>
        <a:off x="3735097" y="1475762"/>
        <a:ext cx="3457633" cy="2213643"/>
      </dsp:txXfrm>
    </dsp:sp>
    <dsp:sp modelId="{2BBFAA3A-DDDD-4BD4-B529-42786CEC106D}">
      <dsp:nvSpPr>
        <dsp:cNvPr id="0" name=""/>
        <dsp:cNvSpPr/>
      </dsp:nvSpPr>
      <dsp:spPr>
        <a:xfrm>
          <a:off x="3735097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0"/>
        <a:ext cx="3457633" cy="1475762"/>
      </dsp:txXfrm>
    </dsp:sp>
    <dsp:sp modelId="{F6ABB192-43D8-4F26-B381-FDA620803001}">
      <dsp:nvSpPr>
        <dsp:cNvPr id="0" name=""/>
        <dsp:cNvSpPr/>
      </dsp:nvSpPr>
      <dsp:spPr>
        <a:xfrm>
          <a:off x="7469341" y="0"/>
          <a:ext cx="3457633" cy="368940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New course assignments require exam clearance before conclusion</a:t>
          </a:r>
        </a:p>
      </dsp:txBody>
      <dsp:txXfrm>
        <a:off x="7469341" y="1475762"/>
        <a:ext cx="3457633" cy="2213643"/>
      </dsp:txXfrm>
    </dsp:sp>
    <dsp:sp modelId="{2C6E8CAB-7E3A-44A5-A1B2-DF878DE9490A}">
      <dsp:nvSpPr>
        <dsp:cNvPr id="0" name=""/>
        <dsp:cNvSpPr/>
      </dsp:nvSpPr>
      <dsp:spPr>
        <a:xfrm>
          <a:off x="7469341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0"/>
        <a:ext cx="3457633" cy="14757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421CF9-520D-48B2-8BDD-C7CAB1031D84}">
      <dsp:nvSpPr>
        <dsp:cNvPr id="0" name=""/>
        <dsp:cNvSpPr/>
      </dsp:nvSpPr>
      <dsp:spPr>
        <a:xfrm>
          <a:off x="3364992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All leave requests must be submitted through RMS only</a:t>
          </a:r>
        </a:p>
      </dsp:txBody>
      <dsp:txXfrm>
        <a:off x="3433446" y="70578"/>
        <a:ext cx="3648708" cy="1265378"/>
      </dsp:txXfrm>
    </dsp:sp>
    <dsp:sp modelId="{CB69FE54-9525-433B-92FF-5BBD52EC80C6}">
      <dsp:nvSpPr>
        <dsp:cNvPr id="0" name=""/>
        <dsp:cNvSpPr/>
      </dsp:nvSpPr>
      <dsp:spPr>
        <a:xfrm>
          <a:off x="3364992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Advance leave planning is mandatory</a:t>
          </a:r>
        </a:p>
      </dsp:txBody>
      <dsp:txXfrm>
        <a:off x="3433446" y="1542979"/>
        <a:ext cx="3648708" cy="1265378"/>
      </dsp:txXfrm>
    </dsp:sp>
    <dsp:sp modelId="{D8CFF44A-8DD4-4A00-AB8A-DB447C8B0303}">
      <dsp:nvSpPr>
        <dsp:cNvPr id="0" name=""/>
        <dsp:cNvSpPr/>
      </dsp:nvSpPr>
      <dsp:spPr>
        <a:xfrm>
          <a:off x="3364992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Leave during assigned batch leads to nudge and HR action</a:t>
          </a:r>
        </a:p>
      </dsp:txBody>
      <dsp:txXfrm>
        <a:off x="3433446" y="3015380"/>
        <a:ext cx="3648708" cy="12653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14F625-6979-4A20-9528-E15F8D465617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8E776-C3E8-428B-8FD1-F01469C11EFC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Keep Viber and email active during work hours</a:t>
          </a:r>
        </a:p>
      </dsp:txBody>
      <dsp:txXfrm>
        <a:off x="417971" y="2644140"/>
        <a:ext cx="2889450" cy="720000"/>
      </dsp:txXfrm>
    </dsp:sp>
    <dsp:sp modelId="{C7F8A5A1-BE01-4A19-A889-E4B0D0D6D4F3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19236-644E-4333-9475-D6C981F4B210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Laptop and phone availability required</a:t>
          </a:r>
        </a:p>
      </dsp:txBody>
      <dsp:txXfrm>
        <a:off x="3813075" y="2644140"/>
        <a:ext cx="2889450" cy="720000"/>
      </dsp:txXfrm>
    </dsp:sp>
    <dsp:sp modelId="{BCA56108-1C61-4B22-96E5-91F29BF6D26E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56BD2-FD41-4E1E-90B9-3EFA04B8B5F7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Responsiveness avoids delays and escalation</a:t>
          </a:r>
        </a:p>
      </dsp:txBody>
      <dsp:txXfrm>
        <a:off x="7208178" y="2644140"/>
        <a:ext cx="288945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919E10-D039-4B61-BC1F-4C48D3419CB8}">
      <dsp:nvSpPr>
        <dsp:cNvPr id="0" name=""/>
        <dsp:cNvSpPr/>
      </dsp:nvSpPr>
      <dsp:spPr>
        <a:xfrm>
          <a:off x="62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588D0-CE65-4A83-A0F6-CC72A0293E4B}">
      <dsp:nvSpPr>
        <dsp:cNvPr id="0" name=""/>
        <dsp:cNvSpPr/>
      </dsp:nvSpPr>
      <dsp:spPr>
        <a:xfrm>
          <a:off x="12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Base expectation remains 8 hours of work</a:t>
          </a:r>
        </a:p>
      </dsp:txBody>
      <dsp:txXfrm>
        <a:off x="127800" y="2355670"/>
        <a:ext cx="1800000" cy="720000"/>
      </dsp:txXfrm>
    </dsp:sp>
    <dsp:sp modelId="{0855793A-60E0-4B9B-B8A5-6862D17B6B5B}">
      <dsp:nvSpPr>
        <dsp:cNvPr id="0" name=""/>
        <dsp:cNvSpPr/>
      </dsp:nvSpPr>
      <dsp:spPr>
        <a:xfrm>
          <a:off x="273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3BDE3-6616-42BC-AC6B-6C4FC6AA0A6E}">
      <dsp:nvSpPr>
        <dsp:cNvPr id="0" name=""/>
        <dsp:cNvSpPr/>
      </dsp:nvSpPr>
      <dsp:spPr>
        <a:xfrm>
          <a:off x="224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60% utilization responsibility applies to all</a:t>
          </a:r>
        </a:p>
      </dsp:txBody>
      <dsp:txXfrm>
        <a:off x="2242800" y="2355670"/>
        <a:ext cx="1800000" cy="720000"/>
      </dsp:txXfrm>
    </dsp:sp>
    <dsp:sp modelId="{6D4292D0-0864-4CFC-9665-9D71804FBEF2}">
      <dsp:nvSpPr>
        <dsp:cNvPr id="0" name=""/>
        <dsp:cNvSpPr/>
      </dsp:nvSpPr>
      <dsp:spPr>
        <a:xfrm>
          <a:off x="485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15E04-14A0-464F-ADCC-4591B12FCA3C}">
      <dsp:nvSpPr>
        <dsp:cNvPr id="0" name=""/>
        <dsp:cNvSpPr/>
      </dsp:nvSpPr>
      <dsp:spPr>
        <a:xfrm>
          <a:off x="435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Trainer Utilization Policy must be reviewed</a:t>
          </a:r>
        </a:p>
      </dsp:txBody>
      <dsp:txXfrm>
        <a:off x="4357800" y="2355670"/>
        <a:ext cx="1800000" cy="720000"/>
      </dsp:txXfrm>
    </dsp:sp>
    <dsp:sp modelId="{E53D7C22-A3DB-491F-B634-E2EF29C349B3}">
      <dsp:nvSpPr>
        <dsp:cNvPr id="0" name=""/>
        <dsp:cNvSpPr/>
      </dsp:nvSpPr>
      <dsp:spPr>
        <a:xfrm>
          <a:off x="696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00A1F-7E35-488D-AD6E-657006A7A33C}">
      <dsp:nvSpPr>
        <dsp:cNvPr id="0" name=""/>
        <dsp:cNvSpPr/>
      </dsp:nvSpPr>
      <dsp:spPr>
        <a:xfrm>
          <a:off x="647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Extended hours may be requested temporarily</a:t>
          </a:r>
        </a:p>
      </dsp:txBody>
      <dsp:txXfrm>
        <a:off x="6472800" y="2355670"/>
        <a:ext cx="1800000" cy="720000"/>
      </dsp:txXfrm>
    </dsp:sp>
    <dsp:sp modelId="{258876C3-A4CE-4CD0-A99F-37F8A144DFCE}">
      <dsp:nvSpPr>
        <dsp:cNvPr id="0" name=""/>
        <dsp:cNvSpPr/>
      </dsp:nvSpPr>
      <dsp:spPr>
        <a:xfrm>
          <a:off x="908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0620D3-F656-435C-9BEA-AC95B99F01B0}">
      <dsp:nvSpPr>
        <dsp:cNvPr id="0" name=""/>
        <dsp:cNvSpPr/>
      </dsp:nvSpPr>
      <dsp:spPr>
        <a:xfrm>
          <a:off x="858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Extension is never mandatory; opt-out is respected</a:t>
          </a:r>
        </a:p>
      </dsp:txBody>
      <dsp:txXfrm>
        <a:off x="8587800" y="2355670"/>
        <a:ext cx="180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359C4-2201-41E3-88AB-53BA9A555E61}">
      <dsp:nvSpPr>
        <dsp:cNvPr id="0" name=""/>
        <dsp:cNvSpPr/>
      </dsp:nvSpPr>
      <dsp:spPr>
        <a:xfrm>
          <a:off x="0" y="225302"/>
          <a:ext cx="10927829" cy="8599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Timely response to official emails</a:t>
          </a:r>
        </a:p>
      </dsp:txBody>
      <dsp:txXfrm>
        <a:off x="41979" y="267281"/>
        <a:ext cx="10843871" cy="775991"/>
      </dsp:txXfrm>
    </dsp:sp>
    <dsp:sp modelId="{AE8A48D9-B31F-47F8-872D-74DAE39EA2EA}">
      <dsp:nvSpPr>
        <dsp:cNvPr id="0" name=""/>
        <dsp:cNvSpPr/>
      </dsp:nvSpPr>
      <dsp:spPr>
        <a:xfrm>
          <a:off x="0" y="1186052"/>
          <a:ext cx="10927829" cy="859949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DSR submission mandatory (non-batch days)</a:t>
          </a:r>
        </a:p>
      </dsp:txBody>
      <dsp:txXfrm>
        <a:off x="41979" y="1228031"/>
        <a:ext cx="10843871" cy="775991"/>
      </dsp:txXfrm>
    </dsp:sp>
    <dsp:sp modelId="{A3277D4E-E46E-46E4-99A1-8219264B13AC}">
      <dsp:nvSpPr>
        <dsp:cNvPr id="0" name=""/>
        <dsp:cNvSpPr/>
      </dsp:nvSpPr>
      <dsp:spPr>
        <a:xfrm>
          <a:off x="0" y="2146802"/>
          <a:ext cx="10927829" cy="859949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BRR submission mandatory before scheduled batches</a:t>
          </a:r>
        </a:p>
      </dsp:txBody>
      <dsp:txXfrm>
        <a:off x="41979" y="2188781"/>
        <a:ext cx="10843871" cy="775991"/>
      </dsp:txXfrm>
    </dsp:sp>
    <dsp:sp modelId="{2083126E-CE6E-4A91-B61D-2A49EC52AC13}">
      <dsp:nvSpPr>
        <dsp:cNvPr id="0" name=""/>
        <dsp:cNvSpPr/>
      </dsp:nvSpPr>
      <dsp:spPr>
        <a:xfrm>
          <a:off x="0" y="3107552"/>
          <a:ext cx="10927829" cy="85994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Delays will result in a nudge</a:t>
          </a:r>
        </a:p>
      </dsp:txBody>
      <dsp:txXfrm>
        <a:off x="41979" y="3149531"/>
        <a:ext cx="10843871" cy="77599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45841-C50F-4266-A4C9-F5074F848340}">
      <dsp:nvSpPr>
        <dsp:cNvPr id="0" name=""/>
        <dsp:cNvSpPr/>
      </dsp:nvSpPr>
      <dsp:spPr>
        <a:xfrm>
          <a:off x="598803" y="734600"/>
          <a:ext cx="1681312" cy="16813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C52AF7-EA34-4D90-8522-63856959B4F6}">
      <dsp:nvSpPr>
        <dsp:cNvPr id="0" name=""/>
        <dsp:cNvSpPr/>
      </dsp:nvSpPr>
      <dsp:spPr>
        <a:xfrm>
          <a:off x="957115" y="1092912"/>
          <a:ext cx="964687" cy="964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516C1-E614-4AAC-B7D5-D4BCB3968EBC}">
      <dsp:nvSpPr>
        <dsp:cNvPr id="0" name=""/>
        <dsp:cNvSpPr/>
      </dsp:nvSpPr>
      <dsp:spPr>
        <a:xfrm>
          <a:off x="61334" y="2939600"/>
          <a:ext cx="27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Manager not always available due to time difference</a:t>
          </a:r>
        </a:p>
      </dsp:txBody>
      <dsp:txXfrm>
        <a:off x="61334" y="2939600"/>
        <a:ext cx="2756250" cy="720000"/>
      </dsp:txXfrm>
    </dsp:sp>
    <dsp:sp modelId="{4D0E310B-3C36-4603-8F74-028DC218F570}">
      <dsp:nvSpPr>
        <dsp:cNvPr id="0" name=""/>
        <dsp:cNvSpPr/>
      </dsp:nvSpPr>
      <dsp:spPr>
        <a:xfrm>
          <a:off x="3837397" y="734600"/>
          <a:ext cx="1681312" cy="16813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0907AD-9CFE-4065-A273-F220C7C321A9}">
      <dsp:nvSpPr>
        <dsp:cNvPr id="0" name=""/>
        <dsp:cNvSpPr/>
      </dsp:nvSpPr>
      <dsp:spPr>
        <a:xfrm>
          <a:off x="4195709" y="1092912"/>
          <a:ext cx="964687" cy="964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BE55A-05AB-4D6F-BA1C-C05AE4FE196F}">
      <dsp:nvSpPr>
        <dsp:cNvPr id="0" name=""/>
        <dsp:cNvSpPr/>
      </dsp:nvSpPr>
      <dsp:spPr>
        <a:xfrm>
          <a:off x="3299928" y="2939600"/>
          <a:ext cx="27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Doubts must be noted and scheduled</a:t>
          </a:r>
        </a:p>
      </dsp:txBody>
      <dsp:txXfrm>
        <a:off x="3299928" y="2939600"/>
        <a:ext cx="2756250" cy="720000"/>
      </dsp:txXfrm>
    </dsp:sp>
    <dsp:sp modelId="{4E2BA5F4-B668-4FE8-8F62-B8438E554FAB}">
      <dsp:nvSpPr>
        <dsp:cNvPr id="0" name=""/>
        <dsp:cNvSpPr/>
      </dsp:nvSpPr>
      <dsp:spPr>
        <a:xfrm>
          <a:off x="7075991" y="734600"/>
          <a:ext cx="1681312" cy="16813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52031-5F7C-4896-AD3A-23D9CBB771B2}">
      <dsp:nvSpPr>
        <dsp:cNvPr id="0" name=""/>
        <dsp:cNvSpPr/>
      </dsp:nvSpPr>
      <dsp:spPr>
        <a:xfrm>
          <a:off x="7434303" y="1092912"/>
          <a:ext cx="964687" cy="9646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E05B1B-1A3F-4F10-95F6-9CF8892E3C23}">
      <dsp:nvSpPr>
        <dsp:cNvPr id="0" name=""/>
        <dsp:cNvSpPr/>
      </dsp:nvSpPr>
      <dsp:spPr>
        <a:xfrm>
          <a:off x="6538522" y="2939600"/>
          <a:ext cx="27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Ping only if mission-critical</a:t>
          </a:r>
        </a:p>
      </dsp:txBody>
      <dsp:txXfrm>
        <a:off x="6538522" y="2939600"/>
        <a:ext cx="275625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47E53-18E3-4D33-B9AC-04BCA0ACAF96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08F516-F7E6-4EA7-9E63-213F3EBF8AB5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B416D-916B-492E-8C81-1C1E0904E244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Single DSR email thread</a:t>
          </a:r>
        </a:p>
      </dsp:txBody>
      <dsp:txXfrm>
        <a:off x="1357965" y="2319"/>
        <a:ext cx="4887299" cy="1175727"/>
      </dsp:txXfrm>
    </dsp:sp>
    <dsp:sp modelId="{CAD7A3B9-7943-473D-A261-FD3C684BAC91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48537B-974E-460F-B7C9-E5404CCD8B9A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36DB1-61C2-4209-A2BB-AFE71207D24E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DSR reflects actual work and challenges</a:t>
          </a:r>
        </a:p>
      </dsp:txBody>
      <dsp:txXfrm>
        <a:off x="1357965" y="1471979"/>
        <a:ext cx="4887299" cy="1175727"/>
      </dsp:txXfrm>
    </dsp:sp>
    <dsp:sp modelId="{B8BEF666-A7C8-4F9E-A11B-9D3AE2B064B1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1928A3-2121-4D42-846C-6CEF01C2861D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318615-D236-4A5B-879B-CCC948A97904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 side conversations or politics</a:t>
          </a:r>
        </a:p>
      </dsp:txBody>
      <dsp:txXfrm>
        <a:off x="1357965" y="2941639"/>
        <a:ext cx="4887299" cy="1175727"/>
      </dsp:txXfrm>
    </dsp:sp>
    <dsp:sp modelId="{E59B3D0C-55DF-4BDE-BAE0-FC3D57A9210F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206C2-63AF-42A5-9F22-2597CB1E2787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1D805-0D63-4EDA-BFF8-8050550E54F8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Manager looped on HR emails</a:t>
          </a:r>
        </a:p>
      </dsp:txBody>
      <dsp:txXfrm>
        <a:off x="1357965" y="4411299"/>
        <a:ext cx="4887299" cy="117572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545D0F-9720-448A-B630-D2C2E4FA0410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EE1168-4A51-40F6-BCAB-9B93D0DE377A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3CAF43-B789-4DFD-8A6F-9A36AF2F9F02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Focus on work not tone</a:t>
          </a:r>
        </a:p>
      </dsp:txBody>
      <dsp:txXfrm>
        <a:off x="1819120" y="673"/>
        <a:ext cx="4545103" cy="1574995"/>
      </dsp:txXfrm>
    </dsp:sp>
    <dsp:sp modelId="{26B34A12-5BF4-4975-A2AA-729828408401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E4FFE-4113-4DDB-8F53-3A25F66F99CD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9B5D9-90CB-4FEF-9A77-B6FEA32AA5BE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Direct language is not personal</a:t>
          </a:r>
        </a:p>
      </dsp:txBody>
      <dsp:txXfrm>
        <a:off x="1819120" y="1969418"/>
        <a:ext cx="4545103" cy="1574995"/>
      </dsp:txXfrm>
    </dsp:sp>
    <dsp:sp modelId="{3139C26F-47A6-4ECD-8BBE-4E42A1737534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45842C-3AF2-4312-8DF1-C44AF8E23D9F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30477-A8BD-4036-BF53-04F1A079672A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Professional maturity expected</a:t>
          </a:r>
        </a:p>
      </dsp:txBody>
      <dsp:txXfrm>
        <a:off x="1819120" y="3938162"/>
        <a:ext cx="4545103" cy="157499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51088-89C9-4C2B-91A6-52788CA3A390}">
      <dsp:nvSpPr>
        <dsp:cNvPr id="0" name=""/>
        <dsp:cNvSpPr/>
      </dsp:nvSpPr>
      <dsp:spPr>
        <a:xfrm>
          <a:off x="425195" y="0"/>
          <a:ext cx="5513832" cy="551383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2895A3-8B83-49A7-A4A7-48D07710572E}">
      <dsp:nvSpPr>
        <dsp:cNvPr id="0" name=""/>
        <dsp:cNvSpPr/>
      </dsp:nvSpPr>
      <dsp:spPr>
        <a:xfrm>
          <a:off x="949010" y="523814"/>
          <a:ext cx="2150394" cy="21503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AI to be used actively and responsibly</a:t>
          </a:r>
        </a:p>
      </dsp:txBody>
      <dsp:txXfrm>
        <a:off x="1053984" y="628788"/>
        <a:ext cx="1940446" cy="1940446"/>
      </dsp:txXfrm>
    </dsp:sp>
    <dsp:sp modelId="{0932E1B1-4898-49B3-9725-075DA690A36A}">
      <dsp:nvSpPr>
        <dsp:cNvPr id="0" name=""/>
        <dsp:cNvSpPr/>
      </dsp:nvSpPr>
      <dsp:spPr>
        <a:xfrm>
          <a:off x="3264819" y="523814"/>
          <a:ext cx="2150394" cy="215039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AI improves productivity and clarity</a:t>
          </a:r>
        </a:p>
      </dsp:txBody>
      <dsp:txXfrm>
        <a:off x="3369793" y="628788"/>
        <a:ext cx="1940446" cy="1940446"/>
      </dsp:txXfrm>
    </dsp:sp>
    <dsp:sp modelId="{83CC1982-3C23-4891-8424-687F0A7BA50F}">
      <dsp:nvSpPr>
        <dsp:cNvPr id="0" name=""/>
        <dsp:cNvSpPr/>
      </dsp:nvSpPr>
      <dsp:spPr>
        <a:xfrm>
          <a:off x="949010" y="2839623"/>
          <a:ext cx="2150394" cy="215039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AI is not a shortcut</a:t>
          </a:r>
        </a:p>
      </dsp:txBody>
      <dsp:txXfrm>
        <a:off x="1053984" y="2944597"/>
        <a:ext cx="1940446" cy="1940446"/>
      </dsp:txXfrm>
    </dsp:sp>
    <dsp:sp modelId="{7EB85E25-6461-45A6-897E-D69ADB631B08}">
      <dsp:nvSpPr>
        <dsp:cNvPr id="0" name=""/>
        <dsp:cNvSpPr/>
      </dsp:nvSpPr>
      <dsp:spPr>
        <a:xfrm>
          <a:off x="3264819" y="2839623"/>
          <a:ext cx="2150394" cy="21503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Ownership remains with individual</a:t>
          </a:r>
        </a:p>
      </dsp:txBody>
      <dsp:txXfrm>
        <a:off x="3369793" y="2944597"/>
        <a:ext cx="1940446" cy="194044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A3EDCB-A49A-466B-9990-0EEDC6380BD6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1A4EC-ECBC-465B-8145-BD4BABBCD96B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679FA-15B9-419B-BE37-E672116E0471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Avoid interrupting in meetings</a:t>
          </a:r>
        </a:p>
      </dsp:txBody>
      <dsp:txXfrm>
        <a:off x="1507738" y="707092"/>
        <a:ext cx="9007861" cy="1305401"/>
      </dsp:txXfrm>
    </dsp:sp>
    <dsp:sp modelId="{0011F696-1F91-47F5-847D-23304501815B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11785-EA97-473B-A4AB-E4428D70732D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DCF581-4249-4AB6-89CE-53C967C7BB24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Follow listen then summarize then respond</a:t>
          </a:r>
        </a:p>
      </dsp:txBody>
      <dsp:txXfrm>
        <a:off x="1507738" y="2338844"/>
        <a:ext cx="9007861" cy="130540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0DC0A-D9E0-4287-8416-CD3CE1F77D4F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BE6BFB-026B-42D1-BC81-33864C5412EA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A0F3E-BEB9-4536-B905-C19E95742F7D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Knowledge not the issue</a:t>
          </a:r>
        </a:p>
      </dsp:txBody>
      <dsp:txXfrm>
        <a:off x="1819120" y="673"/>
        <a:ext cx="4545103" cy="1574995"/>
      </dsp:txXfrm>
    </dsp:sp>
    <dsp:sp modelId="{BD98FB3D-CF9E-4A3B-A2CE-370382D3369A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FE4309-EB87-4181-8C03-5AC33F1082EC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C7B37-CFDB-4FFB-AC00-396CF1C44E1B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Meeting presence impacts team confidence</a:t>
          </a:r>
        </a:p>
      </dsp:txBody>
      <dsp:txXfrm>
        <a:off x="1819120" y="1969418"/>
        <a:ext cx="4545103" cy="1574995"/>
      </dsp:txXfrm>
    </dsp:sp>
    <dsp:sp modelId="{E403655E-77B5-4469-A54E-128F64259BBB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08087E-85FD-4D10-A10A-1FF5E33AC95C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74C7A-243A-40C9-8D31-7FA802A7E795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Senior behavior sets team tone</a:t>
          </a:r>
        </a:p>
      </dsp:txBody>
      <dsp:txXfrm>
        <a:off x="1819120" y="3938162"/>
        <a:ext cx="4545103" cy="157499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9574F-B14A-4F1B-AF7F-4C13F928A4DE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AD70E4-49BE-4E26-BA34-06115D708735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5B062-090C-46D1-AFFC-49AB474AFD99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Act as stability anchor</a:t>
          </a:r>
        </a:p>
      </dsp:txBody>
      <dsp:txXfrm>
        <a:off x="1297085" y="2215"/>
        <a:ext cx="5354167" cy="1123017"/>
      </dsp:txXfrm>
    </dsp:sp>
    <dsp:sp modelId="{385813FD-F451-401E-AA84-196056C4F734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94AA4A-0363-45F5-8C12-247147C6C226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D9E42-BB55-4796-BFC9-B306E5A6A033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Mentor Harman when not in batch</a:t>
          </a:r>
        </a:p>
      </dsp:txBody>
      <dsp:txXfrm>
        <a:off x="1297085" y="1405987"/>
        <a:ext cx="5354167" cy="1123017"/>
      </dsp:txXfrm>
    </dsp:sp>
    <dsp:sp modelId="{7243C777-36FA-41F6-A2A0-848EAC8AA203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321103-EBCF-41A4-9C3D-A216F8352016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2B6E7-F15D-4E6E-B543-D46243B93195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Deliver detailed mock reviews</a:t>
          </a:r>
        </a:p>
      </dsp:txBody>
      <dsp:txXfrm>
        <a:off x="1297085" y="2809759"/>
        <a:ext cx="5354167" cy="1123017"/>
      </dsp:txXfrm>
    </dsp:sp>
    <dsp:sp modelId="{6BB387DE-463E-452C-B268-69A0B7551742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F567F3-B977-4EF1-BC79-2CBD531D5972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B2CA9-9FDE-4DAF-BEA4-3E24E100C25F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Maintain meeting etiquette</a:t>
          </a:r>
        </a:p>
      </dsp:txBody>
      <dsp:txXfrm>
        <a:off x="1297085" y="4213530"/>
        <a:ext cx="5354167" cy="112301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613210-6274-4B7A-AAB8-157171573E06}">
      <dsp:nvSpPr>
        <dsp:cNvPr id="0" name=""/>
        <dsp:cNvSpPr/>
      </dsp:nvSpPr>
      <dsp:spPr>
        <a:xfrm>
          <a:off x="2053" y="861732"/>
          <a:ext cx="4379788" cy="26278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Starts next point before finishing current one</a:t>
          </a:r>
        </a:p>
      </dsp:txBody>
      <dsp:txXfrm>
        <a:off x="79021" y="938700"/>
        <a:ext cx="4225852" cy="2473937"/>
      </dsp:txXfrm>
    </dsp:sp>
    <dsp:sp modelId="{39AC93BA-4B8E-4332-9F70-BB2D39AA7F00}">
      <dsp:nvSpPr>
        <dsp:cNvPr id="0" name=""/>
        <dsp:cNvSpPr/>
      </dsp:nvSpPr>
      <dsp:spPr>
        <a:xfrm>
          <a:off x="4767263" y="1632575"/>
          <a:ext cx="928515" cy="10861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4767263" y="1849812"/>
        <a:ext cx="649961" cy="651713"/>
      </dsp:txXfrm>
    </dsp:sp>
    <dsp:sp modelId="{DEB6B5AB-E86E-4161-8AF9-96FBF5ED6A3A}">
      <dsp:nvSpPr>
        <dsp:cNvPr id="0" name=""/>
        <dsp:cNvSpPr/>
      </dsp:nvSpPr>
      <dsp:spPr>
        <a:xfrm>
          <a:off x="6133757" y="861732"/>
          <a:ext cx="4379788" cy="26278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Task hopping due to urgency mindset</a:t>
          </a:r>
        </a:p>
      </dsp:txBody>
      <dsp:txXfrm>
        <a:off x="6210725" y="938700"/>
        <a:ext cx="4225852" cy="247393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0BE60B-C8E5-4F75-B18A-B23F7D018A23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Maximum two active tasks</a:t>
          </a:r>
        </a:p>
      </dsp:txBody>
      <dsp:txXfrm>
        <a:off x="38234" y="38234"/>
        <a:ext cx="7529629" cy="1228933"/>
      </dsp:txXfrm>
    </dsp:sp>
    <dsp:sp modelId="{2C4579BC-C63B-4156-A184-0A5D1A104EE9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Avoid parallel topic switching</a:t>
          </a:r>
        </a:p>
      </dsp:txBody>
      <dsp:txXfrm>
        <a:off x="826903" y="1561202"/>
        <a:ext cx="7224611" cy="1228933"/>
      </dsp:txXfrm>
    </dsp:sp>
    <dsp:sp modelId="{C1784CC0-ED21-4EF1-816C-2144DC02C82A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Focus on closure</a:t>
          </a:r>
        </a:p>
      </dsp:txBody>
      <dsp:txXfrm>
        <a:off x="1615573" y="3084170"/>
        <a:ext cx="7224611" cy="1228933"/>
      </dsp:txXfrm>
    </dsp:sp>
    <dsp:sp modelId="{2BBC09D5-0761-47F4-97A9-8ECF60BDD54B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3C489ABE-7765-47E5-A1BF-507F1B1339F1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2C7D8-57C4-42E3-9CFA-C2C52AA583DD}">
      <dsp:nvSpPr>
        <dsp:cNvPr id="0" name=""/>
        <dsp:cNvSpPr/>
      </dsp:nvSpPr>
      <dsp:spPr>
        <a:xfrm>
          <a:off x="0" y="0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Notes completed</a:t>
          </a:r>
        </a:p>
      </dsp:txBody>
      <dsp:txXfrm>
        <a:off x="22940" y="22940"/>
        <a:ext cx="7160195" cy="737360"/>
      </dsp:txXfrm>
    </dsp:sp>
    <dsp:sp modelId="{018734FE-FAD7-4918-ABC8-8E8D5229BBE1}">
      <dsp:nvSpPr>
        <dsp:cNvPr id="0" name=""/>
        <dsp:cNvSpPr/>
      </dsp:nvSpPr>
      <dsp:spPr>
        <a:xfrm>
          <a:off x="604647" y="892024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Labs completed</a:t>
          </a:r>
        </a:p>
      </dsp:txBody>
      <dsp:txXfrm>
        <a:off x="627587" y="914964"/>
        <a:ext cx="6937378" cy="737360"/>
      </dsp:txXfrm>
    </dsp:sp>
    <dsp:sp modelId="{89F4C410-191E-4F03-B521-4CA373735E88}">
      <dsp:nvSpPr>
        <dsp:cNvPr id="0" name=""/>
        <dsp:cNvSpPr/>
      </dsp:nvSpPr>
      <dsp:spPr>
        <a:xfrm>
          <a:off x="1209293" y="1784048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Qubits completed</a:t>
          </a:r>
        </a:p>
      </dsp:txBody>
      <dsp:txXfrm>
        <a:off x="1232233" y="1806988"/>
        <a:ext cx="6937378" cy="737360"/>
      </dsp:txXfrm>
    </dsp:sp>
    <dsp:sp modelId="{4D71FE9D-D229-4521-AF85-25FEA3D0BC0E}">
      <dsp:nvSpPr>
        <dsp:cNvPr id="0" name=""/>
        <dsp:cNvSpPr/>
      </dsp:nvSpPr>
      <dsp:spPr>
        <a:xfrm>
          <a:off x="1813940" y="2676072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Questions completed</a:t>
          </a:r>
        </a:p>
      </dsp:txBody>
      <dsp:txXfrm>
        <a:off x="1836880" y="2699012"/>
        <a:ext cx="6937378" cy="737360"/>
      </dsp:txXfrm>
    </dsp:sp>
    <dsp:sp modelId="{51B85A9A-BC24-409F-BFB9-76D9A845226F}">
      <dsp:nvSpPr>
        <dsp:cNvPr id="0" name=""/>
        <dsp:cNvSpPr/>
      </dsp:nvSpPr>
      <dsp:spPr>
        <a:xfrm>
          <a:off x="2418587" y="3568097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DSR reflection completed</a:t>
          </a:r>
        </a:p>
      </dsp:txBody>
      <dsp:txXfrm>
        <a:off x="2441527" y="3591037"/>
        <a:ext cx="6937378" cy="737360"/>
      </dsp:txXfrm>
    </dsp:sp>
    <dsp:sp modelId="{A4012897-F5D0-4CD0-B603-07A845437B2C}">
      <dsp:nvSpPr>
        <dsp:cNvPr id="0" name=""/>
        <dsp:cNvSpPr/>
      </dsp:nvSpPr>
      <dsp:spPr>
        <a:xfrm>
          <a:off x="7587905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702454" y="572200"/>
        <a:ext cx="280008" cy="383102"/>
      </dsp:txXfrm>
    </dsp:sp>
    <dsp:sp modelId="{C99465C5-CDCF-40AE-96E6-A37D4289A43D}">
      <dsp:nvSpPr>
        <dsp:cNvPr id="0" name=""/>
        <dsp:cNvSpPr/>
      </dsp:nvSpPr>
      <dsp:spPr>
        <a:xfrm>
          <a:off x="8192552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07101" y="1464225"/>
        <a:ext cx="280008" cy="383102"/>
      </dsp:txXfrm>
    </dsp:sp>
    <dsp:sp modelId="{380FE534-43A5-49DB-904D-3F4E76D17DB7}">
      <dsp:nvSpPr>
        <dsp:cNvPr id="0" name=""/>
        <dsp:cNvSpPr/>
      </dsp:nvSpPr>
      <dsp:spPr>
        <a:xfrm>
          <a:off x="8797199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911748" y="2343195"/>
        <a:ext cx="280008" cy="383102"/>
      </dsp:txXfrm>
    </dsp:sp>
    <dsp:sp modelId="{33545B35-3F1D-4B3B-97AB-04B1EF203EDF}">
      <dsp:nvSpPr>
        <dsp:cNvPr id="0" name=""/>
        <dsp:cNvSpPr/>
      </dsp:nvSpPr>
      <dsp:spPr>
        <a:xfrm>
          <a:off x="940184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516395" y="3243922"/>
        <a:ext cx="280008" cy="38310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3BB36-A72B-4B42-8C86-A8651567D128}">
      <dsp:nvSpPr>
        <dsp:cNvPr id="0" name=""/>
        <dsp:cNvSpPr/>
      </dsp:nvSpPr>
      <dsp:spPr>
        <a:xfrm>
          <a:off x="679050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4E91F-AB26-42AC-A1B4-4D3DC68483BA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6E3C4-FE64-42A9-BBAD-284EBAFE12AD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Finish properly before moving ahead</a:t>
          </a:r>
        </a:p>
      </dsp:txBody>
      <dsp:txXfrm>
        <a:off x="75768" y="3053169"/>
        <a:ext cx="3093750" cy="720000"/>
      </dsp:txXfrm>
    </dsp:sp>
    <dsp:sp modelId="{6AF1C510-F5CD-49F5-941B-2A918D069C4B}">
      <dsp:nvSpPr>
        <dsp:cNvPr id="0" name=""/>
        <dsp:cNvSpPr/>
      </dsp:nvSpPr>
      <dsp:spPr>
        <a:xfrm>
          <a:off x="4314206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4EDAF3-68DE-4433-ADD0-74EA378774F5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5A693-122C-4117-A015-6E493A916F92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Patience builds long-term speed</a:t>
          </a:r>
        </a:p>
      </dsp:txBody>
      <dsp:txXfrm>
        <a:off x="3710925" y="3053169"/>
        <a:ext cx="3093750" cy="720000"/>
      </dsp:txXfrm>
    </dsp:sp>
    <dsp:sp modelId="{2C13B2E8-3A81-4587-B68E-CF44F21D88A1}">
      <dsp:nvSpPr>
        <dsp:cNvPr id="0" name=""/>
        <dsp:cNvSpPr/>
      </dsp:nvSpPr>
      <dsp:spPr>
        <a:xfrm>
          <a:off x="7949362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31EB4-8577-4C72-BC80-CB8FF941ADEE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3A510-506C-4695-9C29-E67DC22DBC45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Transparency encouraged</a:t>
          </a:r>
        </a:p>
      </dsp:txBody>
      <dsp:txXfrm>
        <a:off x="7346081" y="3053169"/>
        <a:ext cx="3093750" cy="72000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9596E-838E-4AAF-8C1A-107A82B3268E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100 percent course preparation required</a:t>
          </a:r>
        </a:p>
      </dsp:txBody>
      <dsp:txXfrm>
        <a:off x="23773" y="23773"/>
        <a:ext cx="7797822" cy="764123"/>
      </dsp:txXfrm>
    </dsp:sp>
    <dsp:sp modelId="{7FE6F88E-84B9-477B-8DA9-249D5094A0E8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Certification exam mandatory</a:t>
          </a:r>
        </a:p>
      </dsp:txBody>
      <dsp:txXfrm>
        <a:off x="755937" y="983018"/>
        <a:ext cx="7434967" cy="764123"/>
      </dsp:txXfrm>
    </dsp:sp>
    <dsp:sp modelId="{4D8B8148-3A0B-4F70-B238-3AA524A03346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Retake plan logged if needed</a:t>
          </a:r>
        </a:p>
      </dsp:txBody>
      <dsp:txXfrm>
        <a:off x="1477174" y="1942263"/>
        <a:ext cx="7445895" cy="764123"/>
      </dsp:txXfrm>
    </dsp:sp>
    <dsp:sp modelId="{79A4881A-34D4-447C-A2A5-4AFB7217440B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 go-live without readiness</a:t>
          </a:r>
        </a:p>
      </dsp:txBody>
      <dsp:txXfrm>
        <a:off x="2209338" y="2901508"/>
        <a:ext cx="7434967" cy="764123"/>
      </dsp:txXfrm>
    </dsp:sp>
    <dsp:sp modelId="{AE1D954C-3570-4337-83E0-B62E6FEBDA27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87730DCB-B2B7-4F4A-A5FE-77979626E1DD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3C326C3B-8EE1-4581-9203-A921B1AA294C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1EC68-2C6F-4EB6-9BF4-C6AD53415A60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 internal politics</a:t>
          </a:r>
        </a:p>
      </dsp:txBody>
      <dsp:txXfrm>
        <a:off x="23773" y="23773"/>
        <a:ext cx="7797822" cy="764123"/>
      </dsp:txXfrm>
    </dsp:sp>
    <dsp:sp modelId="{9D8EBF55-5C1A-4553-8146-3B93AF4317F2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 external influence</a:t>
          </a:r>
        </a:p>
      </dsp:txBody>
      <dsp:txXfrm>
        <a:off x="755937" y="983018"/>
        <a:ext cx="7434967" cy="764123"/>
      </dsp:txXfrm>
    </dsp:sp>
    <dsp:sp modelId="{7C69E68C-A23E-41C8-9433-2AF1ACE59ABC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HR reassignment possible if misaligned</a:t>
          </a:r>
        </a:p>
      </dsp:txBody>
      <dsp:txXfrm>
        <a:off x="1477174" y="1942263"/>
        <a:ext cx="7445895" cy="764123"/>
      </dsp:txXfrm>
    </dsp:sp>
    <dsp:sp modelId="{ADD91BA7-9BEF-4F95-BD20-32A1663A0938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Rules apply while reporting continues</a:t>
          </a:r>
        </a:p>
      </dsp:txBody>
      <dsp:txXfrm>
        <a:off x="2209338" y="2901508"/>
        <a:ext cx="7434967" cy="764123"/>
      </dsp:txXfrm>
    </dsp:sp>
    <dsp:sp modelId="{C64CC1E2-18FC-4EAD-A17B-BB3723F87C41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4DDDCCC5-DC35-46CF-8FCB-590DAF31D4AC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71F8DFDC-6A36-42D6-969A-4D7C86A5F52E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E35F67-4E9D-4641-A75E-1067CAD0C800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484674-0AD4-4351-8C7A-13210E1FE277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53B35-7A76-4B57-8520-5B07F15D5001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EST is anchor time zone</a:t>
          </a:r>
        </a:p>
      </dsp:txBody>
      <dsp:txXfrm>
        <a:off x="1059754" y="4307"/>
        <a:ext cx="5304469" cy="917536"/>
      </dsp:txXfrm>
    </dsp:sp>
    <dsp:sp modelId="{13F29DE9-FCFD-4B26-A8F4-0EADC8BBF511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649A6-8690-48C3-8183-D87900403171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1D3D14-35E8-4753-B57B-2C42E3718644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Planning over reaction</a:t>
          </a:r>
        </a:p>
      </dsp:txBody>
      <dsp:txXfrm>
        <a:off x="1059754" y="1151227"/>
        <a:ext cx="5304469" cy="917536"/>
      </dsp:txXfrm>
    </dsp:sp>
    <dsp:sp modelId="{A7ED906C-F871-461F-9552-2B01F06535CB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C92A0B-D304-4C01-BE8C-9CAF18F17B5D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56E5A-2E7F-4DB5-BC8A-3C3F050023AF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 is mandatory skill</a:t>
          </a:r>
        </a:p>
      </dsp:txBody>
      <dsp:txXfrm>
        <a:off x="1059754" y="2298147"/>
        <a:ext cx="5304469" cy="917536"/>
      </dsp:txXfrm>
    </dsp:sp>
    <dsp:sp modelId="{5AB19CB9-E199-4896-B40C-415061C22ADE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93FE86-1539-4EC4-AAB0-2DED6A17FDE8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5D4ED-CB0D-46A1-998E-AF430B4ECC8B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Discipline non-negotiable</a:t>
          </a:r>
        </a:p>
      </dsp:txBody>
      <dsp:txXfrm>
        <a:off x="1059754" y="3445068"/>
        <a:ext cx="5304469" cy="917536"/>
      </dsp:txXfrm>
    </dsp:sp>
    <dsp:sp modelId="{D92BB835-C1F7-4AE4-9553-F9685E227DFC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A576F-7023-4D27-88AF-A3CC45083FEA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76131-7D72-4567-AB26-424E62032AA8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Transparency mandatory</a:t>
          </a:r>
        </a:p>
      </dsp:txBody>
      <dsp:txXfrm>
        <a:off x="1059754" y="4591988"/>
        <a:ext cx="5304469" cy="91753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4F74D5-FA10-4B75-9F90-96F75E1FEBCB}">
      <dsp:nvSpPr>
        <dsp:cNvPr id="0" name=""/>
        <dsp:cNvSpPr/>
      </dsp:nvSpPr>
      <dsp:spPr>
        <a:xfrm>
          <a:off x="3594" y="813467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Continue single DSR thread</a:t>
          </a:r>
        </a:p>
      </dsp:txBody>
      <dsp:txXfrm>
        <a:off x="3594" y="1848740"/>
        <a:ext cx="1946002" cy="1634641"/>
      </dsp:txXfrm>
    </dsp:sp>
    <dsp:sp modelId="{FB161F37-1AFD-448F-977A-383F5BA4FB3D}">
      <dsp:nvSpPr>
        <dsp:cNvPr id="0" name=""/>
        <dsp:cNvSpPr/>
      </dsp:nvSpPr>
      <dsp:spPr>
        <a:xfrm>
          <a:off x="567934" y="1085907"/>
          <a:ext cx="817320" cy="8173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</a:t>
          </a:r>
        </a:p>
      </dsp:txBody>
      <dsp:txXfrm>
        <a:off x="687628" y="1205601"/>
        <a:ext cx="577932" cy="577932"/>
      </dsp:txXfrm>
    </dsp:sp>
    <dsp:sp modelId="{B5C2C1B2-66EB-4241-8D65-3939E74A89A7}">
      <dsp:nvSpPr>
        <dsp:cNvPr id="0" name=""/>
        <dsp:cNvSpPr/>
      </dsp:nvSpPr>
      <dsp:spPr>
        <a:xfrm>
          <a:off x="3594" y="3537798"/>
          <a:ext cx="1946002" cy="72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5CAAB-A297-45AE-B76E-02500479418E}">
      <dsp:nvSpPr>
        <dsp:cNvPr id="0" name=""/>
        <dsp:cNvSpPr/>
      </dsp:nvSpPr>
      <dsp:spPr>
        <a:xfrm>
          <a:off x="2144196" y="813467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Follow daily agenda discipline</a:t>
          </a:r>
        </a:p>
      </dsp:txBody>
      <dsp:txXfrm>
        <a:off x="2144196" y="1848740"/>
        <a:ext cx="1946002" cy="1634641"/>
      </dsp:txXfrm>
    </dsp:sp>
    <dsp:sp modelId="{8D98017D-DC2C-4B25-95D5-F138C7437059}">
      <dsp:nvSpPr>
        <dsp:cNvPr id="0" name=""/>
        <dsp:cNvSpPr/>
      </dsp:nvSpPr>
      <dsp:spPr>
        <a:xfrm>
          <a:off x="2708537" y="1085907"/>
          <a:ext cx="817320" cy="817320"/>
        </a:xfrm>
        <a:prstGeom prst="ellips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2</a:t>
          </a:r>
        </a:p>
      </dsp:txBody>
      <dsp:txXfrm>
        <a:off x="2828231" y="1205601"/>
        <a:ext cx="577932" cy="577932"/>
      </dsp:txXfrm>
    </dsp:sp>
    <dsp:sp modelId="{33AB93E4-80DA-48AB-ADBF-E1BACD467640}">
      <dsp:nvSpPr>
        <dsp:cNvPr id="0" name=""/>
        <dsp:cNvSpPr/>
      </dsp:nvSpPr>
      <dsp:spPr>
        <a:xfrm>
          <a:off x="2144196" y="3537798"/>
          <a:ext cx="1946002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F8061-964D-43C5-9B39-1D1605DFEE71}">
      <dsp:nvSpPr>
        <dsp:cNvPr id="0" name=""/>
        <dsp:cNvSpPr/>
      </dsp:nvSpPr>
      <dsp:spPr>
        <a:xfrm>
          <a:off x="4284798" y="813467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Apply feedback immediately</a:t>
          </a:r>
        </a:p>
      </dsp:txBody>
      <dsp:txXfrm>
        <a:off x="4284798" y="1848740"/>
        <a:ext cx="1946002" cy="1634641"/>
      </dsp:txXfrm>
    </dsp:sp>
    <dsp:sp modelId="{0F042AD9-96B7-4A5B-9EA8-1CF202A127D7}">
      <dsp:nvSpPr>
        <dsp:cNvPr id="0" name=""/>
        <dsp:cNvSpPr/>
      </dsp:nvSpPr>
      <dsp:spPr>
        <a:xfrm>
          <a:off x="4849139" y="1085907"/>
          <a:ext cx="817320" cy="817320"/>
        </a:xfrm>
        <a:prstGeom prst="ellips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3</a:t>
          </a:r>
        </a:p>
      </dsp:txBody>
      <dsp:txXfrm>
        <a:off x="4968833" y="1205601"/>
        <a:ext cx="577932" cy="577932"/>
      </dsp:txXfrm>
    </dsp:sp>
    <dsp:sp modelId="{1BD8FA2E-7440-4827-A22E-763CB07CD1BE}">
      <dsp:nvSpPr>
        <dsp:cNvPr id="0" name=""/>
        <dsp:cNvSpPr/>
      </dsp:nvSpPr>
      <dsp:spPr>
        <a:xfrm>
          <a:off x="4284798" y="3537798"/>
          <a:ext cx="1946002" cy="72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38511-F269-4C2A-AD79-7BB1D5040C24}">
      <dsp:nvSpPr>
        <dsp:cNvPr id="0" name=""/>
        <dsp:cNvSpPr/>
      </dsp:nvSpPr>
      <dsp:spPr>
        <a:xfrm>
          <a:off x="6425401" y="813467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Raise challenges early</a:t>
          </a:r>
        </a:p>
      </dsp:txBody>
      <dsp:txXfrm>
        <a:off x="6425401" y="1848740"/>
        <a:ext cx="1946002" cy="1634641"/>
      </dsp:txXfrm>
    </dsp:sp>
    <dsp:sp modelId="{51428A06-80D4-4F5E-80FE-3A740639C56C}">
      <dsp:nvSpPr>
        <dsp:cNvPr id="0" name=""/>
        <dsp:cNvSpPr/>
      </dsp:nvSpPr>
      <dsp:spPr>
        <a:xfrm>
          <a:off x="6989741" y="1085907"/>
          <a:ext cx="817320" cy="817320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4</a:t>
          </a:r>
        </a:p>
      </dsp:txBody>
      <dsp:txXfrm>
        <a:off x="7109435" y="1205601"/>
        <a:ext cx="577932" cy="577932"/>
      </dsp:txXfrm>
    </dsp:sp>
    <dsp:sp modelId="{51B15500-1A85-434F-89F4-889560DE7DE9}">
      <dsp:nvSpPr>
        <dsp:cNvPr id="0" name=""/>
        <dsp:cNvSpPr/>
      </dsp:nvSpPr>
      <dsp:spPr>
        <a:xfrm>
          <a:off x="6425401" y="3537798"/>
          <a:ext cx="1946002" cy="72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D0A28-F790-4D3B-9737-4BDF8AFF197C}">
      <dsp:nvSpPr>
        <dsp:cNvPr id="0" name=""/>
        <dsp:cNvSpPr/>
      </dsp:nvSpPr>
      <dsp:spPr>
        <a:xfrm>
          <a:off x="8566003" y="813467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Execute January plan without deviation</a:t>
          </a:r>
        </a:p>
      </dsp:txBody>
      <dsp:txXfrm>
        <a:off x="8566003" y="1848740"/>
        <a:ext cx="1946002" cy="1634641"/>
      </dsp:txXfrm>
    </dsp:sp>
    <dsp:sp modelId="{B60FF002-A5B4-4328-9D3F-F6ADB04C88A7}">
      <dsp:nvSpPr>
        <dsp:cNvPr id="0" name=""/>
        <dsp:cNvSpPr/>
      </dsp:nvSpPr>
      <dsp:spPr>
        <a:xfrm>
          <a:off x="9130344" y="1085907"/>
          <a:ext cx="817320" cy="817320"/>
        </a:xfrm>
        <a:prstGeom prst="ellips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5</a:t>
          </a:r>
        </a:p>
      </dsp:txBody>
      <dsp:txXfrm>
        <a:off x="9250038" y="1205601"/>
        <a:ext cx="577932" cy="577932"/>
      </dsp:txXfrm>
    </dsp:sp>
    <dsp:sp modelId="{59D9698E-7FD2-44B5-80A9-74EAE93F6130}">
      <dsp:nvSpPr>
        <dsp:cNvPr id="0" name=""/>
        <dsp:cNvSpPr/>
      </dsp:nvSpPr>
      <dsp:spPr>
        <a:xfrm>
          <a:off x="8566003" y="3537798"/>
          <a:ext cx="1946002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D28C6-EADC-4D9A-A70A-763B6758CA2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FD0AC-1D83-439F-81CA-D5F22E304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453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“Let’s talk about how we work as a team.”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“First thing — </a:t>
            </a:r>
            <a:r>
              <a:rPr lang="en-US" b="1" dirty="0"/>
              <a:t>don’t work on impulse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Don’t jump just because something feels urgent.”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“Second — </a:t>
            </a:r>
            <a:r>
              <a:rPr lang="en-US" b="1" dirty="0"/>
              <a:t>clarity matters more than speed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Fast work with confusion creates rework. Slow and clear work saves time later.”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“Third — </a:t>
            </a:r>
            <a:r>
              <a:rPr lang="en-US" b="1" dirty="0"/>
              <a:t>finish what you start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Starting five things and finishing none gives a false feeling of productivity.”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“And lastly — </a:t>
            </a:r>
            <a:r>
              <a:rPr lang="en-US" b="1" dirty="0"/>
              <a:t>write things down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it’s only in your head, it doesn’t exist for the team.”</a:t>
            </a:r>
          </a:p>
          <a:p>
            <a:r>
              <a:rPr lang="en-US" dirty="0"/>
              <a:t>“Simple rules. Follow these, and work becomes lighter.”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471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32DD-4802-2F1B-F9CF-FE44019AE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54A53-F697-C3D6-F46A-684A4F493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B8C3D-3536-9BDD-F624-E1B15BA7D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“Let’s talk about how we work as a team.”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“First thing — </a:t>
            </a:r>
            <a:r>
              <a:rPr lang="en-US" b="1" dirty="0"/>
              <a:t>don’t work on impulse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Don’t jump just because something feels urgent.”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“Second — </a:t>
            </a:r>
            <a:r>
              <a:rPr lang="en-US" b="1" dirty="0"/>
              <a:t>clarity matters more than speed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Fast work with confusion creates rework. Slow and clear work saves time later.”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“Third — </a:t>
            </a:r>
            <a:r>
              <a:rPr lang="en-US" b="1" dirty="0"/>
              <a:t>finish what you start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Starting five things and finishing none gives a false feeling of productivity.”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“And lastly — </a:t>
            </a:r>
            <a:r>
              <a:rPr lang="en-US" b="1" dirty="0"/>
              <a:t>write things down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it’s only in your head, it doesn’t exist for the team.”</a:t>
            </a:r>
          </a:p>
          <a:p>
            <a:r>
              <a:rPr lang="en-US" dirty="0"/>
              <a:t>“Simple rules. Follow these, and work becomes lighter.”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99FA8-3845-8BB0-2950-BC939BC8D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914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zones are important for smooth coordination. I am and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Abhinav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in IST, and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Harman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in EST. To make sure everyone can join, team meetings will mostly be on Saturdays, and I will set the time so it works for all.</a:t>
            </a:r>
          </a:p>
          <a:p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keep this in mind and plan accordingly.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437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“Let us talk about a normal workday. Nothing fancy. Just a proper, planned day.”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“The </a:t>
            </a:r>
            <a:r>
              <a:rPr lang="en-US" b="1" dirty="0"/>
              <a:t>base expectation</a:t>
            </a:r>
            <a:r>
              <a:rPr lang="en-US" dirty="0"/>
              <a:t> is simple.</a:t>
            </a:r>
            <a:br>
              <a:rPr lang="en-US" dirty="0"/>
            </a:br>
            <a:r>
              <a:rPr lang="en-US" dirty="0"/>
              <a:t>Plan </a:t>
            </a:r>
            <a:r>
              <a:rPr lang="en-US" b="1" dirty="0"/>
              <a:t>eight hours of focused work</a:t>
            </a:r>
            <a:r>
              <a:rPr lang="en-US" dirty="0"/>
              <a:t> every day.”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“Start your day with a small agenda — three to four clear points. That is enough.</a:t>
            </a:r>
            <a:br>
              <a:rPr lang="en-US" dirty="0"/>
            </a:br>
            <a:r>
              <a:rPr lang="en-US" dirty="0"/>
              <a:t>Take two short breaks and one proper lunch.”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“This is not control. This is to avoid burnout and confusion. When days are unplanned, learning drops, confidence drops, and mistakes increase.”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leave is planned in advance, apply early.</a:t>
            </a:r>
            <a:br>
              <a:rPr lang="en-US" dirty="0"/>
            </a:br>
            <a:r>
              <a:rPr lang="en-US" dirty="0"/>
              <a:t>If a batch is assigned and leave is taken during that period, a nudge will be recorded and HR will act as per company policy.”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“Keep </a:t>
            </a:r>
            <a:r>
              <a:rPr lang="en-US" b="1" dirty="0"/>
              <a:t>Viber and email active</a:t>
            </a:r>
            <a:r>
              <a:rPr lang="en-US" dirty="0"/>
              <a:t> during work hours on both laptop and phone. This helps us stay responsive and avoid delays.”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“Please review the updated </a:t>
            </a:r>
            <a:r>
              <a:rPr lang="en-US" b="1" dirty="0"/>
              <a:t>Trainer Utilization Policy</a:t>
            </a:r>
            <a:r>
              <a:rPr lang="en-US" dirty="0"/>
              <a:t> email. Maintaining </a:t>
            </a:r>
            <a:r>
              <a:rPr lang="en-US" b="1" dirty="0"/>
              <a:t>60% utilization</a:t>
            </a:r>
            <a:r>
              <a:rPr lang="en-US" dirty="0"/>
              <a:t> is your responsibility. Inform me once you have reviewed it.”</a:t>
            </a:r>
          </a:p>
          <a:p>
            <a:r>
              <a:rPr lang="en-US" dirty="0"/>
              <a:t>(lower pitch, slower, clearly separated)</a:t>
            </a:r>
            <a:br>
              <a:rPr lang="en-US" dirty="0"/>
            </a:br>
            <a:r>
              <a:rPr lang="en-US" dirty="0"/>
              <a:t>“One important clarification before we close this topic.”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“The </a:t>
            </a:r>
            <a:r>
              <a:rPr lang="en-US" b="1" dirty="0"/>
              <a:t>standard expectation remains eight hours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However, currently only two of you have an </a:t>
            </a:r>
            <a:r>
              <a:rPr lang="en-US" b="1" dirty="0"/>
              <a:t>8-hour or 10-hour work flag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“In the future, there may be situations where I </a:t>
            </a:r>
            <a:r>
              <a:rPr lang="en-US" b="1" dirty="0"/>
              <a:t>ask</a:t>
            </a:r>
            <a:r>
              <a:rPr lang="en-US" dirty="0"/>
              <a:t> if you can extend </a:t>
            </a:r>
            <a:r>
              <a:rPr lang="en-US" b="1" dirty="0"/>
              <a:t>for a few days</a:t>
            </a:r>
            <a:r>
              <a:rPr lang="en-US" dirty="0"/>
              <a:t>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“This will </a:t>
            </a:r>
            <a:r>
              <a:rPr lang="en-US" b="1" dirty="0"/>
              <a:t>never be mandatory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“If you prefer not to be asked, tell me clearly. I will respect that completely.</a:t>
            </a:r>
            <a:br>
              <a:rPr lang="en-US" dirty="0"/>
            </a:br>
            <a:r>
              <a:rPr lang="en-US" dirty="0"/>
              <a:t>This flag only helps me understand flexibility for planning and future opportunities.”</a:t>
            </a:r>
          </a:p>
          <a:p>
            <a:r>
              <a:rPr lang="en-US" dirty="0"/>
              <a:t>(pause, close calmly)</a:t>
            </a:r>
            <a:br>
              <a:rPr lang="en-US" dirty="0"/>
            </a:br>
            <a:r>
              <a:rPr lang="en-US" dirty="0"/>
              <a:t>“Stay planned. Stay accountable. Respect time.”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461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“During these working hours, </a:t>
            </a:r>
            <a:r>
              <a:rPr lang="en-US" b="1" dirty="0"/>
              <a:t>be fully present and responsible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Attend all </a:t>
            </a:r>
            <a:r>
              <a:rPr lang="en-US" b="1" dirty="0"/>
              <a:t>HR-</a:t>
            </a:r>
            <a:r>
              <a:rPr lang="en-US" b="1" dirty="0" err="1"/>
              <a:t>organised</a:t>
            </a:r>
            <a:r>
              <a:rPr lang="en-US" b="1" dirty="0"/>
              <a:t> sessions</a:t>
            </a:r>
            <a:r>
              <a:rPr lang="en-US" dirty="0"/>
              <a:t>. If you are not in a batch and a session appears on your calendar, you must attend. I may sometimes miss posting in the group, so </a:t>
            </a:r>
            <a:r>
              <a:rPr lang="en-US" b="1" dirty="0"/>
              <a:t>checking your calendar is your responsibility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87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“Do not accept </a:t>
            </a:r>
            <a:r>
              <a:rPr lang="en-US" b="1" dirty="0"/>
              <a:t>TBT</a:t>
            </a:r>
            <a:r>
              <a:rPr lang="en-US" dirty="0"/>
              <a:t> until you have strong command over the course.</a:t>
            </a:r>
            <a:br>
              <a:rPr lang="en-US" dirty="0"/>
            </a:br>
            <a:r>
              <a:rPr lang="en-US" dirty="0"/>
              <a:t>Delivery requires confidence and the ability to handle questions. If you feel ready to deliver, </a:t>
            </a:r>
            <a:r>
              <a:rPr lang="en-US" b="1" dirty="0"/>
              <a:t>consult me first</a:t>
            </a:r>
            <a:r>
              <a:rPr lang="en-US" dirty="0"/>
              <a:t> before proceeding.”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“Be disciplined with </a:t>
            </a:r>
            <a:r>
              <a:rPr lang="en-US" b="1" dirty="0"/>
              <a:t>official communication</a:t>
            </a:r>
            <a:r>
              <a:rPr lang="en-US" dirty="0"/>
              <a:t>. Respond to emails on time.</a:t>
            </a:r>
            <a:br>
              <a:rPr lang="en-US" dirty="0"/>
            </a:br>
            <a:r>
              <a:rPr lang="en-US" dirty="0"/>
              <a:t>Submit your </a:t>
            </a:r>
            <a:r>
              <a:rPr lang="en-US" b="1" dirty="0"/>
              <a:t>DSR and BRR</a:t>
            </a:r>
            <a:r>
              <a:rPr lang="en-US" dirty="0"/>
              <a:t> without delays. Repeated delays will result in a nudge from my side.”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“Send your </a:t>
            </a:r>
            <a:r>
              <a:rPr lang="en-US" b="1" dirty="0"/>
              <a:t>DSR every day before 6:30 PM</a:t>
            </a:r>
            <a:r>
              <a:rPr lang="en-US" dirty="0"/>
              <a:t>. If you are in a batch, DSR is not required for that day.</a:t>
            </a:r>
            <a:br>
              <a:rPr lang="en-US" dirty="0"/>
            </a:br>
            <a:r>
              <a:rPr lang="en-US" dirty="0"/>
              <a:t>If you have a batch scheduled for next week, share your </a:t>
            </a:r>
            <a:r>
              <a:rPr lang="en-US" b="1" dirty="0"/>
              <a:t>BRR by Thursday before 1 PM</a:t>
            </a:r>
            <a:r>
              <a:rPr lang="en-US" dirty="0"/>
              <a:t> so readiness can be checked in advance.”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40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“Use the </a:t>
            </a:r>
            <a:r>
              <a:rPr lang="en-US" b="1" dirty="0"/>
              <a:t>shared background</a:t>
            </a:r>
            <a:r>
              <a:rPr lang="en-US" dirty="0"/>
              <a:t> in all official meetings. Join on time. Timings are mandatory.”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“If a new course is assigned, you are expected to prepare properly and </a:t>
            </a:r>
            <a:r>
              <a:rPr lang="en-US" b="1" dirty="0"/>
              <a:t>clear the exam on or before the course conclusion date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“All </a:t>
            </a:r>
            <a:r>
              <a:rPr lang="en-US" b="1" dirty="0"/>
              <a:t>leave requests must be submitted through RMS only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075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“Now availability.”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“I need you to understand one thing clearly. Because of the time difference, I may </a:t>
            </a:r>
            <a:r>
              <a:rPr lang="en-US" b="1" dirty="0"/>
              <a:t>not always respond immediately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“That does not mean I am not supportive.”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“Write your doubts. Collect them. We will discuss them properly.”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“Calling randomly should be only when something is genuinely critical.”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“This keeps discussions meaningful instead of rushed.”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883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“One DSR thread. One place.”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“Write what you did. Write what you couldn’t do. Write where you are stuck.”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“No side stories. No parallel chats. No politics.”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“If communication is scattered, responsibility becomes unclear.”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“Loop me on HR mails. That’s mandatory.”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118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 want to say this clearly.”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“My communication can be direct.”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“That does not mean disrespect. It means </a:t>
            </a:r>
            <a:r>
              <a:rPr lang="en-US" b="1" dirty="0"/>
              <a:t>I don’t want confusion</a:t>
            </a:r>
            <a:r>
              <a:rPr lang="en-US" dirty="0"/>
              <a:t>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“Focus on the message, not how sweet or hard it sounds.”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“If something is wrong, it needs to be said clearly so it can be fixed.”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614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“Now AI.”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“AI is not optional anymore.”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“Use it to understand topics, prepare content, structure thoughts, save time.”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“But don’t blindly copy. You still need to understand.”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“If you don’t use available tools, you will always feel overloaded.”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“AI helps you work smarter, not escape work.”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189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“Whenever you receive emails like this — asking if you can support or deliver a particular course — the first thing you should check is </a:t>
            </a:r>
            <a:r>
              <a:rPr lang="en-US" b="1" dirty="0"/>
              <a:t>your availability on the mentioned dates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“If you are available </a:t>
            </a:r>
            <a:r>
              <a:rPr lang="en-US" b="1" dirty="0"/>
              <a:t>and</a:t>
            </a:r>
            <a:r>
              <a:rPr lang="en-US" dirty="0"/>
              <a:t> you genuinely feel confident that you can deliver the assignment, then you may go ahead and </a:t>
            </a:r>
            <a:r>
              <a:rPr lang="en-US" b="1" dirty="0"/>
              <a:t>mark your skill for the course</a:t>
            </a:r>
            <a:r>
              <a:rPr lang="en-US" dirty="0"/>
              <a:t>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“But do this </a:t>
            </a:r>
            <a:r>
              <a:rPr lang="en-US" b="1" dirty="0"/>
              <a:t>only after reviewing the Table of Contents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“If you already know the content well, then there is no issue — you’re good to proceed.”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“If the content is new, or only partially familiar, stop and assess </a:t>
            </a:r>
            <a:r>
              <a:rPr lang="en-US" b="1" dirty="0"/>
              <a:t>how quickly you can realistically upgrade your knowledge</a:t>
            </a:r>
            <a:r>
              <a:rPr lang="en-US" dirty="0"/>
              <a:t> before the delivery.”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“Be honest with yourself here. We are not doing this just to increase utilization numbers. Our responsibility is to deliver with confidence and quality.”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“Also remember, batches can be of </a:t>
            </a:r>
            <a:r>
              <a:rPr lang="en-US" b="1" dirty="0"/>
              <a:t>any mode</a:t>
            </a:r>
            <a:r>
              <a:rPr lang="en-US" dirty="0"/>
              <a:t> — corporate, international, fast-paced — and expectations are always high.”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“So do not rush to accept assignments just because they are available.”</a:t>
            </a:r>
          </a:p>
          <a:p>
            <a:r>
              <a:rPr lang="en-US" dirty="0"/>
              <a:t>(pause, close calmly)</a:t>
            </a:r>
            <a:br>
              <a:rPr lang="en-US" dirty="0"/>
            </a:br>
            <a:r>
              <a:rPr lang="en-US" dirty="0"/>
              <a:t>“Only take ownership when you are truly ready to </a:t>
            </a:r>
            <a:r>
              <a:rPr lang="en-US" b="1" dirty="0"/>
              <a:t>own the delivery end-to-end</a:t>
            </a:r>
            <a:r>
              <a:rPr lang="en-US" dirty="0"/>
              <a:t>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053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“I’ll be very straightforward here.”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“You know your stuff. That is not the issue.”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“The issue is </a:t>
            </a:r>
            <a:r>
              <a:rPr lang="en-US" b="1" dirty="0"/>
              <a:t>cutting people off in meetings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“When someone is explaining and gets interrupted, the flow breaks.”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“From now on — listen fully, summarize in one line, then respond.”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“This one change will improve your impact immediately.”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7729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is being discussed because you are not a junior anymore.”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“People observe seniors and copy behavior.”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“If you stay calm and structured, the team stays calm.”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“That’s why this matters.”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968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“You are expected to be a </a:t>
            </a:r>
            <a:r>
              <a:rPr lang="en-US" b="1" dirty="0"/>
              <a:t>stable point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“When Harmandeep or others need guidance, you help.”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“When mocks happen, feedback should be clear and written.”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“Consistency matters more than brilliance here.”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936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“Harmandeep, now coming to you.”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7054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“You have good energy. That’s clear.”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“But one issue is — </a:t>
            </a:r>
            <a:r>
              <a:rPr lang="en-US" b="1" dirty="0"/>
              <a:t>before finishing one thing, you start another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“This creates half-done work.”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“Half-done work gives stress and confusion later.”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2523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“So the rule is simple.”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“Maximum two active tasks at a time.”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“Finish one properly, then move to the next.”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“This is not slowing you down. This actually makes learning stable.”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5358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 topic is done only when everything is done.”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“Notes. Labs. Qubits. Questions. DSR reflection.”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“If any one is missing, the topic is not done.”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“This removes confusion during exams and delivery.”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3132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“Patience is important here.”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“Finishing properly today saves panic tomorrow.”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“If something is unclear, say it early.”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“Direct communication is always better than silent stress.”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9330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“Coming back to common points.”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5069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 batch goes live unless preparation is complete.”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“Course done. Practice done. Certification aligned.”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“These rules protect you as much as they protect delivery quality.”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7258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822C-0788-C7DF-7359-08FD46085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51DFF-C69B-6315-56A6-0FD477B3F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47126-5258-5DA1-8772-0E4731F13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“Now let’s talk about </a:t>
            </a:r>
            <a:r>
              <a:rPr lang="en-US" b="1" dirty="0"/>
              <a:t>DSR</a:t>
            </a:r>
            <a:r>
              <a:rPr lang="en-US" dirty="0"/>
              <a:t>, and I want everyone to look at this example carefully.”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“This is the </a:t>
            </a:r>
            <a:r>
              <a:rPr lang="en-US" b="1" dirty="0"/>
              <a:t>exact format</a:t>
            </a:r>
            <a:r>
              <a:rPr lang="en-US" dirty="0"/>
              <a:t> you must follow. Nothing extra. Nothing missing.”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“You start with the </a:t>
            </a:r>
            <a:r>
              <a:rPr lang="en-US" b="1" dirty="0"/>
              <a:t>date</a:t>
            </a:r>
            <a:r>
              <a:rPr lang="en-US" dirty="0"/>
              <a:t>. Then clearly mention the </a:t>
            </a:r>
            <a:r>
              <a:rPr lang="en-US" b="1" dirty="0"/>
              <a:t>task name</a:t>
            </a:r>
            <a:r>
              <a:rPr lang="en-US" dirty="0"/>
              <a:t>, like </a:t>
            </a:r>
            <a:r>
              <a:rPr lang="en-US" i="1" dirty="0"/>
              <a:t>Bootcamp with SQL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“Under </a:t>
            </a:r>
            <a:r>
              <a:rPr lang="en-US" b="1" dirty="0"/>
              <a:t>Topics covered</a:t>
            </a:r>
            <a:r>
              <a:rPr lang="en-US" dirty="0"/>
              <a:t>, mention the </a:t>
            </a:r>
            <a:r>
              <a:rPr lang="en-US" b="1" dirty="0"/>
              <a:t>module name first</a:t>
            </a:r>
            <a:r>
              <a:rPr lang="en-US" dirty="0"/>
              <a:t>, and then list the subtopics clearly — introduction, joins, exercises, solutions — exactly like this.”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“This helps us understand </a:t>
            </a:r>
            <a:r>
              <a:rPr lang="en-US" b="1" dirty="0"/>
              <a:t>what you actually worked on</a:t>
            </a:r>
            <a:r>
              <a:rPr lang="en-US" dirty="0"/>
              <a:t>, not just that you were busy.”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“Then clearly mention whether </a:t>
            </a:r>
            <a:r>
              <a:rPr lang="en-US" b="1" dirty="0"/>
              <a:t>labs were covered</a:t>
            </a:r>
            <a:r>
              <a:rPr lang="en-US" dirty="0"/>
              <a:t> — yes or no.</a:t>
            </a:r>
            <a:br>
              <a:rPr lang="en-US" dirty="0"/>
            </a:br>
            <a:r>
              <a:rPr lang="en-US" dirty="0"/>
              <a:t>Same for </a:t>
            </a:r>
            <a:r>
              <a:rPr lang="en-US" b="1" dirty="0"/>
              <a:t>Qubits attempted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“Mention the </a:t>
            </a:r>
            <a:r>
              <a:rPr lang="en-US" b="1" dirty="0"/>
              <a:t>number of questions attempted</a:t>
            </a:r>
            <a:r>
              <a:rPr lang="en-US" dirty="0"/>
              <a:t>. If it is zero, write zero. Do not leave it blank.”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“Under </a:t>
            </a:r>
            <a:r>
              <a:rPr lang="en-US" b="1" dirty="0"/>
              <a:t>Challenges</a:t>
            </a:r>
            <a:r>
              <a:rPr lang="en-US" dirty="0"/>
              <a:t>, write </a:t>
            </a:r>
            <a:r>
              <a:rPr lang="en-US" i="1" dirty="0"/>
              <a:t>No</a:t>
            </a:r>
            <a:r>
              <a:rPr lang="en-US" dirty="0"/>
              <a:t> if there are none. If there is a challenge, mention it briefly and clearly.”</a:t>
            </a:r>
          </a:p>
          <a:p>
            <a:r>
              <a:rPr lang="en-US" dirty="0"/>
              <a:t>(pause, firm)</a:t>
            </a:r>
            <a:br>
              <a:rPr lang="en-US" dirty="0"/>
            </a:br>
            <a:r>
              <a:rPr lang="en-US" dirty="0"/>
              <a:t>“Now the most important rule.”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“There must be </a:t>
            </a:r>
            <a:r>
              <a:rPr lang="en-US" b="1" dirty="0"/>
              <a:t>one single email thread only</a:t>
            </a:r>
            <a:r>
              <a:rPr lang="en-US" dirty="0"/>
              <a:t>, with the subject line exactly like this:</a:t>
            </a:r>
            <a:br>
              <a:rPr lang="en-US" dirty="0"/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Re: Daily Status Report-dd/mm/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yyyy</a:t>
            </a:r>
            <a:r>
              <a:rPr lang="en-US" dirty="0"/>
              <a:t>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“In that email trail, there should be </a:t>
            </a:r>
            <a:r>
              <a:rPr lang="en-US" b="1" dirty="0"/>
              <a:t>only the DSR</a:t>
            </a:r>
            <a:r>
              <a:rPr lang="en-US" dirty="0"/>
              <a:t>. Nothing else.”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“Either I or </a:t>
            </a:r>
            <a:r>
              <a:rPr lang="en-US" b="1" dirty="0"/>
              <a:t>Gaurav Sir</a:t>
            </a:r>
            <a:r>
              <a:rPr lang="en-US" dirty="0"/>
              <a:t> may ask questions related to the DSR in the </a:t>
            </a:r>
            <a:r>
              <a:rPr lang="en-US" b="1" dirty="0"/>
              <a:t>same email thread</a:t>
            </a:r>
            <a:r>
              <a:rPr lang="en-US" dirty="0"/>
              <a:t>, so keep it clean and consistent.”</a:t>
            </a:r>
          </a:p>
          <a:p>
            <a:r>
              <a:rPr lang="en-US" dirty="0"/>
              <a:t>(pause, close clearly)</a:t>
            </a:r>
            <a:br>
              <a:rPr lang="en-US" dirty="0"/>
            </a:br>
            <a:r>
              <a:rPr lang="en-US" dirty="0"/>
              <a:t>“Follow the format exactly. Every day. No deviation.”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70AAC-4D05-4A34-804A-2CB85D702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1245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185C-5822-16E1-9D6E-57E1E4B70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0CEDA9-F579-2914-0457-E32FB9D86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92900-1094-136D-973A-4A4DE2FC1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“Now let’s talk about </a:t>
            </a:r>
            <a:r>
              <a:rPr lang="en-US" b="1" dirty="0"/>
              <a:t>BRR — Batch Readiness Report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“This report must be sent </a:t>
            </a:r>
            <a:r>
              <a:rPr lang="en-US" b="1" dirty="0"/>
              <a:t>by Thursday before 1 PM</a:t>
            </a:r>
            <a:r>
              <a:rPr lang="en-US" dirty="0"/>
              <a:t>. The timing is important.”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“The purpose of BRR is very simple —</a:t>
            </a:r>
            <a:br>
              <a:rPr lang="en-US" dirty="0"/>
            </a:br>
            <a:r>
              <a:rPr lang="en-US" dirty="0"/>
              <a:t>to understand </a:t>
            </a:r>
            <a:r>
              <a:rPr lang="en-US" b="1" dirty="0"/>
              <a:t>how ready you are for the upcoming batch</a:t>
            </a:r>
            <a:r>
              <a:rPr lang="en-US" dirty="0"/>
              <a:t>, before the batch actually starts.”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“Look at this example carefully.”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“You must clearly mention the </a:t>
            </a:r>
            <a:r>
              <a:rPr lang="en-US" b="1" dirty="0"/>
              <a:t>assignment ID</a:t>
            </a:r>
            <a:r>
              <a:rPr lang="en-US" dirty="0"/>
              <a:t> and </a:t>
            </a:r>
            <a:r>
              <a:rPr lang="en-US" b="1" dirty="0"/>
              <a:t>course name</a:t>
            </a:r>
            <a:r>
              <a:rPr lang="en-US" dirty="0"/>
              <a:t>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“Then mention your </a:t>
            </a:r>
            <a:r>
              <a:rPr lang="en-US" b="1" dirty="0"/>
              <a:t>Qubits question count</a:t>
            </a:r>
            <a:r>
              <a:rPr lang="en-US" dirty="0"/>
              <a:t> and </a:t>
            </a:r>
            <a:r>
              <a:rPr lang="en-US" b="1" dirty="0"/>
              <a:t>Qubits score</a:t>
            </a:r>
            <a:r>
              <a:rPr lang="en-US" dirty="0"/>
              <a:t>. This gives us a quick view of concept coverage and confidence.”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“Mention whether your </a:t>
            </a:r>
            <a:r>
              <a:rPr lang="en-US" b="1" dirty="0"/>
              <a:t>PPT and courseware</a:t>
            </a:r>
            <a:r>
              <a:rPr lang="en-US" dirty="0"/>
              <a:t> are standard or custom, and clearly state the </a:t>
            </a:r>
            <a:r>
              <a:rPr lang="en-US" b="1" dirty="0"/>
              <a:t>lab setup</a:t>
            </a:r>
            <a:r>
              <a:rPr lang="en-US" dirty="0"/>
              <a:t> you are using.”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“Most importantly, the </a:t>
            </a:r>
            <a:r>
              <a:rPr lang="en-US" b="1" dirty="0"/>
              <a:t>visible challenge</a:t>
            </a:r>
            <a:r>
              <a:rPr lang="en-US" dirty="0"/>
              <a:t> section.”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“This is where you honestly mention gaps —</a:t>
            </a:r>
            <a:br>
              <a:rPr lang="en-US" dirty="0"/>
            </a:br>
            <a:r>
              <a:rPr lang="en-US" dirty="0"/>
              <a:t>maybe pace of communication, lab confidence, or concept depth.”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“This is </a:t>
            </a:r>
            <a:r>
              <a:rPr lang="en-US" b="1" dirty="0"/>
              <a:t>not a weakness</a:t>
            </a:r>
            <a:r>
              <a:rPr lang="en-US" dirty="0"/>
              <a:t>. This is what helps us step in early and support you.”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“If BRR comes late, or is incomplete, we lose the window to help.”</a:t>
            </a:r>
          </a:p>
          <a:p>
            <a:r>
              <a:rPr lang="en-US" dirty="0"/>
              <a:t>(pause, firm close)</a:t>
            </a:r>
            <a:br>
              <a:rPr lang="en-US" dirty="0"/>
            </a:br>
            <a:r>
              <a:rPr lang="en-US" dirty="0"/>
              <a:t>“So remember — BRR by </a:t>
            </a:r>
            <a:r>
              <a:rPr lang="en-US" b="1" dirty="0"/>
              <a:t>Thursday, before 1 PM</a:t>
            </a:r>
            <a:r>
              <a:rPr lang="en-US" dirty="0"/>
              <a:t>, in the same clean format, pasted in the email body.</a:t>
            </a:r>
            <a:br>
              <a:rPr lang="en-US" dirty="0"/>
            </a:br>
            <a:r>
              <a:rPr lang="en-US" dirty="0"/>
              <a:t>This helps us fix readiness issues </a:t>
            </a:r>
            <a:r>
              <a:rPr lang="en-US" i="1" dirty="0"/>
              <a:t>before</a:t>
            </a:r>
            <a:r>
              <a:rPr lang="en-US" dirty="0"/>
              <a:t> they become batch problems.”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803EE-97BE-91D5-A847-AADA1770A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442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 politics. No back-channel influence.”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“If something is wrong, talk directly.”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“As long as we work together, rules apply.”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1837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summarize in simple words…”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“Work with structure. Communicate clearly. Use tools. Finish what you start. Ask for help early.”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“If you do this, work becomes manageable, not stressful.”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992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“We end with action.”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“Single DSR thread. Daily planning. Apply feedback immediately. Raise issues early.”</a:t>
            </a:r>
          </a:p>
          <a:p>
            <a:r>
              <a:rPr lang="en-US" dirty="0"/>
              <a:t>(lower pitch)</a:t>
            </a:r>
            <a:br>
              <a:rPr lang="en-US" dirty="0"/>
            </a:br>
            <a:r>
              <a:rPr lang="en-US" dirty="0"/>
              <a:t>“January should be clean. That’s the goal.”</a:t>
            </a:r>
          </a:p>
          <a:p>
            <a:r>
              <a:rPr lang="en-US" dirty="0"/>
              <a:t>(pause)</a:t>
            </a:r>
            <a:br>
              <a:rPr lang="en-US" dirty="0"/>
            </a:br>
            <a:r>
              <a:rPr lang="en-US" dirty="0"/>
              <a:t>“Alright. Any doubts before we close?”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FD0AC-1D83-439F-81CA-D5F22E304F89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634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CD08-0E17-7870-47F8-199D33069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F4562-A470-07DD-5299-8BFF12BC2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7B259-2597-7B8F-19EB-52432E50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CBF67-A85F-1D37-3D88-0806E4196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F9FFC-B71B-3E05-4A1A-BAC62635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241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AFCF8-9069-39E5-828A-4D9BFDA0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4D8E7-A943-6663-C1D0-B1D40A483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3A5A1-1DBA-733D-F1C9-CB043D2E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FC4E4-0C76-A9D0-2C1F-A7CE6AE04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C3F3E-EDC4-F0B6-8F08-FB9B6E18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95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55060-485C-50FC-C529-43F0C9404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45094-76C7-0D33-411E-33F645435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2BD88-89B7-699E-3EF6-316D20DC5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9225A-A4FE-E99B-267C-0671750F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C6592-6366-DBB6-E455-9B352421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4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E39F-0974-C225-FBAE-F2CCC31AD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11AC7-9B09-F6F2-B8AF-107B5EEF6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A3E39-B294-282E-3FB0-CAFF06C91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3C2D5-A11B-A96C-F8D7-1C6ED5FAA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03A9D-2932-BD38-D538-CBC4E455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CBC4B-888A-6493-F1BF-F801C708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18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BAAD-72A6-0E2B-C015-FEB726B0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CD689-3CCA-D208-D201-349533EDA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2DF6E-0713-901B-006B-1ACC056E1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91B91-FC65-B307-41D8-4FCE26A4D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28395-0DE3-FEC8-AFDB-34FF08E42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52FDA5-870F-9AFE-5ACE-32C77B1D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5A1007-F171-D1EE-B84F-E844EE9D6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095BD-9576-8F0D-EFA3-D5EF2E9D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581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6D55-26C9-61EF-646F-CF9B92672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070E7-479A-BF10-00D1-E709937DA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D3E70-5741-F240-DAE4-C359F462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AB97F-FC0A-7531-77D8-EFF9E0BC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49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D10962-8220-62B2-8190-E037E965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3D0D3-FFD9-0934-B8EC-440852FB8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E6B4E-0133-19A7-2831-640E164B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B1D3C-7D4F-CB00-31C7-7C820AD5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3DC8F-9CFA-3FD1-3456-EA80C7C39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7389E-BFB2-932A-D7FC-1F41D936A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3C5B1-A4A1-CDB7-3AAC-03839582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A2C7E-D126-3228-CFB6-E5CB679C0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94A93-49F4-EEEC-5EF8-96BDAB5E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58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3890-5444-4B5D-D61D-E2FA9DC33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5260C-18CF-A67E-D507-E491A7C1E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86281-C65D-5690-7CAF-8289408E5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9B082-759C-A86E-5F7C-DB600871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26CD8-97F7-38CB-6992-E9BE94FB3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073E8-9358-29A9-1037-8D115847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246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95D81-D888-678E-BF15-DECA1EFC1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01E39-AABF-35ED-C120-7519C2386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7B889-7A7A-1703-16A3-1EB898830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CA911-1700-D663-9879-FEFF0073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4BC31-A461-DB83-D89D-D840414A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18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7A9C53-8BED-37F0-CD70-7A37CFA043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0DD14-6A09-3BDD-689E-6CE53CBDF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F27B9-C598-26CC-74F0-C911EFC0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7DFAA-EF67-719F-8C85-CD8D9AEAB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BBEE8-FED0-1453-D59A-3209D2103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094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6E62-C139-64EB-E337-6156AB8BD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0161F-00F9-40EB-D31B-0978BFE7A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66ED8-51A6-7D0B-A178-B5F6A376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92F7B-B057-7039-B1C5-E7650515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44B06-33AB-522B-509D-00E5080C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28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C43DC8-9735-D0D1-2609-720E6CEA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E85D3-FB4F-320F-4574-465E87C8C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D2994-E391-4408-7BBB-79A8C8E1A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00F19-58BF-47B8-8A47-3FF6F7FBE66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8A904-7A92-CF76-6430-CBF25AFAA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BA27-0F1B-0500-6F55-CB6F30426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EE6D5D-A626-482F-9ECE-EE4108BF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20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8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0.xml"/><Relationship Id="rId3" Type="http://schemas.openxmlformats.org/officeDocument/2006/relationships/image" Target="../media/image37.jpeg"/><Relationship Id="rId7" Type="http://schemas.openxmlformats.org/officeDocument/2006/relationships/diagramColors" Target="../diagrams/colors2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0.xml"/><Relationship Id="rId5" Type="http://schemas.openxmlformats.org/officeDocument/2006/relationships/diagramLayout" Target="../diagrams/layout20.xml"/><Relationship Id="rId4" Type="http://schemas.openxmlformats.org/officeDocument/2006/relationships/diagramData" Target="../diagrams/data20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3" Type="http://schemas.openxmlformats.org/officeDocument/2006/relationships/image" Target="../media/image87.jpeg"/><Relationship Id="rId7" Type="http://schemas.openxmlformats.org/officeDocument/2006/relationships/diagramColors" Target="../diagrams/colors2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1.xml"/><Relationship Id="rId5" Type="http://schemas.openxmlformats.org/officeDocument/2006/relationships/diagramLayout" Target="../diagrams/layout21.xml"/><Relationship Id="rId4" Type="http://schemas.openxmlformats.org/officeDocument/2006/relationships/diagramData" Target="../diagrams/data21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3" Type="http://schemas.openxmlformats.org/officeDocument/2006/relationships/image" Target="../media/image88.jpeg"/><Relationship Id="rId7" Type="http://schemas.openxmlformats.org/officeDocument/2006/relationships/diagramColors" Target="../diagrams/colors2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2.xml"/><Relationship Id="rId5" Type="http://schemas.openxmlformats.org/officeDocument/2006/relationships/diagramLayout" Target="../diagrams/layout22.xml"/><Relationship Id="rId4" Type="http://schemas.openxmlformats.org/officeDocument/2006/relationships/diagramData" Target="../diagrams/data22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image" Target="../media/image89.jpeg"/><Relationship Id="rId7" Type="http://schemas.openxmlformats.org/officeDocument/2006/relationships/diagramColors" Target="../diagrams/colors2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3" Type="http://schemas.openxmlformats.org/officeDocument/2006/relationships/image" Target="../media/image104.jpeg"/><Relationship Id="rId7" Type="http://schemas.openxmlformats.org/officeDocument/2006/relationships/diagramColors" Target="../diagrams/colors27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7.xml"/><Relationship Id="rId5" Type="http://schemas.openxmlformats.org/officeDocument/2006/relationships/diagramLayout" Target="../diagrams/layout27.xml"/><Relationship Id="rId4" Type="http://schemas.openxmlformats.org/officeDocument/2006/relationships/diagramData" Target="../diagrams/data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22737" r="-22737"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3" name="Freeform 3"/>
          <p:cNvSpPr/>
          <p:nvPr/>
        </p:nvSpPr>
        <p:spPr>
          <a:xfrm>
            <a:off x="4985476" y="2394943"/>
            <a:ext cx="6520724" cy="4140660"/>
          </a:xfrm>
          <a:custGeom>
            <a:avLst/>
            <a:gdLst/>
            <a:ahLst/>
            <a:cxnLst/>
            <a:rect l="l" t="t" r="r" b="b"/>
            <a:pathLst>
              <a:path w="9781086" h="6210990">
                <a:moveTo>
                  <a:pt x="0" y="0"/>
                </a:moveTo>
                <a:lnTo>
                  <a:pt x="9781086" y="0"/>
                </a:lnTo>
                <a:lnTo>
                  <a:pt x="9781086" y="6210989"/>
                </a:lnTo>
                <a:lnTo>
                  <a:pt x="0" y="62109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4" name="TextBox 4"/>
          <p:cNvSpPr txBox="1"/>
          <p:nvPr/>
        </p:nvSpPr>
        <p:spPr>
          <a:xfrm>
            <a:off x="685800" y="847855"/>
            <a:ext cx="6623705" cy="132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261"/>
              </a:lnSpc>
            </a:pPr>
            <a:r>
              <a:rPr lang="en-US" sz="8696">
                <a:solidFill>
                  <a:srgbClr val="3036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Huddle Meet</a:t>
            </a:r>
          </a:p>
        </p:txBody>
      </p:sp>
      <p:sp>
        <p:nvSpPr>
          <p:cNvPr id="5" name="Freeform 5"/>
          <p:cNvSpPr/>
          <p:nvPr/>
        </p:nvSpPr>
        <p:spPr>
          <a:xfrm rot="2357269">
            <a:off x="727252" y="5368845"/>
            <a:ext cx="1062364" cy="936209"/>
          </a:xfrm>
          <a:custGeom>
            <a:avLst/>
            <a:gdLst/>
            <a:ahLst/>
            <a:cxnLst/>
            <a:rect l="l" t="t" r="r" b="b"/>
            <a:pathLst>
              <a:path w="1593546" h="1404313">
                <a:moveTo>
                  <a:pt x="0" y="0"/>
                </a:moveTo>
                <a:lnTo>
                  <a:pt x="1593546" y="0"/>
                </a:lnTo>
                <a:lnTo>
                  <a:pt x="1593546" y="1404313"/>
                </a:lnTo>
                <a:lnTo>
                  <a:pt x="0" y="1404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6" name="Freeform 6"/>
          <p:cNvSpPr/>
          <p:nvPr/>
        </p:nvSpPr>
        <p:spPr>
          <a:xfrm>
            <a:off x="9658059" y="685801"/>
            <a:ext cx="1848141" cy="1609847"/>
          </a:xfrm>
          <a:custGeom>
            <a:avLst/>
            <a:gdLst/>
            <a:ahLst/>
            <a:cxnLst/>
            <a:rect l="l" t="t" r="r" b="b"/>
            <a:pathLst>
              <a:path w="2772212" h="2414771">
                <a:moveTo>
                  <a:pt x="0" y="0"/>
                </a:moveTo>
                <a:lnTo>
                  <a:pt x="2772212" y="0"/>
                </a:lnTo>
                <a:lnTo>
                  <a:pt x="2772212" y="2414771"/>
                </a:lnTo>
                <a:lnTo>
                  <a:pt x="0" y="24147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7" name="TextBox 7"/>
          <p:cNvSpPr txBox="1"/>
          <p:nvPr/>
        </p:nvSpPr>
        <p:spPr>
          <a:xfrm>
            <a:off x="2045583" y="5509501"/>
            <a:ext cx="2069217" cy="572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b="1" dirty="0" err="1">
                <a:solidFill>
                  <a:srgbClr val="3036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SkillSync</a:t>
            </a:r>
            <a:endParaRPr lang="en-US" sz="3466" b="1" dirty="0">
              <a:solidFill>
                <a:srgbClr val="30364E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F1D412-BB13-E752-CE37-FC6E1F4A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7200" dirty="0"/>
              <a:t>Session Purpose</a:t>
            </a:r>
            <a:endParaRPr lang="en-US" sz="6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7151E-2C40-DBA9-116B-B081B80F1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150424" y="1591484"/>
            <a:ext cx="354809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70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F899A258-B269-979F-D40F-2EC6DD91B9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2333319"/>
              </p:ext>
            </p:extLst>
          </p:nvPr>
        </p:nvGraphicFramePr>
        <p:xfrm>
          <a:off x="1188062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195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46225-9585-386E-2ACB-89571BA14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5343A88F-732D-21FB-394A-32B365F84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3A36E-EEEA-EBE0-A184-4BD4BFB4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Team Working Principles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34380-705D-F410-67EF-CFFA3F339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150424" y="1591484"/>
            <a:ext cx="354809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3DB2E84-8F1B-DAE0-E256-2DEA8192F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70" name="Graphic 11">
              <a:extLst>
                <a:ext uri="{FF2B5EF4-FFF2-40B4-BE49-F238E27FC236}">
                  <a16:creationId xmlns:a16="http://schemas.microsoft.com/office/drawing/2014/main" id="{F6F6AA25-E703-F4A7-D33E-45357C9AF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Graphic 10">
              <a:extLst>
                <a:ext uri="{FF2B5EF4-FFF2-40B4-BE49-F238E27FC236}">
                  <a16:creationId xmlns:a16="http://schemas.microsoft.com/office/drawing/2014/main" id="{42546DC2-E727-D815-D71A-2A350E387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Graphic 12">
              <a:extLst>
                <a:ext uri="{FF2B5EF4-FFF2-40B4-BE49-F238E27FC236}">
                  <a16:creationId xmlns:a16="http://schemas.microsoft.com/office/drawing/2014/main" id="{5592677D-35D4-6493-9ADF-E8029C3975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539A009-18C2-B660-905F-60B55455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B029B91B-8930-6EBA-738C-3CEB50D7BD69}"/>
              </a:ext>
            </a:extLst>
          </p:cNvPr>
          <p:cNvGraphicFramePr/>
          <p:nvPr/>
        </p:nvGraphicFramePr>
        <p:xfrm>
          <a:off x="1188062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4576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8024F-68F0-E59F-A81E-DE7DA27E6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Primary Time Zone</a:t>
            </a:r>
          </a:p>
        </p:txBody>
      </p:sp>
      <p:sp>
        <p:nvSpPr>
          <p:cNvPr id="57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D854A-3FEE-749F-088A-D4678847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51" name="Text Placeholder 2">
            <a:extLst>
              <a:ext uri="{FF2B5EF4-FFF2-40B4-BE49-F238E27FC236}">
                <a16:creationId xmlns:a16="http://schemas.microsoft.com/office/drawing/2014/main" id="{C8ED7F09-8604-9EEC-A3FC-DE0CEC9BAF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1601014"/>
              </p:ext>
            </p:extLst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4845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B9AD3C-2FCA-20C0-8224-649182EBD44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476" b="973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300FED-2C31-5A2F-7823-2A5C258C3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Daily Work Structure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A9D288-35E9-9F7E-A27D-FDA8DF981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D7BF89E7-15EB-3F29-0FF7-AA3CC41828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75209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52567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2B389-1177-0F6B-FF11-1A4EC3F8A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Workday Discipline &amp; Learning Responsibility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F6611-D7F1-520B-F048-82345993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65994335-332C-C1B9-125D-07106FFE82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1157570"/>
              </p:ext>
            </p:extLst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123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EFD33-4734-EEBB-9CB4-E01F82043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HR Sessions &amp; Organisational Commitments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4C6B9-0BEF-353C-9BEC-1F1E52689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DCEF200C-53EA-3786-AF5D-2F4B7FA9FF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695705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518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47292-0281-7611-876F-EACAF3D6E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Delivery Readiness &amp; TBT Rules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5F0F8-73E7-A35D-E2F3-2A87E42D6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95839D5D-EED9-60E2-4494-1ABFD9F0D6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838875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6090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240BA-880E-CFA3-AD2C-75C5F96C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Meeting Discipline &amp; Course Ownership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82439-FB40-6B1C-46FE-DD12A62B9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B42409E1-2513-8E51-D0B3-F4009CA329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570600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2644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4BA04C-032E-AF69-E437-309EA2D020B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055" b="1067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82F7C7-858B-B88E-E37F-97750DB78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Leave Planning &amp; Availability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5DBAE-AC63-7595-F970-98A4BEA2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5B47EE62-AE97-65FF-7D3E-664E688F3E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18286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0750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3864DF-386A-9CEC-D8DA-7EF18ADEEFD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279" b="104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E58981-8F09-1712-0D7A-F03A5737A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Responsiveness &amp; Availability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7B9D8-F397-ED67-375F-295B8A98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29BB58A1-83FE-BF21-69AF-8BA7794C8E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26311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86232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FD9660-E354-926A-C484-BBD19CEF151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67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619B3-8F70-320F-262C-5B1A59CF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Utilization &amp; Work-Hour Flexibility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D8AF8-EE84-7FDD-0F6D-BE141AFF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918068D6-7C6E-72F9-E13A-3A04DD91D5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41398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9978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F962-7DA2-ADA4-A3E5-D389953F3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Official Communication &amp; Reporting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F1FF6-7B96-A185-4267-55016653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73C01A80-4B90-55BD-35D6-E332C54F453D}"/>
              </a:ext>
            </a:extLst>
          </p:cNvPr>
          <p:cNvGraphicFramePr/>
          <p:nvPr/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21D475F-7954-696D-022D-EF9FEC939996}"/>
              </a:ext>
            </a:extLst>
          </p:cNvPr>
          <p:cNvSpPr txBox="1">
            <a:spLocks/>
          </p:cNvSpPr>
          <p:nvPr/>
        </p:nvSpPr>
        <p:spPr>
          <a:xfrm>
            <a:off x="644056" y="1041928"/>
            <a:ext cx="9356106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8000" dirty="0"/>
              <a:t>Official Communication &amp; Reporting</a:t>
            </a:r>
          </a:p>
        </p:txBody>
      </p:sp>
    </p:spTree>
    <p:extLst>
      <p:ext uri="{BB962C8B-B14F-4D97-AF65-F5344CB8AC3E}">
        <p14:creationId xmlns:p14="http://schemas.microsoft.com/office/powerpoint/2010/main" val="3025221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C220A-598B-698D-DF20-AF19FBFBD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Availability Rules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A98D0-F154-CC53-C1E8-D40D32A97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150424" y="1591484"/>
            <a:ext cx="354809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2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A213F46B-2AA2-6DC9-8228-5F9D0B5FB3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6311208"/>
              </p:ext>
            </p:extLst>
          </p:nvPr>
        </p:nvGraphicFramePr>
        <p:xfrm>
          <a:off x="1188062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06507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CB1B1-7B6F-E82D-F69C-8DC2CC0CD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Communication and Escalation Rules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9FFB7A-D6DD-B68A-1214-6D2410F48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32040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23F50B9F-0765-F2B7-DA53-7D1CD35E6F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103342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6303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44C27-BCF1-98B7-C22D-79E2F0198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Communication Alignment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35F170-CA4B-1332-59DE-0678E84A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24" name="Text Placeholder 2">
            <a:extLst>
              <a:ext uri="{FF2B5EF4-FFF2-40B4-BE49-F238E27FC236}">
                <a16:creationId xmlns:a16="http://schemas.microsoft.com/office/drawing/2014/main" id="{E1D74C41-058E-98BA-2300-A8573DDD70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889255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36998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F1B7E-A12C-7141-5BEF-F7ABFE28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of AI and Tools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01134-9AFF-734B-11C1-B5E9CAF6B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F204BD86-FFF2-EA28-E481-3D30E06C7D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643941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5252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66AF0-10AE-499A-11B8-018393CE3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Help Needed</a:t>
            </a:r>
            <a:b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Emails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9AB12-4884-8D9E-2932-3C5BCC0BD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38" y="877654"/>
            <a:ext cx="7608304" cy="517364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45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CDD29-20A1-6454-212D-4FDEBAEB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ABHINAV – INDIVIDUAL DISCUSSION</a:t>
            </a:r>
          </a:p>
        </p:txBody>
      </p:sp>
      <p:sp>
        <p:nvSpPr>
          <p:cNvPr id="1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D2142-3304-9BF8-B39A-35B447223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1358" y="6133916"/>
            <a:ext cx="363392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</p:spTree>
    <p:extLst>
      <p:ext uri="{BB962C8B-B14F-4D97-AF65-F5344CB8AC3E}">
        <p14:creationId xmlns:p14="http://schemas.microsoft.com/office/powerpoint/2010/main" val="330528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D8F7-3187-5B56-E069-4293BCDE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Behavioral Focus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D3E23-B01F-1317-62F4-90EAE9F7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SkillEdge | January 2026 | Manager: Aishwar</a:t>
            </a:r>
            <a:endParaRPr lang="en-IN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2B93C69B-5592-8173-76CB-B7C82EF9594F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2641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3AD05-74C8-0F46-B9F6-171BFFB8E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 for Discussion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121836-04A0-2F6D-F18A-C96B29A2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CA84849B-4077-FFE9-A4AA-2377B186B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60185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66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F1F9F-1088-65D0-5734-191B66371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Role Expectations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66B74-A0C1-CA24-08A2-FEA3CAB0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20" name="Text Placeholder 2">
            <a:extLst>
              <a:ext uri="{FF2B5EF4-FFF2-40B4-BE49-F238E27FC236}">
                <a16:creationId xmlns:a16="http://schemas.microsoft.com/office/drawing/2014/main" id="{BC71A62F-2CCF-3A07-F7B5-5920CB2190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735930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0945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9F8B5-928B-07AF-AF5C-B8561558D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HARMAN – INDIVIDUAL DISCUSSION</a:t>
            </a:r>
          </a:p>
        </p:txBody>
      </p:sp>
      <p:sp>
        <p:nvSpPr>
          <p:cNvPr id="24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93607-B739-F65A-1AF6-A5392C6E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1358" y="6133916"/>
            <a:ext cx="363392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</p:spTree>
    <p:extLst>
      <p:ext uri="{BB962C8B-B14F-4D97-AF65-F5344CB8AC3E}">
        <p14:creationId xmlns:p14="http://schemas.microsoft.com/office/powerpoint/2010/main" val="3969415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B8F552-EDF1-1182-3437-822C65A6DA1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67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6EC3D-E38B-4A6C-A523-7C9BCE2F0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Observed Challenges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94531-09B7-A324-A231-8124B8541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09C9AEC1-3581-6CD5-5809-2564985298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50194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63281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25AF21-4FE5-6A9E-2387-61C168D63DB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850839-F4CE-BB18-8537-4BD32221B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Corrective Framework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C3071-F96C-0B8D-9DC4-7D99DA5F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E95FC41E-E4D5-780D-2C9E-02FB621DBE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86535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4385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BB7E73-5A41-8F5B-263A-0A159E09BE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444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DAFA4-A170-1E92-886B-A9EE2DEFD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Definition of Done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BE366-14DC-B660-296A-9C5F033A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00402B53-5DAA-2C5C-4E74-4988496E6B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1971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46944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987A4F-C745-F512-8A35-2EFFD7CFDE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CF317-6B92-BC80-4E7A-214B2105F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Behavioral Guidance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8DA14-0072-6EF4-89F7-707ACCAC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9EC5CAEE-D711-7091-9266-AF195F3EF3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17972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01678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3BAE5-340D-9B46-FC2B-BDE0F87C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529" y="2085788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COMMON DISCUSSION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B428A-9467-6304-795A-01C4DA2C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700784" y="324612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7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</p:spTree>
    <p:extLst>
      <p:ext uri="{BB962C8B-B14F-4D97-AF65-F5344CB8AC3E}">
        <p14:creationId xmlns:p14="http://schemas.microsoft.com/office/powerpoint/2010/main" val="395795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C6A19-5D2D-43C2-908E-CEB259674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Batch Readiness Rules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D0AA58-0582-590E-30DE-97A5873D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67E9EAD2-8EFF-4232-323D-B1D7C78C36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942744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6343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8918A-9E2A-3A7D-E865-04AC220B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5C4DA-5A03-802C-7045-A1CEFFF2B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DSR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672F8F-71B0-B0E3-3F25-9CB110921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492" y="1275183"/>
            <a:ext cx="5536001" cy="42488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52A68-4DF1-90B9-6354-EFEB1AB2A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3809" y="6492240"/>
            <a:ext cx="376576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</p:spTree>
    <p:extLst>
      <p:ext uri="{BB962C8B-B14F-4D97-AF65-F5344CB8AC3E}">
        <p14:creationId xmlns:p14="http://schemas.microsoft.com/office/powerpoint/2010/main" val="1522832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A84C1-BAE4-EF11-F567-CF3F052DF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9A342-4B34-20F0-6328-FD1908A9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BRR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7B126-2A8B-12C7-D0DB-3E4935337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492" y="1413583"/>
            <a:ext cx="5536001" cy="397208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C1301-1A62-1B85-8ED7-9A861828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3809" y="6492240"/>
            <a:ext cx="376576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</p:spTree>
    <p:extLst>
      <p:ext uri="{BB962C8B-B14F-4D97-AF65-F5344CB8AC3E}">
        <p14:creationId xmlns:p14="http://schemas.microsoft.com/office/powerpoint/2010/main" val="1338925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1CE9A9-AAEE-E02E-E883-D88F59B62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Culture and Boundaries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B4E54-5EC0-85FE-86FE-9D865055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52AD9912-A755-5ED9-30F0-7A97368248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01631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40447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B8536-92A8-DD0F-EA5C-1C3789A4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Takeaways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A4D61-C3F6-5B8C-C27B-307635FB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E1EDC011-DE8A-8CE6-36F5-FE8191E5C5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906705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179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943CE8-5E80-A9B8-6609-9855A123A8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FE2CC7-37C3-F091-0EDC-60B04D696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Action Items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738E7-32DC-CD1C-9636-8C3E3F400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SkillEdge | January 2026 | Manager: Aishwar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592707DA-13A4-C20F-1F18-C6B643C0C8F3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37934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3549</Words>
  <Application>Microsoft Office PowerPoint</Application>
  <PresentationFormat>Widescreen</PresentationFormat>
  <Paragraphs>331</Paragraphs>
  <Slides>34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Canva Sans Bold</vt:lpstr>
      <vt:lpstr>DM Serif Display</vt:lpstr>
      <vt:lpstr>Office Theme</vt:lpstr>
      <vt:lpstr>PowerPoint Presentation</vt:lpstr>
      <vt:lpstr>Session Purpose</vt:lpstr>
      <vt:lpstr>Team Working Principles</vt:lpstr>
      <vt:lpstr>Primary Time Zone</vt:lpstr>
      <vt:lpstr>Daily Work Structure</vt:lpstr>
      <vt:lpstr>Workday Discipline &amp; Learning Responsibility</vt:lpstr>
      <vt:lpstr>HR Sessions &amp; Organisational Commitments</vt:lpstr>
      <vt:lpstr>Delivery Readiness &amp; TBT Rules</vt:lpstr>
      <vt:lpstr>Meeting Discipline &amp; Course Ownership</vt:lpstr>
      <vt:lpstr>Leave Planning &amp; Availability</vt:lpstr>
      <vt:lpstr>Responsiveness &amp; Availability</vt:lpstr>
      <vt:lpstr>Utilization &amp; Work-Hour Flexibility</vt:lpstr>
      <vt:lpstr>Official Communication &amp; Reporting</vt:lpstr>
      <vt:lpstr>Availability Rules</vt:lpstr>
      <vt:lpstr>Communication and Escalation Rules</vt:lpstr>
      <vt:lpstr>Communication Alignment</vt:lpstr>
      <vt:lpstr>Use of AI and Tools</vt:lpstr>
      <vt:lpstr>Help Needed Emails</vt:lpstr>
      <vt:lpstr>ABHINAV – INDIVIDUAL DISCUSSION</vt:lpstr>
      <vt:lpstr>Behavioral Focus</vt:lpstr>
      <vt:lpstr>Reason for Discussion</vt:lpstr>
      <vt:lpstr>Role Expectations</vt:lpstr>
      <vt:lpstr>HARMAN – INDIVIDUAL DISCUSSION</vt:lpstr>
      <vt:lpstr>Observed Challenges</vt:lpstr>
      <vt:lpstr>Corrective Framework</vt:lpstr>
      <vt:lpstr>Definition of Done</vt:lpstr>
      <vt:lpstr>Behavioral Guidance</vt:lpstr>
      <vt:lpstr>COMMON DISCUSSION</vt:lpstr>
      <vt:lpstr>Batch Readiness Rules</vt:lpstr>
      <vt:lpstr>DSR</vt:lpstr>
      <vt:lpstr>BRR</vt:lpstr>
      <vt:lpstr>Culture and Boundaries</vt:lpstr>
      <vt:lpstr>Key Takeaways</vt:lpstr>
      <vt:lpstr>Action Items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 C Nigam</dc:creator>
  <cp:lastModifiedBy>Aishwar C Nigam</cp:lastModifiedBy>
  <cp:revision>2</cp:revision>
  <dcterms:created xsi:type="dcterms:W3CDTF">2026-01-03T12:01:34Z</dcterms:created>
  <dcterms:modified xsi:type="dcterms:W3CDTF">2026-01-30T04:58:47Z</dcterms:modified>
</cp:coreProperties>
</file>