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76" r:id="rId2"/>
    <p:sldId id="257" r:id="rId3"/>
    <p:sldId id="258" r:id="rId4"/>
    <p:sldId id="259" r:id="rId5"/>
    <p:sldId id="260" r:id="rId6"/>
    <p:sldId id="261" r:id="rId7"/>
    <p:sldId id="262" r:id="rId8"/>
    <p:sldId id="263" r:id="rId9"/>
    <p:sldId id="264" r:id="rId10"/>
    <p:sldId id="265" r:id="rId11"/>
    <p:sldId id="266" r:id="rId12"/>
    <p:sldId id="288" r:id="rId13"/>
    <p:sldId id="268" r:id="rId14"/>
    <p:sldId id="279" r:id="rId15"/>
    <p:sldId id="280" r:id="rId16"/>
    <p:sldId id="281" r:id="rId17"/>
    <p:sldId id="282" r:id="rId18"/>
    <p:sldId id="283" r:id="rId19"/>
    <p:sldId id="284" r:id="rId20"/>
    <p:sldId id="285" r:id="rId21"/>
    <p:sldId id="286" r:id="rId22"/>
    <p:sldId id="287" r:id="rId23"/>
    <p:sldId id="267"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10B544-FB74-4585-9E2C-EF2F96DEAFC9}" v="18" dt="2026-02-18T13:58:31.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1046" autoAdjust="0"/>
  </p:normalViewPr>
  <p:slideViewPr>
    <p:cSldViewPr snapToGrid="0">
      <p:cViewPr varScale="1">
        <p:scale>
          <a:sx n="48" d="100"/>
          <a:sy n="48" d="100"/>
        </p:scale>
        <p:origin x="2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shwar C Nigam" userId="b0b382f3-1a41-4da3-92e1-f09e111328a1" providerId="ADAL" clId="{8A957FB4-2AE3-4D3E-A618-130ED577C9FB}"/>
    <pc:docChg chg="undo custSel addSld delSld modSld sldOrd">
      <pc:chgData name="Aishwar C Nigam" userId="b0b382f3-1a41-4da3-92e1-f09e111328a1" providerId="ADAL" clId="{8A957FB4-2AE3-4D3E-A618-130ED577C9FB}" dt="2026-02-18T13:58:45.851" v="95" actId="20577"/>
      <pc:docMkLst>
        <pc:docMk/>
      </pc:docMkLst>
      <pc:sldChg chg="del">
        <pc:chgData name="Aishwar C Nigam" userId="b0b382f3-1a41-4da3-92e1-f09e111328a1" providerId="ADAL" clId="{8A957FB4-2AE3-4D3E-A618-130ED577C9FB}" dt="2026-02-18T13:37:23.230" v="1" actId="47"/>
        <pc:sldMkLst>
          <pc:docMk/>
          <pc:sldMk cId="1380186363" sldId="256"/>
        </pc:sldMkLst>
      </pc:sldChg>
      <pc:sldChg chg="addSp modSp mod setBg">
        <pc:chgData name="Aishwar C Nigam" userId="b0b382f3-1a41-4da3-92e1-f09e111328a1" providerId="ADAL" clId="{8A957FB4-2AE3-4D3E-A618-130ED577C9FB}" dt="2026-02-18T13:38:46.814" v="5" actId="26606"/>
        <pc:sldMkLst>
          <pc:docMk/>
          <pc:sldMk cId="3720783788" sldId="257"/>
        </pc:sldMkLst>
        <pc:spChg chg="mod">
          <ac:chgData name="Aishwar C Nigam" userId="b0b382f3-1a41-4da3-92e1-f09e111328a1" providerId="ADAL" clId="{8A957FB4-2AE3-4D3E-A618-130ED577C9FB}" dt="2026-02-18T13:38:46.814" v="5" actId="26606"/>
          <ac:spMkLst>
            <pc:docMk/>
            <pc:sldMk cId="3720783788" sldId="257"/>
            <ac:spMk id="2" creationId="{CBD41080-4325-50F3-C328-8EC0CE4CE331}"/>
          </ac:spMkLst>
        </pc:spChg>
        <pc:spChg chg="mod">
          <ac:chgData name="Aishwar C Nigam" userId="b0b382f3-1a41-4da3-92e1-f09e111328a1" providerId="ADAL" clId="{8A957FB4-2AE3-4D3E-A618-130ED577C9FB}" dt="2026-02-18T13:38:46.814" v="5" actId="26606"/>
          <ac:spMkLst>
            <pc:docMk/>
            <pc:sldMk cId="3720783788" sldId="257"/>
            <ac:spMk id="3" creationId="{BB8D0EF0-D5CE-3EB8-1992-5FAC16D4420A}"/>
          </ac:spMkLst>
        </pc:spChg>
        <pc:spChg chg="add">
          <ac:chgData name="Aishwar C Nigam" userId="b0b382f3-1a41-4da3-92e1-f09e111328a1" providerId="ADAL" clId="{8A957FB4-2AE3-4D3E-A618-130ED577C9FB}" dt="2026-02-18T13:38:46.814" v="5" actId="26606"/>
          <ac:spMkLst>
            <pc:docMk/>
            <pc:sldMk cId="3720783788" sldId="257"/>
            <ac:spMk id="8" creationId="{84697CDA-BDB7-4883-B48B-1D4EDB2F0E93}"/>
          </ac:spMkLst>
        </pc:spChg>
        <pc:spChg chg="add">
          <ac:chgData name="Aishwar C Nigam" userId="b0b382f3-1a41-4da3-92e1-f09e111328a1" providerId="ADAL" clId="{8A957FB4-2AE3-4D3E-A618-130ED577C9FB}" dt="2026-02-18T13:38:46.814" v="5" actId="26606"/>
          <ac:spMkLst>
            <pc:docMk/>
            <pc:sldMk cId="3720783788" sldId="257"/>
            <ac:spMk id="10" creationId="{11026190-6B62-46DB-B5FF-9E0FF9BDCDC6}"/>
          </ac:spMkLst>
        </pc:spChg>
        <pc:spChg chg="add">
          <ac:chgData name="Aishwar C Nigam" userId="b0b382f3-1a41-4da3-92e1-f09e111328a1" providerId="ADAL" clId="{8A957FB4-2AE3-4D3E-A618-130ED577C9FB}" dt="2026-02-18T13:38:46.814" v="5" actId="26606"/>
          <ac:spMkLst>
            <pc:docMk/>
            <pc:sldMk cId="3720783788" sldId="257"/>
            <ac:spMk id="12" creationId="{66DA0389-D66E-4727-8EFB-E60E6C412FC8}"/>
          </ac:spMkLst>
        </pc:spChg>
        <pc:spChg chg="add">
          <ac:chgData name="Aishwar C Nigam" userId="b0b382f3-1a41-4da3-92e1-f09e111328a1" providerId="ADAL" clId="{8A957FB4-2AE3-4D3E-A618-130ED577C9FB}" dt="2026-02-18T13:38:46.814" v="5" actId="26606"/>
          <ac:spMkLst>
            <pc:docMk/>
            <pc:sldMk cId="3720783788" sldId="257"/>
            <ac:spMk id="14" creationId="{B24A3A03-2C4E-45B5-B388-FAD638CDF0A1}"/>
          </ac:spMkLst>
        </pc:spChg>
      </pc:sldChg>
      <pc:sldChg chg="addSp modSp mod setBg addAnim modNotesTx">
        <pc:chgData name="Aishwar C Nigam" userId="b0b382f3-1a41-4da3-92e1-f09e111328a1" providerId="ADAL" clId="{8A957FB4-2AE3-4D3E-A618-130ED577C9FB}" dt="2026-02-18T13:58:45.851" v="95" actId="20577"/>
        <pc:sldMkLst>
          <pc:docMk/>
          <pc:sldMk cId="1657661875" sldId="258"/>
        </pc:sldMkLst>
        <pc:spChg chg="mod">
          <ac:chgData name="Aishwar C Nigam" userId="b0b382f3-1a41-4da3-92e1-f09e111328a1" providerId="ADAL" clId="{8A957FB4-2AE3-4D3E-A618-130ED577C9FB}" dt="2026-02-18T13:39:05.069" v="6" actId="26606"/>
          <ac:spMkLst>
            <pc:docMk/>
            <pc:sldMk cId="1657661875" sldId="258"/>
            <ac:spMk id="2" creationId="{F92D1F23-3205-2F60-28EE-824E5FABCBEF}"/>
          </ac:spMkLst>
        </pc:spChg>
        <pc:spChg chg="mod">
          <ac:chgData name="Aishwar C Nigam" userId="b0b382f3-1a41-4da3-92e1-f09e111328a1" providerId="ADAL" clId="{8A957FB4-2AE3-4D3E-A618-130ED577C9FB}" dt="2026-02-18T13:39:05.069" v="6" actId="26606"/>
          <ac:spMkLst>
            <pc:docMk/>
            <pc:sldMk cId="1657661875" sldId="258"/>
            <ac:spMk id="3" creationId="{F87949D0-BF64-67DA-5FBB-8E85136CCB41}"/>
          </ac:spMkLst>
        </pc:spChg>
        <pc:spChg chg="add">
          <ac:chgData name="Aishwar C Nigam" userId="b0b382f3-1a41-4da3-92e1-f09e111328a1" providerId="ADAL" clId="{8A957FB4-2AE3-4D3E-A618-130ED577C9FB}" dt="2026-02-18T13:39:05.069" v="6" actId="26606"/>
          <ac:spMkLst>
            <pc:docMk/>
            <pc:sldMk cId="1657661875" sldId="258"/>
            <ac:spMk id="8" creationId="{5A292AEA-2528-46C0-B426-95822B6141FB}"/>
          </ac:spMkLst>
        </pc:spChg>
        <pc:spChg chg="add">
          <ac:chgData name="Aishwar C Nigam" userId="b0b382f3-1a41-4da3-92e1-f09e111328a1" providerId="ADAL" clId="{8A957FB4-2AE3-4D3E-A618-130ED577C9FB}" dt="2026-02-18T13:39:05.069" v="6" actId="26606"/>
          <ac:spMkLst>
            <pc:docMk/>
            <pc:sldMk cId="1657661875" sldId="258"/>
            <ac:spMk id="10" creationId="{D8B7B198-E4DF-43CD-AD8C-199884323745}"/>
          </ac:spMkLst>
        </pc:spChg>
        <pc:spChg chg="add">
          <ac:chgData name="Aishwar C Nigam" userId="b0b382f3-1a41-4da3-92e1-f09e111328a1" providerId="ADAL" clId="{8A957FB4-2AE3-4D3E-A618-130ED577C9FB}" dt="2026-02-18T13:39:05.069" v="6" actId="26606"/>
          <ac:spMkLst>
            <pc:docMk/>
            <pc:sldMk cId="1657661875" sldId="258"/>
            <ac:spMk id="12" creationId="{2BE67753-EA0E-4819-8D22-0B6600CF7231}"/>
          </ac:spMkLst>
        </pc:spChg>
        <pc:grpChg chg="add">
          <ac:chgData name="Aishwar C Nigam" userId="b0b382f3-1a41-4da3-92e1-f09e111328a1" providerId="ADAL" clId="{8A957FB4-2AE3-4D3E-A618-130ED577C9FB}" dt="2026-02-18T13:39:05.069" v="6" actId="26606"/>
          <ac:grpSpMkLst>
            <pc:docMk/>
            <pc:sldMk cId="1657661875" sldId="258"/>
            <ac:grpSpMk id="14" creationId="{D76D63AC-0421-45EC-B383-E79A61A78C6B}"/>
          </ac:grpSpMkLst>
        </pc:grpChg>
        <pc:grpChg chg="add">
          <ac:chgData name="Aishwar C Nigam" userId="b0b382f3-1a41-4da3-92e1-f09e111328a1" providerId="ADAL" clId="{8A957FB4-2AE3-4D3E-A618-130ED577C9FB}" dt="2026-02-18T13:39:05.069" v="6" actId="26606"/>
          <ac:grpSpMkLst>
            <pc:docMk/>
            <pc:sldMk cId="1657661875" sldId="258"/>
            <ac:grpSpMk id="23" creationId="{87F87F1B-42BA-4AC7-A4E2-41544DDB2CE3}"/>
          </ac:grpSpMkLst>
        </pc:grpChg>
        <pc:grpChg chg="add">
          <ac:chgData name="Aishwar C Nigam" userId="b0b382f3-1a41-4da3-92e1-f09e111328a1" providerId="ADAL" clId="{8A957FB4-2AE3-4D3E-A618-130ED577C9FB}" dt="2026-02-18T13:39:05.069" v="6" actId="26606"/>
          <ac:grpSpMkLst>
            <pc:docMk/>
            <pc:sldMk cId="1657661875" sldId="258"/>
            <ac:grpSpMk id="29" creationId="{967346A5-7569-4F15-AB5D-BE3DADF192C0}"/>
          </ac:grpSpMkLst>
        </pc:grpChg>
      </pc:sldChg>
      <pc:sldChg chg="addSp modSp mod setBg">
        <pc:chgData name="Aishwar C Nigam" userId="b0b382f3-1a41-4da3-92e1-f09e111328a1" providerId="ADAL" clId="{8A957FB4-2AE3-4D3E-A618-130ED577C9FB}" dt="2026-02-18T13:39:29.155" v="8" actId="26606"/>
        <pc:sldMkLst>
          <pc:docMk/>
          <pc:sldMk cId="2814570581" sldId="259"/>
        </pc:sldMkLst>
        <pc:spChg chg="mod">
          <ac:chgData name="Aishwar C Nigam" userId="b0b382f3-1a41-4da3-92e1-f09e111328a1" providerId="ADAL" clId="{8A957FB4-2AE3-4D3E-A618-130ED577C9FB}" dt="2026-02-18T13:39:29.155" v="8" actId="26606"/>
          <ac:spMkLst>
            <pc:docMk/>
            <pc:sldMk cId="2814570581" sldId="259"/>
            <ac:spMk id="2" creationId="{FBB2D981-25FA-EFC2-8D61-EC88ED59EA4E}"/>
          </ac:spMkLst>
        </pc:spChg>
        <pc:spChg chg="mod">
          <ac:chgData name="Aishwar C Nigam" userId="b0b382f3-1a41-4da3-92e1-f09e111328a1" providerId="ADAL" clId="{8A957FB4-2AE3-4D3E-A618-130ED577C9FB}" dt="2026-02-18T13:39:29.155" v="8" actId="26606"/>
          <ac:spMkLst>
            <pc:docMk/>
            <pc:sldMk cId="2814570581" sldId="259"/>
            <ac:spMk id="3" creationId="{A542306C-5C73-E1A7-5859-D417283AD66A}"/>
          </ac:spMkLst>
        </pc:spChg>
        <pc:spChg chg="add">
          <ac:chgData name="Aishwar C Nigam" userId="b0b382f3-1a41-4da3-92e1-f09e111328a1" providerId="ADAL" clId="{8A957FB4-2AE3-4D3E-A618-130ED577C9FB}" dt="2026-02-18T13:39:29.155" v="8" actId="26606"/>
          <ac:spMkLst>
            <pc:docMk/>
            <pc:sldMk cId="2814570581" sldId="259"/>
            <ac:spMk id="8" creationId="{A27089E4-C4B8-47AC-BDA4-294EFA7CB6BF}"/>
          </ac:spMkLst>
        </pc:spChg>
        <pc:spChg chg="add">
          <ac:chgData name="Aishwar C Nigam" userId="b0b382f3-1a41-4da3-92e1-f09e111328a1" providerId="ADAL" clId="{8A957FB4-2AE3-4D3E-A618-130ED577C9FB}" dt="2026-02-18T13:39:29.155" v="8" actId="26606"/>
          <ac:spMkLst>
            <pc:docMk/>
            <pc:sldMk cId="2814570581" sldId="259"/>
            <ac:spMk id="10" creationId="{9BAFF925-4C7C-4B71-96F4-8FA90681BBF4}"/>
          </ac:spMkLst>
        </pc:spChg>
        <pc:grpChg chg="add">
          <ac:chgData name="Aishwar C Nigam" userId="b0b382f3-1a41-4da3-92e1-f09e111328a1" providerId="ADAL" clId="{8A957FB4-2AE3-4D3E-A618-130ED577C9FB}" dt="2026-02-18T13:39:29.155" v="8" actId="26606"/>
          <ac:grpSpMkLst>
            <pc:docMk/>
            <pc:sldMk cId="2814570581" sldId="259"/>
            <ac:grpSpMk id="16" creationId="{4BC3ACAC-BA31-4E67-A233-03EF1A10CF15}"/>
          </ac:grpSpMkLst>
        </pc:grpChg>
        <pc:cxnChg chg="add">
          <ac:chgData name="Aishwar C Nigam" userId="b0b382f3-1a41-4da3-92e1-f09e111328a1" providerId="ADAL" clId="{8A957FB4-2AE3-4D3E-A618-130ED577C9FB}" dt="2026-02-18T13:39:29.155" v="8" actId="26606"/>
          <ac:cxnSpMkLst>
            <pc:docMk/>
            <pc:sldMk cId="2814570581" sldId="259"/>
            <ac:cxnSpMk id="12" creationId="{E653C820-2172-42C6-B50F-FD47A634BCD1}"/>
          </ac:cxnSpMkLst>
        </pc:cxnChg>
        <pc:cxnChg chg="add">
          <ac:chgData name="Aishwar C Nigam" userId="b0b382f3-1a41-4da3-92e1-f09e111328a1" providerId="ADAL" clId="{8A957FB4-2AE3-4D3E-A618-130ED577C9FB}" dt="2026-02-18T13:39:29.155" v="8" actId="26606"/>
          <ac:cxnSpMkLst>
            <pc:docMk/>
            <pc:sldMk cId="2814570581" sldId="259"/>
            <ac:cxnSpMk id="14" creationId="{6FC534FC-C775-4490-AC5A-26BD39750A6E}"/>
          </ac:cxnSpMkLst>
        </pc:cxnChg>
      </pc:sldChg>
      <pc:sldChg chg="addSp delSp modSp mod setBg">
        <pc:chgData name="Aishwar C Nigam" userId="b0b382f3-1a41-4da3-92e1-f09e111328a1" providerId="ADAL" clId="{8A957FB4-2AE3-4D3E-A618-130ED577C9FB}" dt="2026-02-18T13:39:56.595" v="9" actId="26606"/>
        <pc:sldMkLst>
          <pc:docMk/>
          <pc:sldMk cId="3137334286" sldId="260"/>
        </pc:sldMkLst>
        <pc:spChg chg="mod">
          <ac:chgData name="Aishwar C Nigam" userId="b0b382f3-1a41-4da3-92e1-f09e111328a1" providerId="ADAL" clId="{8A957FB4-2AE3-4D3E-A618-130ED577C9FB}" dt="2026-02-18T13:39:56.595" v="9" actId="26606"/>
          <ac:spMkLst>
            <pc:docMk/>
            <pc:sldMk cId="3137334286" sldId="260"/>
            <ac:spMk id="2" creationId="{7801F619-0E48-A8B2-3B03-9A8B280F7853}"/>
          </ac:spMkLst>
        </pc:spChg>
        <pc:spChg chg="del">
          <ac:chgData name="Aishwar C Nigam" userId="b0b382f3-1a41-4da3-92e1-f09e111328a1" providerId="ADAL" clId="{8A957FB4-2AE3-4D3E-A618-130ED577C9FB}" dt="2026-02-18T13:39:56.595" v="9" actId="26606"/>
          <ac:spMkLst>
            <pc:docMk/>
            <pc:sldMk cId="3137334286" sldId="260"/>
            <ac:spMk id="3" creationId="{2A4A85AD-0D79-E2E4-5028-1B1BE8FB47A9}"/>
          </ac:spMkLst>
        </pc:spChg>
        <pc:spChg chg="add">
          <ac:chgData name="Aishwar C Nigam" userId="b0b382f3-1a41-4da3-92e1-f09e111328a1" providerId="ADAL" clId="{8A957FB4-2AE3-4D3E-A618-130ED577C9FB}" dt="2026-02-18T13:39:56.595" v="9" actId="26606"/>
          <ac:spMkLst>
            <pc:docMk/>
            <pc:sldMk cId="3137334286" sldId="260"/>
            <ac:spMk id="9" creationId="{6D1A2CED-DA9B-4CCF-8215-CFC65FE71603}"/>
          </ac:spMkLst>
        </pc:spChg>
        <pc:spChg chg="add">
          <ac:chgData name="Aishwar C Nigam" userId="b0b382f3-1a41-4da3-92e1-f09e111328a1" providerId="ADAL" clId="{8A957FB4-2AE3-4D3E-A618-130ED577C9FB}" dt="2026-02-18T13:39:56.595" v="9" actId="26606"/>
          <ac:spMkLst>
            <pc:docMk/>
            <pc:sldMk cId="3137334286" sldId="260"/>
            <ac:spMk id="11" creationId="{562DFC44-A40C-4573-9230-B3EDB3EC8EEB}"/>
          </ac:spMkLst>
        </pc:spChg>
        <pc:spChg chg="add">
          <ac:chgData name="Aishwar C Nigam" userId="b0b382f3-1a41-4da3-92e1-f09e111328a1" providerId="ADAL" clId="{8A957FB4-2AE3-4D3E-A618-130ED577C9FB}" dt="2026-02-18T13:39:56.595" v="9" actId="26606"/>
          <ac:spMkLst>
            <pc:docMk/>
            <pc:sldMk cId="3137334286" sldId="260"/>
            <ac:spMk id="13" creationId="{15589D35-CF9F-4DE9-A792-8571A09E9BC9}"/>
          </ac:spMkLst>
        </pc:spChg>
        <pc:graphicFrameChg chg="add">
          <ac:chgData name="Aishwar C Nigam" userId="b0b382f3-1a41-4da3-92e1-f09e111328a1" providerId="ADAL" clId="{8A957FB4-2AE3-4D3E-A618-130ED577C9FB}" dt="2026-02-18T13:39:56.595" v="9" actId="26606"/>
          <ac:graphicFrameMkLst>
            <pc:docMk/>
            <pc:sldMk cId="3137334286" sldId="260"/>
            <ac:graphicFrameMk id="5" creationId="{41911663-E5B3-9FF9-9367-76A3EE71E5D2}"/>
          </ac:graphicFrameMkLst>
        </pc:graphicFrameChg>
      </pc:sldChg>
      <pc:sldChg chg="addSp modSp mod setBg addAnim">
        <pc:chgData name="Aishwar C Nigam" userId="b0b382f3-1a41-4da3-92e1-f09e111328a1" providerId="ADAL" clId="{8A957FB4-2AE3-4D3E-A618-130ED577C9FB}" dt="2026-02-18T13:40:02.316" v="11"/>
        <pc:sldMkLst>
          <pc:docMk/>
          <pc:sldMk cId="2191782400" sldId="261"/>
        </pc:sldMkLst>
        <pc:spChg chg="mod">
          <ac:chgData name="Aishwar C Nigam" userId="b0b382f3-1a41-4da3-92e1-f09e111328a1" providerId="ADAL" clId="{8A957FB4-2AE3-4D3E-A618-130ED577C9FB}" dt="2026-02-18T13:40:02.316" v="10" actId="26606"/>
          <ac:spMkLst>
            <pc:docMk/>
            <pc:sldMk cId="2191782400" sldId="261"/>
            <ac:spMk id="2" creationId="{540DF201-D765-D1B8-2CD7-A2C9D0A7CFF6}"/>
          </ac:spMkLst>
        </pc:spChg>
        <pc:spChg chg="mod">
          <ac:chgData name="Aishwar C Nigam" userId="b0b382f3-1a41-4da3-92e1-f09e111328a1" providerId="ADAL" clId="{8A957FB4-2AE3-4D3E-A618-130ED577C9FB}" dt="2026-02-18T13:40:02.316" v="10" actId="26606"/>
          <ac:spMkLst>
            <pc:docMk/>
            <pc:sldMk cId="2191782400" sldId="261"/>
            <ac:spMk id="3" creationId="{4F302007-4055-7F42-BCA9-FE347F831CC2}"/>
          </ac:spMkLst>
        </pc:spChg>
        <pc:spChg chg="add">
          <ac:chgData name="Aishwar C Nigam" userId="b0b382f3-1a41-4da3-92e1-f09e111328a1" providerId="ADAL" clId="{8A957FB4-2AE3-4D3E-A618-130ED577C9FB}" dt="2026-02-18T13:40:02.316" v="10" actId="26606"/>
          <ac:spMkLst>
            <pc:docMk/>
            <pc:sldMk cId="2191782400" sldId="261"/>
            <ac:spMk id="8" creationId="{5A292AEA-2528-46C0-B426-95822B6141FB}"/>
          </ac:spMkLst>
        </pc:spChg>
        <pc:spChg chg="add">
          <ac:chgData name="Aishwar C Nigam" userId="b0b382f3-1a41-4da3-92e1-f09e111328a1" providerId="ADAL" clId="{8A957FB4-2AE3-4D3E-A618-130ED577C9FB}" dt="2026-02-18T13:40:02.316" v="10" actId="26606"/>
          <ac:spMkLst>
            <pc:docMk/>
            <pc:sldMk cId="2191782400" sldId="261"/>
            <ac:spMk id="10" creationId="{D8B7B198-E4DF-43CD-AD8C-199884323745}"/>
          </ac:spMkLst>
        </pc:spChg>
        <pc:spChg chg="add">
          <ac:chgData name="Aishwar C Nigam" userId="b0b382f3-1a41-4da3-92e1-f09e111328a1" providerId="ADAL" clId="{8A957FB4-2AE3-4D3E-A618-130ED577C9FB}" dt="2026-02-18T13:40:02.316" v="10" actId="26606"/>
          <ac:spMkLst>
            <pc:docMk/>
            <pc:sldMk cId="2191782400" sldId="261"/>
            <ac:spMk id="12" creationId="{2BE67753-EA0E-4819-8D22-0B6600CF7231}"/>
          </ac:spMkLst>
        </pc:spChg>
        <pc:grpChg chg="add">
          <ac:chgData name="Aishwar C Nigam" userId="b0b382f3-1a41-4da3-92e1-f09e111328a1" providerId="ADAL" clId="{8A957FB4-2AE3-4D3E-A618-130ED577C9FB}" dt="2026-02-18T13:40:02.316" v="10" actId="26606"/>
          <ac:grpSpMkLst>
            <pc:docMk/>
            <pc:sldMk cId="2191782400" sldId="261"/>
            <ac:grpSpMk id="14" creationId="{D76D63AC-0421-45EC-B383-E79A61A78C6B}"/>
          </ac:grpSpMkLst>
        </pc:grpChg>
        <pc:grpChg chg="add">
          <ac:chgData name="Aishwar C Nigam" userId="b0b382f3-1a41-4da3-92e1-f09e111328a1" providerId="ADAL" clId="{8A957FB4-2AE3-4D3E-A618-130ED577C9FB}" dt="2026-02-18T13:40:02.316" v="10" actId="26606"/>
          <ac:grpSpMkLst>
            <pc:docMk/>
            <pc:sldMk cId="2191782400" sldId="261"/>
            <ac:grpSpMk id="23" creationId="{87F87F1B-42BA-4AC7-A4E2-41544DDB2CE3}"/>
          </ac:grpSpMkLst>
        </pc:grpChg>
        <pc:grpChg chg="add">
          <ac:chgData name="Aishwar C Nigam" userId="b0b382f3-1a41-4da3-92e1-f09e111328a1" providerId="ADAL" clId="{8A957FB4-2AE3-4D3E-A618-130ED577C9FB}" dt="2026-02-18T13:40:02.316" v="10" actId="26606"/>
          <ac:grpSpMkLst>
            <pc:docMk/>
            <pc:sldMk cId="2191782400" sldId="261"/>
            <ac:grpSpMk id="29" creationId="{967346A5-7569-4F15-AB5D-BE3DADF192C0}"/>
          </ac:grpSpMkLst>
        </pc:grpChg>
      </pc:sldChg>
      <pc:sldChg chg="addSp delSp modSp mod setBg">
        <pc:chgData name="Aishwar C Nigam" userId="b0b382f3-1a41-4da3-92e1-f09e111328a1" providerId="ADAL" clId="{8A957FB4-2AE3-4D3E-A618-130ED577C9FB}" dt="2026-02-18T13:40:29.160" v="14" actId="26606"/>
        <pc:sldMkLst>
          <pc:docMk/>
          <pc:sldMk cId="2806044565" sldId="262"/>
        </pc:sldMkLst>
        <pc:spChg chg="mod">
          <ac:chgData name="Aishwar C Nigam" userId="b0b382f3-1a41-4da3-92e1-f09e111328a1" providerId="ADAL" clId="{8A957FB4-2AE3-4D3E-A618-130ED577C9FB}" dt="2026-02-18T13:40:29.160" v="14" actId="26606"/>
          <ac:spMkLst>
            <pc:docMk/>
            <pc:sldMk cId="2806044565" sldId="262"/>
            <ac:spMk id="2" creationId="{7BE7097E-ADFE-17F0-17B1-8CC0530BBE1D}"/>
          </ac:spMkLst>
        </pc:spChg>
        <pc:spChg chg="del">
          <ac:chgData name="Aishwar C Nigam" userId="b0b382f3-1a41-4da3-92e1-f09e111328a1" providerId="ADAL" clId="{8A957FB4-2AE3-4D3E-A618-130ED577C9FB}" dt="2026-02-18T13:40:10.440" v="12" actId="26606"/>
          <ac:spMkLst>
            <pc:docMk/>
            <pc:sldMk cId="2806044565" sldId="262"/>
            <ac:spMk id="3" creationId="{84EA0C6B-7192-7BA4-E11E-B1747E1FDFA0}"/>
          </ac:spMkLst>
        </pc:spChg>
        <pc:spChg chg="add del">
          <ac:chgData name="Aishwar C Nigam" userId="b0b382f3-1a41-4da3-92e1-f09e111328a1" providerId="ADAL" clId="{8A957FB4-2AE3-4D3E-A618-130ED577C9FB}" dt="2026-02-18T13:40:29.160" v="14" actId="26606"/>
          <ac:spMkLst>
            <pc:docMk/>
            <pc:sldMk cId="2806044565" sldId="262"/>
            <ac:spMk id="9" creationId="{2659FDB4-FCBE-4A89-B46D-43D4FA54464D}"/>
          </ac:spMkLst>
        </pc:spChg>
        <pc:spChg chg="add">
          <ac:chgData name="Aishwar C Nigam" userId="b0b382f3-1a41-4da3-92e1-f09e111328a1" providerId="ADAL" clId="{8A957FB4-2AE3-4D3E-A618-130ED577C9FB}" dt="2026-02-18T13:40:29.160" v="14" actId="26606"/>
          <ac:spMkLst>
            <pc:docMk/>
            <pc:sldMk cId="2806044565" sldId="262"/>
            <ac:spMk id="16" creationId="{BACC6370-2D7E-4714-9D71-7542949D7D5D}"/>
          </ac:spMkLst>
        </pc:spChg>
        <pc:spChg chg="add">
          <ac:chgData name="Aishwar C Nigam" userId="b0b382f3-1a41-4da3-92e1-f09e111328a1" providerId="ADAL" clId="{8A957FB4-2AE3-4D3E-A618-130ED577C9FB}" dt="2026-02-18T13:40:29.160" v="14" actId="26606"/>
          <ac:spMkLst>
            <pc:docMk/>
            <pc:sldMk cId="2806044565" sldId="262"/>
            <ac:spMk id="18" creationId="{F68B3F68-107C-434F-AA38-110D5EA91B85}"/>
          </ac:spMkLst>
        </pc:spChg>
        <pc:spChg chg="add">
          <ac:chgData name="Aishwar C Nigam" userId="b0b382f3-1a41-4da3-92e1-f09e111328a1" providerId="ADAL" clId="{8A957FB4-2AE3-4D3E-A618-130ED577C9FB}" dt="2026-02-18T13:40:29.160" v="14" actId="26606"/>
          <ac:spMkLst>
            <pc:docMk/>
            <pc:sldMk cId="2806044565" sldId="262"/>
            <ac:spMk id="20" creationId="{AAD0DBB9-1A4B-4391-81D4-CB19F9AB918A}"/>
          </ac:spMkLst>
        </pc:spChg>
        <pc:spChg chg="add">
          <ac:chgData name="Aishwar C Nigam" userId="b0b382f3-1a41-4da3-92e1-f09e111328a1" providerId="ADAL" clId="{8A957FB4-2AE3-4D3E-A618-130ED577C9FB}" dt="2026-02-18T13:40:29.160" v="14" actId="26606"/>
          <ac:spMkLst>
            <pc:docMk/>
            <pc:sldMk cId="2806044565" sldId="262"/>
            <ac:spMk id="22" creationId="{063BBA22-50EA-4C4D-BE05-F1CE4E63AA56}"/>
          </ac:spMkLst>
        </pc:spChg>
        <pc:graphicFrameChg chg="add mod modGraphic">
          <ac:chgData name="Aishwar C Nigam" userId="b0b382f3-1a41-4da3-92e1-f09e111328a1" providerId="ADAL" clId="{8A957FB4-2AE3-4D3E-A618-130ED577C9FB}" dt="2026-02-18T13:40:29.160" v="14" actId="26606"/>
          <ac:graphicFrameMkLst>
            <pc:docMk/>
            <pc:sldMk cId="2806044565" sldId="262"/>
            <ac:graphicFrameMk id="5" creationId="{236E4829-E485-1763-C717-CE229E043840}"/>
          </ac:graphicFrameMkLst>
        </pc:graphicFrameChg>
        <pc:cxnChg chg="add del">
          <ac:chgData name="Aishwar C Nigam" userId="b0b382f3-1a41-4da3-92e1-f09e111328a1" providerId="ADAL" clId="{8A957FB4-2AE3-4D3E-A618-130ED577C9FB}" dt="2026-02-18T13:40:29.160" v="14" actId="26606"/>
          <ac:cxnSpMkLst>
            <pc:docMk/>
            <pc:sldMk cId="2806044565" sldId="262"/>
            <ac:cxnSpMk id="11" creationId="{C8F51B3F-8331-4E4A-AE96-D47B1006EEAD}"/>
          </ac:cxnSpMkLst>
        </pc:cxnChg>
      </pc:sldChg>
      <pc:sldChg chg="addSp delSp mod">
        <pc:chgData name="Aishwar C Nigam" userId="b0b382f3-1a41-4da3-92e1-f09e111328a1" providerId="ADAL" clId="{8A957FB4-2AE3-4D3E-A618-130ED577C9FB}" dt="2026-02-18T13:40:40.235" v="16" actId="26606"/>
        <pc:sldMkLst>
          <pc:docMk/>
          <pc:sldMk cId="1189414843" sldId="263"/>
        </pc:sldMkLst>
        <pc:spChg chg="del">
          <ac:chgData name="Aishwar C Nigam" userId="b0b382f3-1a41-4da3-92e1-f09e111328a1" providerId="ADAL" clId="{8A957FB4-2AE3-4D3E-A618-130ED577C9FB}" dt="2026-02-18T13:40:40.235" v="16" actId="26606"/>
          <ac:spMkLst>
            <pc:docMk/>
            <pc:sldMk cId="1189414843" sldId="263"/>
            <ac:spMk id="3" creationId="{C88AB0EF-52B8-8D39-5BD4-BF609372C338}"/>
          </ac:spMkLst>
        </pc:spChg>
        <pc:graphicFrameChg chg="add">
          <ac:chgData name="Aishwar C Nigam" userId="b0b382f3-1a41-4da3-92e1-f09e111328a1" providerId="ADAL" clId="{8A957FB4-2AE3-4D3E-A618-130ED577C9FB}" dt="2026-02-18T13:40:40.235" v="16" actId="26606"/>
          <ac:graphicFrameMkLst>
            <pc:docMk/>
            <pc:sldMk cId="1189414843" sldId="263"/>
            <ac:graphicFrameMk id="5" creationId="{20412E9E-4C29-EDE0-CED5-9A277D07D6FC}"/>
          </ac:graphicFrameMkLst>
        </pc:graphicFrameChg>
      </pc:sldChg>
      <pc:sldChg chg="addSp modSp mod setBg addAnim">
        <pc:chgData name="Aishwar C Nigam" userId="b0b382f3-1a41-4da3-92e1-f09e111328a1" providerId="ADAL" clId="{8A957FB4-2AE3-4D3E-A618-130ED577C9FB}" dt="2026-02-18T13:40:45.711" v="18"/>
        <pc:sldMkLst>
          <pc:docMk/>
          <pc:sldMk cId="3756768901" sldId="264"/>
        </pc:sldMkLst>
        <pc:spChg chg="mod">
          <ac:chgData name="Aishwar C Nigam" userId="b0b382f3-1a41-4da3-92e1-f09e111328a1" providerId="ADAL" clId="{8A957FB4-2AE3-4D3E-A618-130ED577C9FB}" dt="2026-02-18T13:40:45.711" v="17" actId="26606"/>
          <ac:spMkLst>
            <pc:docMk/>
            <pc:sldMk cId="3756768901" sldId="264"/>
            <ac:spMk id="2" creationId="{9E82AF14-4A57-CD96-2A73-DEA69F702BD8}"/>
          </ac:spMkLst>
        </pc:spChg>
        <pc:spChg chg="mod">
          <ac:chgData name="Aishwar C Nigam" userId="b0b382f3-1a41-4da3-92e1-f09e111328a1" providerId="ADAL" clId="{8A957FB4-2AE3-4D3E-A618-130ED577C9FB}" dt="2026-02-18T13:40:45.711" v="17" actId="26606"/>
          <ac:spMkLst>
            <pc:docMk/>
            <pc:sldMk cId="3756768901" sldId="264"/>
            <ac:spMk id="3" creationId="{A6A4808B-A28A-520F-2C0B-579B052FCBD0}"/>
          </ac:spMkLst>
        </pc:spChg>
        <pc:spChg chg="add">
          <ac:chgData name="Aishwar C Nigam" userId="b0b382f3-1a41-4da3-92e1-f09e111328a1" providerId="ADAL" clId="{8A957FB4-2AE3-4D3E-A618-130ED577C9FB}" dt="2026-02-18T13:40:45.711" v="17" actId="26606"/>
          <ac:spMkLst>
            <pc:docMk/>
            <pc:sldMk cId="3756768901" sldId="264"/>
            <ac:spMk id="8" creationId="{5A292AEA-2528-46C0-B426-95822B6141FB}"/>
          </ac:spMkLst>
        </pc:spChg>
        <pc:spChg chg="add">
          <ac:chgData name="Aishwar C Nigam" userId="b0b382f3-1a41-4da3-92e1-f09e111328a1" providerId="ADAL" clId="{8A957FB4-2AE3-4D3E-A618-130ED577C9FB}" dt="2026-02-18T13:40:45.711" v="17" actId="26606"/>
          <ac:spMkLst>
            <pc:docMk/>
            <pc:sldMk cId="3756768901" sldId="264"/>
            <ac:spMk id="10" creationId="{D8B7B198-E4DF-43CD-AD8C-199884323745}"/>
          </ac:spMkLst>
        </pc:spChg>
        <pc:spChg chg="add">
          <ac:chgData name="Aishwar C Nigam" userId="b0b382f3-1a41-4da3-92e1-f09e111328a1" providerId="ADAL" clId="{8A957FB4-2AE3-4D3E-A618-130ED577C9FB}" dt="2026-02-18T13:40:45.711" v="17" actId="26606"/>
          <ac:spMkLst>
            <pc:docMk/>
            <pc:sldMk cId="3756768901" sldId="264"/>
            <ac:spMk id="12" creationId="{2BE67753-EA0E-4819-8D22-0B6600CF7231}"/>
          </ac:spMkLst>
        </pc:spChg>
        <pc:grpChg chg="add">
          <ac:chgData name="Aishwar C Nigam" userId="b0b382f3-1a41-4da3-92e1-f09e111328a1" providerId="ADAL" clId="{8A957FB4-2AE3-4D3E-A618-130ED577C9FB}" dt="2026-02-18T13:40:45.711" v="17" actId="26606"/>
          <ac:grpSpMkLst>
            <pc:docMk/>
            <pc:sldMk cId="3756768901" sldId="264"/>
            <ac:grpSpMk id="14" creationId="{D76D63AC-0421-45EC-B383-E79A61A78C6B}"/>
          </ac:grpSpMkLst>
        </pc:grpChg>
        <pc:grpChg chg="add">
          <ac:chgData name="Aishwar C Nigam" userId="b0b382f3-1a41-4da3-92e1-f09e111328a1" providerId="ADAL" clId="{8A957FB4-2AE3-4D3E-A618-130ED577C9FB}" dt="2026-02-18T13:40:45.711" v="17" actId="26606"/>
          <ac:grpSpMkLst>
            <pc:docMk/>
            <pc:sldMk cId="3756768901" sldId="264"/>
            <ac:grpSpMk id="23" creationId="{87F87F1B-42BA-4AC7-A4E2-41544DDB2CE3}"/>
          </ac:grpSpMkLst>
        </pc:grpChg>
        <pc:grpChg chg="add">
          <ac:chgData name="Aishwar C Nigam" userId="b0b382f3-1a41-4da3-92e1-f09e111328a1" providerId="ADAL" clId="{8A957FB4-2AE3-4D3E-A618-130ED577C9FB}" dt="2026-02-18T13:40:45.711" v="17" actId="26606"/>
          <ac:grpSpMkLst>
            <pc:docMk/>
            <pc:sldMk cId="3756768901" sldId="264"/>
            <ac:grpSpMk id="29" creationId="{967346A5-7569-4F15-AB5D-BE3DADF192C0}"/>
          </ac:grpSpMkLst>
        </pc:grpChg>
      </pc:sldChg>
      <pc:sldChg chg="addSp modSp mod setBg">
        <pc:chgData name="Aishwar C Nigam" userId="b0b382f3-1a41-4da3-92e1-f09e111328a1" providerId="ADAL" clId="{8A957FB4-2AE3-4D3E-A618-130ED577C9FB}" dt="2026-02-18T13:41:01.522" v="19" actId="26606"/>
        <pc:sldMkLst>
          <pc:docMk/>
          <pc:sldMk cId="3178460629" sldId="265"/>
        </pc:sldMkLst>
        <pc:spChg chg="mod">
          <ac:chgData name="Aishwar C Nigam" userId="b0b382f3-1a41-4da3-92e1-f09e111328a1" providerId="ADAL" clId="{8A957FB4-2AE3-4D3E-A618-130ED577C9FB}" dt="2026-02-18T13:41:01.522" v="19" actId="26606"/>
          <ac:spMkLst>
            <pc:docMk/>
            <pc:sldMk cId="3178460629" sldId="265"/>
            <ac:spMk id="2" creationId="{0648BA43-9775-904F-DAC0-1D6828411D34}"/>
          </ac:spMkLst>
        </pc:spChg>
        <pc:spChg chg="mod">
          <ac:chgData name="Aishwar C Nigam" userId="b0b382f3-1a41-4da3-92e1-f09e111328a1" providerId="ADAL" clId="{8A957FB4-2AE3-4D3E-A618-130ED577C9FB}" dt="2026-02-18T13:41:01.522" v="19" actId="26606"/>
          <ac:spMkLst>
            <pc:docMk/>
            <pc:sldMk cId="3178460629" sldId="265"/>
            <ac:spMk id="3" creationId="{EDB8E4BE-36F1-2FF6-2E78-C5FD37B4186A}"/>
          </ac:spMkLst>
        </pc:spChg>
        <pc:spChg chg="add">
          <ac:chgData name="Aishwar C Nigam" userId="b0b382f3-1a41-4da3-92e1-f09e111328a1" providerId="ADAL" clId="{8A957FB4-2AE3-4D3E-A618-130ED577C9FB}" dt="2026-02-18T13:41:01.522" v="19" actId="26606"/>
          <ac:spMkLst>
            <pc:docMk/>
            <pc:sldMk cId="3178460629" sldId="265"/>
            <ac:spMk id="8" creationId="{081EA652-8C6A-4E69-BEB9-170809474553}"/>
          </ac:spMkLst>
        </pc:spChg>
        <pc:spChg chg="add">
          <ac:chgData name="Aishwar C Nigam" userId="b0b382f3-1a41-4da3-92e1-f09e111328a1" providerId="ADAL" clId="{8A957FB4-2AE3-4D3E-A618-130ED577C9FB}" dt="2026-02-18T13:41:01.522" v="19" actId="26606"/>
          <ac:spMkLst>
            <pc:docMk/>
            <pc:sldMk cId="3178460629" sldId="265"/>
            <ac:spMk id="10" creationId="{A4026A73-1F7F-49F2-B319-8CA3B3D53269}"/>
          </ac:spMkLst>
        </pc:spChg>
        <pc:spChg chg="add">
          <ac:chgData name="Aishwar C Nigam" userId="b0b382f3-1a41-4da3-92e1-f09e111328a1" providerId="ADAL" clId="{8A957FB4-2AE3-4D3E-A618-130ED577C9FB}" dt="2026-02-18T13:41:01.522" v="19" actId="26606"/>
          <ac:spMkLst>
            <pc:docMk/>
            <pc:sldMk cId="3178460629" sldId="265"/>
            <ac:spMk id="12" creationId="{5298780A-33B9-4EA2-8F67-DE68AD62841B}"/>
          </ac:spMkLst>
        </pc:spChg>
        <pc:spChg chg="add">
          <ac:chgData name="Aishwar C Nigam" userId="b0b382f3-1a41-4da3-92e1-f09e111328a1" providerId="ADAL" clId="{8A957FB4-2AE3-4D3E-A618-130ED577C9FB}" dt="2026-02-18T13:41:01.522" v="19" actId="26606"/>
          <ac:spMkLst>
            <pc:docMk/>
            <pc:sldMk cId="3178460629" sldId="265"/>
            <ac:spMk id="14" creationId="{7F488E8B-4E1E-4402-8935-D4E6C02615C7}"/>
          </ac:spMkLst>
        </pc:spChg>
        <pc:cxnChg chg="add">
          <ac:chgData name="Aishwar C Nigam" userId="b0b382f3-1a41-4da3-92e1-f09e111328a1" providerId="ADAL" clId="{8A957FB4-2AE3-4D3E-A618-130ED577C9FB}" dt="2026-02-18T13:41:01.522" v="19" actId="26606"/>
          <ac:cxnSpMkLst>
            <pc:docMk/>
            <pc:sldMk cId="3178460629" sldId="265"/>
            <ac:cxnSpMk id="16" creationId="{23AAC9B5-8015-485C-ACF9-A750390E9A56}"/>
          </ac:cxnSpMkLst>
        </pc:cxnChg>
      </pc:sldChg>
      <pc:sldChg chg="addSp modSp mod setBg">
        <pc:chgData name="Aishwar C Nigam" userId="b0b382f3-1a41-4da3-92e1-f09e111328a1" providerId="ADAL" clId="{8A957FB4-2AE3-4D3E-A618-130ED577C9FB}" dt="2026-02-18T13:41:08.725" v="20" actId="26606"/>
        <pc:sldMkLst>
          <pc:docMk/>
          <pc:sldMk cId="4068305589" sldId="266"/>
        </pc:sldMkLst>
        <pc:spChg chg="mod">
          <ac:chgData name="Aishwar C Nigam" userId="b0b382f3-1a41-4da3-92e1-f09e111328a1" providerId="ADAL" clId="{8A957FB4-2AE3-4D3E-A618-130ED577C9FB}" dt="2026-02-18T13:41:08.725" v="20" actId="26606"/>
          <ac:spMkLst>
            <pc:docMk/>
            <pc:sldMk cId="4068305589" sldId="266"/>
            <ac:spMk id="2" creationId="{09E4784A-D089-12B9-C552-6903F06490F0}"/>
          </ac:spMkLst>
        </pc:spChg>
        <pc:spChg chg="mod">
          <ac:chgData name="Aishwar C Nigam" userId="b0b382f3-1a41-4da3-92e1-f09e111328a1" providerId="ADAL" clId="{8A957FB4-2AE3-4D3E-A618-130ED577C9FB}" dt="2026-02-18T13:41:08.725" v="20" actId="26606"/>
          <ac:spMkLst>
            <pc:docMk/>
            <pc:sldMk cId="4068305589" sldId="266"/>
            <ac:spMk id="3" creationId="{A2980134-F6E9-D899-ABD2-D1D1F7749BB5}"/>
          </ac:spMkLst>
        </pc:spChg>
        <pc:spChg chg="add">
          <ac:chgData name="Aishwar C Nigam" userId="b0b382f3-1a41-4da3-92e1-f09e111328a1" providerId="ADAL" clId="{8A957FB4-2AE3-4D3E-A618-130ED577C9FB}" dt="2026-02-18T13:41:08.725" v="20" actId="26606"/>
          <ac:spMkLst>
            <pc:docMk/>
            <pc:sldMk cId="4068305589" sldId="266"/>
            <ac:spMk id="8" creationId="{081EA652-8C6A-4E69-BEB9-170809474553}"/>
          </ac:spMkLst>
        </pc:spChg>
        <pc:spChg chg="add">
          <ac:chgData name="Aishwar C Nigam" userId="b0b382f3-1a41-4da3-92e1-f09e111328a1" providerId="ADAL" clId="{8A957FB4-2AE3-4D3E-A618-130ED577C9FB}" dt="2026-02-18T13:41:08.725" v="20" actId="26606"/>
          <ac:spMkLst>
            <pc:docMk/>
            <pc:sldMk cId="4068305589" sldId="266"/>
            <ac:spMk id="10" creationId="{A4026A73-1F7F-49F2-B319-8CA3B3D53269}"/>
          </ac:spMkLst>
        </pc:spChg>
        <pc:spChg chg="add">
          <ac:chgData name="Aishwar C Nigam" userId="b0b382f3-1a41-4da3-92e1-f09e111328a1" providerId="ADAL" clId="{8A957FB4-2AE3-4D3E-A618-130ED577C9FB}" dt="2026-02-18T13:41:08.725" v="20" actId="26606"/>
          <ac:spMkLst>
            <pc:docMk/>
            <pc:sldMk cId="4068305589" sldId="266"/>
            <ac:spMk id="12" creationId="{5298780A-33B9-4EA2-8F67-DE68AD62841B}"/>
          </ac:spMkLst>
        </pc:spChg>
        <pc:spChg chg="add">
          <ac:chgData name="Aishwar C Nigam" userId="b0b382f3-1a41-4da3-92e1-f09e111328a1" providerId="ADAL" clId="{8A957FB4-2AE3-4D3E-A618-130ED577C9FB}" dt="2026-02-18T13:41:08.725" v="20" actId="26606"/>
          <ac:spMkLst>
            <pc:docMk/>
            <pc:sldMk cId="4068305589" sldId="266"/>
            <ac:spMk id="14" creationId="{7F488E8B-4E1E-4402-8935-D4E6C02615C7}"/>
          </ac:spMkLst>
        </pc:spChg>
        <pc:cxnChg chg="add">
          <ac:chgData name="Aishwar C Nigam" userId="b0b382f3-1a41-4da3-92e1-f09e111328a1" providerId="ADAL" clId="{8A957FB4-2AE3-4D3E-A618-130ED577C9FB}" dt="2026-02-18T13:41:08.725" v="20" actId="26606"/>
          <ac:cxnSpMkLst>
            <pc:docMk/>
            <pc:sldMk cId="4068305589" sldId="266"/>
            <ac:cxnSpMk id="16" creationId="{23AAC9B5-8015-485C-ACF9-A750390E9A56}"/>
          </ac:cxnSpMkLst>
        </pc:cxnChg>
      </pc:sldChg>
      <pc:sldChg chg="addSp modSp mod ord setBg addAnim">
        <pc:chgData name="Aishwar C Nigam" userId="b0b382f3-1a41-4da3-92e1-f09e111328a1" providerId="ADAL" clId="{8A957FB4-2AE3-4D3E-A618-130ED577C9FB}" dt="2026-02-18T13:49:30.514" v="74"/>
        <pc:sldMkLst>
          <pc:docMk/>
          <pc:sldMk cId="1962190857" sldId="267"/>
        </pc:sldMkLst>
        <pc:spChg chg="mod">
          <ac:chgData name="Aishwar C Nigam" userId="b0b382f3-1a41-4da3-92e1-f09e111328a1" providerId="ADAL" clId="{8A957FB4-2AE3-4D3E-A618-130ED577C9FB}" dt="2026-02-18T13:49:30.514" v="74"/>
          <ac:spMkLst>
            <pc:docMk/>
            <pc:sldMk cId="1962190857" sldId="267"/>
            <ac:spMk id="2" creationId="{309A44B4-CC26-B4E6-E3B2-36AD9A113F29}"/>
          </ac:spMkLst>
        </pc:spChg>
        <pc:spChg chg="mod">
          <ac:chgData name="Aishwar C Nigam" userId="b0b382f3-1a41-4da3-92e1-f09e111328a1" providerId="ADAL" clId="{8A957FB4-2AE3-4D3E-A618-130ED577C9FB}" dt="2026-02-18T13:41:14.185" v="21" actId="26606"/>
          <ac:spMkLst>
            <pc:docMk/>
            <pc:sldMk cId="1962190857" sldId="267"/>
            <ac:spMk id="3" creationId="{235F4EF3-CE98-4D25-6790-46C8D2C609A3}"/>
          </ac:spMkLst>
        </pc:spChg>
        <pc:spChg chg="add">
          <ac:chgData name="Aishwar C Nigam" userId="b0b382f3-1a41-4da3-92e1-f09e111328a1" providerId="ADAL" clId="{8A957FB4-2AE3-4D3E-A618-130ED577C9FB}" dt="2026-02-18T13:41:14.185" v="21" actId="26606"/>
          <ac:spMkLst>
            <pc:docMk/>
            <pc:sldMk cId="1962190857" sldId="267"/>
            <ac:spMk id="8" creationId="{5A292AEA-2528-46C0-B426-95822B6141FB}"/>
          </ac:spMkLst>
        </pc:spChg>
        <pc:spChg chg="add">
          <ac:chgData name="Aishwar C Nigam" userId="b0b382f3-1a41-4da3-92e1-f09e111328a1" providerId="ADAL" clId="{8A957FB4-2AE3-4D3E-A618-130ED577C9FB}" dt="2026-02-18T13:41:14.185" v="21" actId="26606"/>
          <ac:spMkLst>
            <pc:docMk/>
            <pc:sldMk cId="1962190857" sldId="267"/>
            <ac:spMk id="10" creationId="{D8B7B198-E4DF-43CD-AD8C-199884323745}"/>
          </ac:spMkLst>
        </pc:spChg>
        <pc:spChg chg="add">
          <ac:chgData name="Aishwar C Nigam" userId="b0b382f3-1a41-4da3-92e1-f09e111328a1" providerId="ADAL" clId="{8A957FB4-2AE3-4D3E-A618-130ED577C9FB}" dt="2026-02-18T13:41:14.185" v="21" actId="26606"/>
          <ac:spMkLst>
            <pc:docMk/>
            <pc:sldMk cId="1962190857" sldId="267"/>
            <ac:spMk id="12" creationId="{2BE67753-EA0E-4819-8D22-0B6600CF7231}"/>
          </ac:spMkLst>
        </pc:spChg>
        <pc:grpChg chg="add">
          <ac:chgData name="Aishwar C Nigam" userId="b0b382f3-1a41-4da3-92e1-f09e111328a1" providerId="ADAL" clId="{8A957FB4-2AE3-4D3E-A618-130ED577C9FB}" dt="2026-02-18T13:41:14.185" v="21" actId="26606"/>
          <ac:grpSpMkLst>
            <pc:docMk/>
            <pc:sldMk cId="1962190857" sldId="267"/>
            <ac:grpSpMk id="14" creationId="{D76D63AC-0421-45EC-B383-E79A61A78C6B}"/>
          </ac:grpSpMkLst>
        </pc:grpChg>
        <pc:grpChg chg="add">
          <ac:chgData name="Aishwar C Nigam" userId="b0b382f3-1a41-4da3-92e1-f09e111328a1" providerId="ADAL" clId="{8A957FB4-2AE3-4D3E-A618-130ED577C9FB}" dt="2026-02-18T13:41:14.185" v="21" actId="26606"/>
          <ac:grpSpMkLst>
            <pc:docMk/>
            <pc:sldMk cId="1962190857" sldId="267"/>
            <ac:grpSpMk id="23" creationId="{87F87F1B-42BA-4AC7-A4E2-41544DDB2CE3}"/>
          </ac:grpSpMkLst>
        </pc:grpChg>
        <pc:grpChg chg="add">
          <ac:chgData name="Aishwar C Nigam" userId="b0b382f3-1a41-4da3-92e1-f09e111328a1" providerId="ADAL" clId="{8A957FB4-2AE3-4D3E-A618-130ED577C9FB}" dt="2026-02-18T13:41:14.185" v="21" actId="26606"/>
          <ac:grpSpMkLst>
            <pc:docMk/>
            <pc:sldMk cId="1962190857" sldId="267"/>
            <ac:grpSpMk id="29" creationId="{967346A5-7569-4F15-AB5D-BE3DADF192C0}"/>
          </ac:grpSpMkLst>
        </pc:grpChg>
      </pc:sldChg>
      <pc:sldChg chg="addSp delSp mod">
        <pc:chgData name="Aishwar C Nigam" userId="b0b382f3-1a41-4da3-92e1-f09e111328a1" providerId="ADAL" clId="{8A957FB4-2AE3-4D3E-A618-130ED577C9FB}" dt="2026-02-18T13:41:24.296" v="23" actId="26606"/>
        <pc:sldMkLst>
          <pc:docMk/>
          <pc:sldMk cId="1158287098" sldId="268"/>
        </pc:sldMkLst>
        <pc:spChg chg="del">
          <ac:chgData name="Aishwar C Nigam" userId="b0b382f3-1a41-4da3-92e1-f09e111328a1" providerId="ADAL" clId="{8A957FB4-2AE3-4D3E-A618-130ED577C9FB}" dt="2026-02-18T13:41:24.296" v="23" actId="26606"/>
          <ac:spMkLst>
            <pc:docMk/>
            <pc:sldMk cId="1158287098" sldId="268"/>
            <ac:spMk id="3" creationId="{B1873111-0B1B-5D90-DDDC-51BF0493900B}"/>
          </ac:spMkLst>
        </pc:spChg>
        <pc:graphicFrameChg chg="add">
          <ac:chgData name="Aishwar C Nigam" userId="b0b382f3-1a41-4da3-92e1-f09e111328a1" providerId="ADAL" clId="{8A957FB4-2AE3-4D3E-A618-130ED577C9FB}" dt="2026-02-18T13:41:24.296" v="23" actId="26606"/>
          <ac:graphicFrameMkLst>
            <pc:docMk/>
            <pc:sldMk cId="1158287098" sldId="268"/>
            <ac:graphicFrameMk id="5" creationId="{8D7A7FEB-1EA7-BA3E-A8F1-8D17F80D85EF}"/>
          </ac:graphicFrameMkLst>
        </pc:graphicFrameChg>
      </pc:sldChg>
      <pc:sldChg chg="del">
        <pc:chgData name="Aishwar C Nigam" userId="b0b382f3-1a41-4da3-92e1-f09e111328a1" providerId="ADAL" clId="{8A957FB4-2AE3-4D3E-A618-130ED577C9FB}" dt="2026-02-18T13:49:53.816" v="76" actId="47"/>
        <pc:sldMkLst>
          <pc:docMk/>
          <pc:sldMk cId="118002453" sldId="269"/>
        </pc:sldMkLst>
      </pc:sldChg>
      <pc:sldChg chg="addSp delSp modSp add del mod setBg">
        <pc:chgData name="Aishwar C Nigam" userId="b0b382f3-1a41-4da3-92e1-f09e111328a1" providerId="ADAL" clId="{8A957FB4-2AE3-4D3E-A618-130ED577C9FB}" dt="2026-02-18T13:46:52.306" v="60" actId="47"/>
        <pc:sldMkLst>
          <pc:docMk/>
          <pc:sldMk cId="3156718248" sldId="270"/>
        </pc:sldMkLst>
        <pc:spChg chg="mod">
          <ac:chgData name="Aishwar C Nigam" userId="b0b382f3-1a41-4da3-92e1-f09e111328a1" providerId="ADAL" clId="{8A957FB4-2AE3-4D3E-A618-130ED577C9FB}" dt="2026-02-18T13:46:23.451" v="56" actId="26606"/>
          <ac:spMkLst>
            <pc:docMk/>
            <pc:sldMk cId="3156718248" sldId="270"/>
            <ac:spMk id="2" creationId="{1BF0B02D-5AA6-13BE-ED7F-28AE267DF1AA}"/>
          </ac:spMkLst>
        </pc:spChg>
        <pc:spChg chg="del">
          <ac:chgData name="Aishwar C Nigam" userId="b0b382f3-1a41-4da3-92e1-f09e111328a1" providerId="ADAL" clId="{8A957FB4-2AE3-4D3E-A618-130ED577C9FB}" dt="2026-02-18T13:46:23.451" v="56" actId="26606"/>
          <ac:spMkLst>
            <pc:docMk/>
            <pc:sldMk cId="3156718248" sldId="270"/>
            <ac:spMk id="3" creationId="{68A82E03-7C68-177E-8174-66A7ABD53972}"/>
          </ac:spMkLst>
        </pc:spChg>
        <pc:spChg chg="add">
          <ac:chgData name="Aishwar C Nigam" userId="b0b382f3-1a41-4da3-92e1-f09e111328a1" providerId="ADAL" clId="{8A957FB4-2AE3-4D3E-A618-130ED577C9FB}" dt="2026-02-18T13:46:23.451" v="56" actId="26606"/>
          <ac:spMkLst>
            <pc:docMk/>
            <pc:sldMk cId="3156718248" sldId="270"/>
            <ac:spMk id="10" creationId="{B50AB553-2A96-4A92-96F2-93548E096954}"/>
          </ac:spMkLst>
        </pc:spChg>
        <pc:graphicFrameChg chg="add">
          <ac:chgData name="Aishwar C Nigam" userId="b0b382f3-1a41-4da3-92e1-f09e111328a1" providerId="ADAL" clId="{8A957FB4-2AE3-4D3E-A618-130ED577C9FB}" dt="2026-02-18T13:46:23.451" v="56" actId="26606"/>
          <ac:graphicFrameMkLst>
            <pc:docMk/>
            <pc:sldMk cId="3156718248" sldId="270"/>
            <ac:graphicFrameMk id="5" creationId="{4F846F6F-0674-FC86-A950-5FF22D41A80B}"/>
          </ac:graphicFrameMkLst>
        </pc:graphicFrameChg>
        <pc:picChg chg="add">
          <ac:chgData name="Aishwar C Nigam" userId="b0b382f3-1a41-4da3-92e1-f09e111328a1" providerId="ADAL" clId="{8A957FB4-2AE3-4D3E-A618-130ED577C9FB}" dt="2026-02-18T13:46:23.451" v="56" actId="26606"/>
          <ac:picMkLst>
            <pc:docMk/>
            <pc:sldMk cId="3156718248" sldId="270"/>
            <ac:picMk id="6" creationId="{43AEA0DB-51ED-2B12-9F74-2D3B20D7EFBC}"/>
          </ac:picMkLst>
        </pc:picChg>
      </pc:sldChg>
      <pc:sldChg chg="del">
        <pc:chgData name="Aishwar C Nigam" userId="b0b382f3-1a41-4da3-92e1-f09e111328a1" providerId="ADAL" clId="{8A957FB4-2AE3-4D3E-A618-130ED577C9FB}" dt="2026-02-18T13:48:05.600" v="67" actId="47"/>
        <pc:sldMkLst>
          <pc:docMk/>
          <pc:sldMk cId="3265667369" sldId="271"/>
        </pc:sldMkLst>
      </pc:sldChg>
      <pc:sldChg chg="del">
        <pc:chgData name="Aishwar C Nigam" userId="b0b382f3-1a41-4da3-92e1-f09e111328a1" providerId="ADAL" clId="{8A957FB4-2AE3-4D3E-A618-130ED577C9FB}" dt="2026-02-18T13:49:32.038" v="75" actId="47"/>
        <pc:sldMkLst>
          <pc:docMk/>
          <pc:sldMk cId="457614226" sldId="272"/>
        </pc:sldMkLst>
      </pc:sldChg>
      <pc:sldChg chg="del">
        <pc:chgData name="Aishwar C Nigam" userId="b0b382f3-1a41-4da3-92e1-f09e111328a1" providerId="ADAL" clId="{8A957FB4-2AE3-4D3E-A618-130ED577C9FB}" dt="2026-02-18T13:48:28.055" v="68" actId="47"/>
        <pc:sldMkLst>
          <pc:docMk/>
          <pc:sldMk cId="3643131874" sldId="273"/>
        </pc:sldMkLst>
      </pc:sldChg>
      <pc:sldChg chg="addSp delSp mod">
        <pc:chgData name="Aishwar C Nigam" userId="b0b382f3-1a41-4da3-92e1-f09e111328a1" providerId="ADAL" clId="{8A957FB4-2AE3-4D3E-A618-130ED577C9FB}" dt="2026-02-18T13:48:34.949" v="69" actId="26606"/>
        <pc:sldMkLst>
          <pc:docMk/>
          <pc:sldMk cId="2549164579" sldId="274"/>
        </pc:sldMkLst>
        <pc:spChg chg="del">
          <ac:chgData name="Aishwar C Nigam" userId="b0b382f3-1a41-4da3-92e1-f09e111328a1" providerId="ADAL" clId="{8A957FB4-2AE3-4D3E-A618-130ED577C9FB}" dt="2026-02-18T13:48:34.949" v="69" actId="26606"/>
          <ac:spMkLst>
            <pc:docMk/>
            <pc:sldMk cId="2549164579" sldId="274"/>
            <ac:spMk id="3" creationId="{05458819-E4E3-8D04-76DD-44B02ABE015B}"/>
          </ac:spMkLst>
        </pc:spChg>
        <pc:graphicFrameChg chg="add">
          <ac:chgData name="Aishwar C Nigam" userId="b0b382f3-1a41-4da3-92e1-f09e111328a1" providerId="ADAL" clId="{8A957FB4-2AE3-4D3E-A618-130ED577C9FB}" dt="2026-02-18T13:48:34.949" v="69" actId="26606"/>
          <ac:graphicFrameMkLst>
            <pc:docMk/>
            <pc:sldMk cId="2549164579" sldId="274"/>
            <ac:graphicFrameMk id="5" creationId="{43FEE44A-497A-EDC5-FD9B-6545A1EA1637}"/>
          </ac:graphicFrameMkLst>
        </pc:graphicFrameChg>
      </pc:sldChg>
      <pc:sldChg chg="addSp delSp modSp mod setBg">
        <pc:chgData name="Aishwar C Nigam" userId="b0b382f3-1a41-4da3-92e1-f09e111328a1" providerId="ADAL" clId="{8A957FB4-2AE3-4D3E-A618-130ED577C9FB}" dt="2026-02-18T13:48:43.396" v="70" actId="26606"/>
        <pc:sldMkLst>
          <pc:docMk/>
          <pc:sldMk cId="3955016497" sldId="275"/>
        </pc:sldMkLst>
        <pc:spChg chg="mod">
          <ac:chgData name="Aishwar C Nigam" userId="b0b382f3-1a41-4da3-92e1-f09e111328a1" providerId="ADAL" clId="{8A957FB4-2AE3-4D3E-A618-130ED577C9FB}" dt="2026-02-18T13:48:43.396" v="70" actId="26606"/>
          <ac:spMkLst>
            <pc:docMk/>
            <pc:sldMk cId="3955016497" sldId="275"/>
            <ac:spMk id="2" creationId="{405A9ADD-7586-286F-9588-D16936AFCF22}"/>
          </ac:spMkLst>
        </pc:spChg>
        <pc:spChg chg="del">
          <ac:chgData name="Aishwar C Nigam" userId="b0b382f3-1a41-4da3-92e1-f09e111328a1" providerId="ADAL" clId="{8A957FB4-2AE3-4D3E-A618-130ED577C9FB}" dt="2026-02-18T13:48:43.396" v="70" actId="26606"/>
          <ac:spMkLst>
            <pc:docMk/>
            <pc:sldMk cId="3955016497" sldId="275"/>
            <ac:spMk id="3" creationId="{631413BF-B1B3-1350-7126-D10D82AB70FB}"/>
          </ac:spMkLst>
        </pc:spChg>
        <pc:spChg chg="add">
          <ac:chgData name="Aishwar C Nigam" userId="b0b382f3-1a41-4da3-92e1-f09e111328a1" providerId="ADAL" clId="{8A957FB4-2AE3-4D3E-A618-130ED577C9FB}" dt="2026-02-18T13:48:43.396" v="70" actId="26606"/>
          <ac:spMkLst>
            <pc:docMk/>
            <pc:sldMk cId="3955016497" sldId="275"/>
            <ac:spMk id="10" creationId="{B50AB553-2A96-4A92-96F2-93548E096954}"/>
          </ac:spMkLst>
        </pc:spChg>
        <pc:graphicFrameChg chg="add">
          <ac:chgData name="Aishwar C Nigam" userId="b0b382f3-1a41-4da3-92e1-f09e111328a1" providerId="ADAL" clId="{8A957FB4-2AE3-4D3E-A618-130ED577C9FB}" dt="2026-02-18T13:48:43.396" v="70" actId="26606"/>
          <ac:graphicFrameMkLst>
            <pc:docMk/>
            <pc:sldMk cId="3955016497" sldId="275"/>
            <ac:graphicFrameMk id="5" creationId="{6B2F0660-6F63-484F-1787-CF50183E1A19}"/>
          </ac:graphicFrameMkLst>
        </pc:graphicFrameChg>
        <pc:picChg chg="add">
          <ac:chgData name="Aishwar C Nigam" userId="b0b382f3-1a41-4da3-92e1-f09e111328a1" providerId="ADAL" clId="{8A957FB4-2AE3-4D3E-A618-130ED577C9FB}" dt="2026-02-18T13:48:43.396" v="70" actId="26606"/>
          <ac:picMkLst>
            <pc:docMk/>
            <pc:sldMk cId="3955016497" sldId="275"/>
            <ac:picMk id="6" creationId="{33522046-7F7D-D595-A108-16E036D6A423}"/>
          </ac:picMkLst>
        </pc:picChg>
      </pc:sldChg>
      <pc:sldChg chg="add">
        <pc:chgData name="Aishwar C Nigam" userId="b0b382f3-1a41-4da3-92e1-f09e111328a1" providerId="ADAL" clId="{8A957FB4-2AE3-4D3E-A618-130ED577C9FB}" dt="2026-02-18T13:37:18.652" v="0"/>
        <pc:sldMkLst>
          <pc:docMk/>
          <pc:sldMk cId="0" sldId="276"/>
        </pc:sldMkLst>
      </pc:sldChg>
      <pc:sldChg chg="add del">
        <pc:chgData name="Aishwar C Nigam" userId="b0b382f3-1a41-4da3-92e1-f09e111328a1" providerId="ADAL" clId="{8A957FB4-2AE3-4D3E-A618-130ED577C9FB}" dt="2026-02-18T13:40:31.435" v="15" actId="47"/>
        <pc:sldMkLst>
          <pc:docMk/>
          <pc:sldMk cId="2191769002" sldId="277"/>
        </pc:sldMkLst>
      </pc:sldChg>
      <pc:sldChg chg="addSp delSp modSp add del mod">
        <pc:chgData name="Aishwar C Nigam" userId="b0b382f3-1a41-4da3-92e1-f09e111328a1" providerId="ADAL" clId="{8A957FB4-2AE3-4D3E-A618-130ED577C9FB}" dt="2026-02-18T13:44:50.468" v="54" actId="47"/>
        <pc:sldMkLst>
          <pc:docMk/>
          <pc:sldMk cId="4068808805" sldId="277"/>
        </pc:sldMkLst>
        <pc:graphicFrameChg chg="del">
          <ac:chgData name="Aishwar C Nigam" userId="b0b382f3-1a41-4da3-92e1-f09e111328a1" providerId="ADAL" clId="{8A957FB4-2AE3-4D3E-A618-130ED577C9FB}" dt="2026-02-18T13:41:40.909" v="25" actId="478"/>
          <ac:graphicFrameMkLst>
            <pc:docMk/>
            <pc:sldMk cId="4068808805" sldId="277"/>
            <ac:graphicFrameMk id="5" creationId="{8EDB9C28-C06D-1592-7457-DE702397BC90}"/>
          </ac:graphicFrameMkLst>
        </pc:graphicFrameChg>
        <pc:picChg chg="add del mod">
          <ac:chgData name="Aishwar C Nigam" userId="b0b382f3-1a41-4da3-92e1-f09e111328a1" providerId="ADAL" clId="{8A957FB4-2AE3-4D3E-A618-130ED577C9FB}" dt="2026-02-18T13:42:04.347" v="27" actId="931"/>
          <ac:picMkLst>
            <pc:docMk/>
            <pc:sldMk cId="4068808805" sldId="277"/>
            <ac:picMk id="4" creationId="{3E2A4628-0638-E3A9-76BB-C3794DB5A8D3}"/>
          </ac:picMkLst>
        </pc:picChg>
        <pc:picChg chg="add del mod">
          <ac:chgData name="Aishwar C Nigam" userId="b0b382f3-1a41-4da3-92e1-f09e111328a1" providerId="ADAL" clId="{8A957FB4-2AE3-4D3E-A618-130ED577C9FB}" dt="2026-02-18T13:42:04.347" v="27" actId="931"/>
          <ac:picMkLst>
            <pc:docMk/>
            <pc:sldMk cId="4068808805" sldId="277"/>
            <ac:picMk id="7" creationId="{EFB620A3-E35F-81E9-3CAA-1FC364583D83}"/>
          </ac:picMkLst>
        </pc:picChg>
        <pc:picChg chg="add del mod">
          <ac:chgData name="Aishwar C Nigam" userId="b0b382f3-1a41-4da3-92e1-f09e111328a1" providerId="ADAL" clId="{8A957FB4-2AE3-4D3E-A618-130ED577C9FB}" dt="2026-02-18T13:42:04.347" v="27" actId="931"/>
          <ac:picMkLst>
            <pc:docMk/>
            <pc:sldMk cId="4068808805" sldId="277"/>
            <ac:picMk id="9" creationId="{E7B7BBBA-64B2-5D12-577C-2A9252727CF5}"/>
          </ac:picMkLst>
        </pc:picChg>
        <pc:picChg chg="add del mod">
          <ac:chgData name="Aishwar C Nigam" userId="b0b382f3-1a41-4da3-92e1-f09e111328a1" providerId="ADAL" clId="{8A957FB4-2AE3-4D3E-A618-130ED577C9FB}" dt="2026-02-18T13:42:04.347" v="27" actId="931"/>
          <ac:picMkLst>
            <pc:docMk/>
            <pc:sldMk cId="4068808805" sldId="277"/>
            <ac:picMk id="11" creationId="{BDAE73EC-675B-7E84-E4F3-78BB3630F58A}"/>
          </ac:picMkLst>
        </pc:picChg>
        <pc:picChg chg="add del mod">
          <ac:chgData name="Aishwar C Nigam" userId="b0b382f3-1a41-4da3-92e1-f09e111328a1" providerId="ADAL" clId="{8A957FB4-2AE3-4D3E-A618-130ED577C9FB}" dt="2026-02-18T13:42:04.347" v="27" actId="931"/>
          <ac:picMkLst>
            <pc:docMk/>
            <pc:sldMk cId="4068808805" sldId="277"/>
            <ac:picMk id="13" creationId="{223A3639-77C8-81EF-BB47-A46C766FBB25}"/>
          </ac:picMkLst>
        </pc:picChg>
        <pc:picChg chg="add del mod">
          <ac:chgData name="Aishwar C Nigam" userId="b0b382f3-1a41-4da3-92e1-f09e111328a1" providerId="ADAL" clId="{8A957FB4-2AE3-4D3E-A618-130ED577C9FB}" dt="2026-02-18T13:42:04.347" v="27" actId="931"/>
          <ac:picMkLst>
            <pc:docMk/>
            <pc:sldMk cId="4068808805" sldId="277"/>
            <ac:picMk id="15" creationId="{08FA920E-88A4-1651-BB1F-6E91205B84F3}"/>
          </ac:picMkLst>
        </pc:picChg>
        <pc:picChg chg="add del mod">
          <ac:chgData name="Aishwar C Nigam" userId="b0b382f3-1a41-4da3-92e1-f09e111328a1" providerId="ADAL" clId="{8A957FB4-2AE3-4D3E-A618-130ED577C9FB}" dt="2026-02-18T13:42:04.347" v="27" actId="931"/>
          <ac:picMkLst>
            <pc:docMk/>
            <pc:sldMk cId="4068808805" sldId="277"/>
            <ac:picMk id="17" creationId="{0BE37989-4BC9-D460-0220-426704258E52}"/>
          </ac:picMkLst>
        </pc:picChg>
        <pc:picChg chg="add del mod">
          <ac:chgData name="Aishwar C Nigam" userId="b0b382f3-1a41-4da3-92e1-f09e111328a1" providerId="ADAL" clId="{8A957FB4-2AE3-4D3E-A618-130ED577C9FB}" dt="2026-02-18T13:42:04.347" v="27" actId="931"/>
          <ac:picMkLst>
            <pc:docMk/>
            <pc:sldMk cId="4068808805" sldId="277"/>
            <ac:picMk id="19" creationId="{A19A7401-C8C2-D686-D7FB-D0C86759D33B}"/>
          </ac:picMkLst>
        </pc:picChg>
      </pc:sldChg>
      <pc:sldChg chg="addSp modSp add del mod">
        <pc:chgData name="Aishwar C Nigam" userId="b0b382f3-1a41-4da3-92e1-f09e111328a1" providerId="ADAL" clId="{8A957FB4-2AE3-4D3E-A618-130ED577C9FB}" dt="2026-02-18T13:45:10.625" v="55" actId="47"/>
        <pc:sldMkLst>
          <pc:docMk/>
          <pc:sldMk cId="3024862848" sldId="278"/>
        </pc:sldMkLst>
        <pc:spChg chg="add mod">
          <ac:chgData name="Aishwar C Nigam" userId="b0b382f3-1a41-4da3-92e1-f09e111328a1" providerId="ADAL" clId="{8A957FB4-2AE3-4D3E-A618-130ED577C9FB}" dt="2026-02-18T13:42:50.142" v="29"/>
          <ac:spMkLst>
            <pc:docMk/>
            <pc:sldMk cId="3024862848" sldId="278"/>
            <ac:spMk id="2" creationId="{915A61B7-6DC0-E4ED-FA4E-18639D5696D5}"/>
          </ac:spMkLst>
        </pc:spChg>
        <pc:picChg chg="mod modCrop">
          <ac:chgData name="Aishwar C Nigam" userId="b0b382f3-1a41-4da3-92e1-f09e111328a1" providerId="ADAL" clId="{8A957FB4-2AE3-4D3E-A618-130ED577C9FB}" dt="2026-02-18T13:43:07.398" v="32" actId="1076"/>
          <ac:picMkLst>
            <pc:docMk/>
            <pc:sldMk cId="3024862848" sldId="278"/>
            <ac:picMk id="3" creationId="{F15DB459-C4D3-4D92-51B7-A6878F234C74}"/>
          </ac:picMkLst>
        </pc:picChg>
      </pc:sldChg>
      <pc:sldChg chg="addSp delSp modSp add mod setBg">
        <pc:chgData name="Aishwar C Nigam" userId="b0b382f3-1a41-4da3-92e1-f09e111328a1" providerId="ADAL" clId="{8A957FB4-2AE3-4D3E-A618-130ED577C9FB}" dt="2026-02-18T13:51:01.467" v="79" actId="26606"/>
        <pc:sldMkLst>
          <pc:docMk/>
          <pc:sldMk cId="2843175676" sldId="279"/>
        </pc:sldMkLst>
        <pc:spChg chg="add mod">
          <ac:chgData name="Aishwar C Nigam" userId="b0b382f3-1a41-4da3-92e1-f09e111328a1" providerId="ADAL" clId="{8A957FB4-2AE3-4D3E-A618-130ED577C9FB}" dt="2026-02-18T13:51:01.467" v="79" actId="26606"/>
          <ac:spMkLst>
            <pc:docMk/>
            <pc:sldMk cId="2843175676" sldId="279"/>
            <ac:spMk id="2" creationId="{3B10D13C-05BA-D480-698C-71703758C008}"/>
          </ac:spMkLst>
        </pc:spChg>
        <pc:spChg chg="add">
          <ac:chgData name="Aishwar C Nigam" userId="b0b382f3-1a41-4da3-92e1-f09e111328a1" providerId="ADAL" clId="{8A957FB4-2AE3-4D3E-A618-130ED577C9FB}" dt="2026-02-18T13:51:01.467" v="79" actId="26606"/>
          <ac:spMkLst>
            <pc:docMk/>
            <pc:sldMk cId="2843175676" sldId="279"/>
            <ac:spMk id="5" creationId="{BA79A7CF-01AF-4178-9369-94E0C90EB046}"/>
          </ac:spMkLst>
        </pc:spChg>
        <pc:spChg chg="add">
          <ac:chgData name="Aishwar C Nigam" userId="b0b382f3-1a41-4da3-92e1-f09e111328a1" providerId="ADAL" clId="{8A957FB4-2AE3-4D3E-A618-130ED577C9FB}" dt="2026-02-18T13:51:01.467" v="79" actId="26606"/>
          <ac:spMkLst>
            <pc:docMk/>
            <pc:sldMk cId="2843175676" sldId="279"/>
            <ac:spMk id="6" creationId="{99413ED5-9ED4-4772-BCE4-2BCAE6B12E35}"/>
          </ac:spMkLst>
        </pc:spChg>
        <pc:spChg chg="add">
          <ac:chgData name="Aishwar C Nigam" userId="b0b382f3-1a41-4da3-92e1-f09e111328a1" providerId="ADAL" clId="{8A957FB4-2AE3-4D3E-A618-130ED577C9FB}" dt="2026-02-18T13:51:01.467" v="79" actId="26606"/>
          <ac:spMkLst>
            <pc:docMk/>
            <pc:sldMk cId="2843175676" sldId="279"/>
            <ac:spMk id="7" creationId="{04357C93-F0CB-4A1C-8F77-4E9063789819}"/>
          </ac:spMkLst>
        </pc:spChg>
        <pc:spChg chg="add del">
          <ac:chgData name="Aishwar C Nigam" userId="b0b382f3-1a41-4da3-92e1-f09e111328a1" providerId="ADAL" clId="{8A957FB4-2AE3-4D3E-A618-130ED577C9FB}" dt="2026-02-18T13:50:50.504" v="78" actId="26606"/>
          <ac:spMkLst>
            <pc:docMk/>
            <pc:sldMk cId="2843175676" sldId="279"/>
            <ac:spMk id="8" creationId="{68AF5748-FED8-45BA-8631-26D1D10F3246}"/>
          </ac:spMkLst>
        </pc:spChg>
        <pc:spChg chg="add del">
          <ac:chgData name="Aishwar C Nigam" userId="b0b382f3-1a41-4da3-92e1-f09e111328a1" providerId="ADAL" clId="{8A957FB4-2AE3-4D3E-A618-130ED577C9FB}" dt="2026-02-18T13:50:50.504" v="78" actId="26606"/>
          <ac:spMkLst>
            <pc:docMk/>
            <pc:sldMk cId="2843175676" sldId="279"/>
            <ac:spMk id="10" creationId="{AF2F604E-43BE-4DC3-B983-E071523364F8}"/>
          </ac:spMkLst>
        </pc:spChg>
        <pc:spChg chg="add del">
          <ac:chgData name="Aishwar C Nigam" userId="b0b382f3-1a41-4da3-92e1-f09e111328a1" providerId="ADAL" clId="{8A957FB4-2AE3-4D3E-A618-130ED577C9FB}" dt="2026-02-18T13:50:50.504" v="78" actId="26606"/>
          <ac:spMkLst>
            <pc:docMk/>
            <pc:sldMk cId="2843175676" sldId="279"/>
            <ac:spMk id="12" creationId="{08C9B587-E65E-4B52-B37C-ABEBB6E87928}"/>
          </ac:spMkLst>
        </pc:spChg>
        <pc:spChg chg="add">
          <ac:chgData name="Aishwar C Nigam" userId="b0b382f3-1a41-4da3-92e1-f09e111328a1" providerId="ADAL" clId="{8A957FB4-2AE3-4D3E-A618-130ED577C9FB}" dt="2026-02-18T13:51:01.467" v="79" actId="26606"/>
          <ac:spMkLst>
            <pc:docMk/>
            <pc:sldMk cId="2843175676" sldId="279"/>
            <ac:spMk id="14" creationId="{90F533E9-6690-41A8-A372-4C6C622D028D}"/>
          </ac:spMkLst>
        </pc:spChg>
        <pc:picChg chg="mod ord modCrop">
          <ac:chgData name="Aishwar C Nigam" userId="b0b382f3-1a41-4da3-92e1-f09e111328a1" providerId="ADAL" clId="{8A957FB4-2AE3-4D3E-A618-130ED577C9FB}" dt="2026-02-18T13:51:01.467" v="79" actId="26606"/>
          <ac:picMkLst>
            <pc:docMk/>
            <pc:sldMk cId="2843175676" sldId="279"/>
            <ac:picMk id="3" creationId="{A448329B-A3D8-DC5B-8E38-BC858ADB39E0}"/>
          </ac:picMkLst>
        </pc:picChg>
      </pc:sldChg>
      <pc:sldChg chg="addSp modSp add mod setBg">
        <pc:chgData name="Aishwar C Nigam" userId="b0b382f3-1a41-4da3-92e1-f09e111328a1" providerId="ADAL" clId="{8A957FB4-2AE3-4D3E-A618-130ED577C9FB}" dt="2026-02-18T13:51:07.327" v="80" actId="26606"/>
        <pc:sldMkLst>
          <pc:docMk/>
          <pc:sldMk cId="3384457084" sldId="280"/>
        </pc:sldMkLst>
        <pc:spChg chg="add mod">
          <ac:chgData name="Aishwar C Nigam" userId="b0b382f3-1a41-4da3-92e1-f09e111328a1" providerId="ADAL" clId="{8A957FB4-2AE3-4D3E-A618-130ED577C9FB}" dt="2026-02-18T13:51:07.327" v="80" actId="26606"/>
          <ac:spMkLst>
            <pc:docMk/>
            <pc:sldMk cId="3384457084" sldId="280"/>
            <ac:spMk id="2" creationId="{0CD09172-D304-3FA9-1D8B-50D3926D70D6}"/>
          </ac:spMkLst>
        </pc:spChg>
        <pc:spChg chg="add">
          <ac:chgData name="Aishwar C Nigam" userId="b0b382f3-1a41-4da3-92e1-f09e111328a1" providerId="ADAL" clId="{8A957FB4-2AE3-4D3E-A618-130ED577C9FB}" dt="2026-02-18T13:51:07.327" v="80" actId="26606"/>
          <ac:spMkLst>
            <pc:docMk/>
            <pc:sldMk cId="3384457084" sldId="280"/>
            <ac:spMk id="8" creationId="{BA79A7CF-01AF-4178-9369-94E0C90EB046}"/>
          </ac:spMkLst>
        </pc:spChg>
        <pc:spChg chg="add">
          <ac:chgData name="Aishwar C Nigam" userId="b0b382f3-1a41-4da3-92e1-f09e111328a1" providerId="ADAL" clId="{8A957FB4-2AE3-4D3E-A618-130ED577C9FB}" dt="2026-02-18T13:51:07.327" v="80" actId="26606"/>
          <ac:spMkLst>
            <pc:docMk/>
            <pc:sldMk cId="3384457084" sldId="280"/>
            <ac:spMk id="10" creationId="{99413ED5-9ED4-4772-BCE4-2BCAE6B12E35}"/>
          </ac:spMkLst>
        </pc:spChg>
        <pc:spChg chg="add">
          <ac:chgData name="Aishwar C Nigam" userId="b0b382f3-1a41-4da3-92e1-f09e111328a1" providerId="ADAL" clId="{8A957FB4-2AE3-4D3E-A618-130ED577C9FB}" dt="2026-02-18T13:51:07.327" v="80" actId="26606"/>
          <ac:spMkLst>
            <pc:docMk/>
            <pc:sldMk cId="3384457084" sldId="280"/>
            <ac:spMk id="12" creationId="{04357C93-F0CB-4A1C-8F77-4E9063789819}"/>
          </ac:spMkLst>
        </pc:spChg>
        <pc:spChg chg="add">
          <ac:chgData name="Aishwar C Nigam" userId="b0b382f3-1a41-4da3-92e1-f09e111328a1" providerId="ADAL" clId="{8A957FB4-2AE3-4D3E-A618-130ED577C9FB}" dt="2026-02-18T13:51:07.327" v="80" actId="26606"/>
          <ac:spMkLst>
            <pc:docMk/>
            <pc:sldMk cId="3384457084" sldId="280"/>
            <ac:spMk id="14" creationId="{90F533E9-6690-41A8-A372-4C6C622D028D}"/>
          </ac:spMkLst>
        </pc:spChg>
        <pc:picChg chg="mod ord modCrop">
          <ac:chgData name="Aishwar C Nigam" userId="b0b382f3-1a41-4da3-92e1-f09e111328a1" providerId="ADAL" clId="{8A957FB4-2AE3-4D3E-A618-130ED577C9FB}" dt="2026-02-18T13:51:07.327" v="80" actId="26606"/>
          <ac:picMkLst>
            <pc:docMk/>
            <pc:sldMk cId="3384457084" sldId="280"/>
            <ac:picMk id="3" creationId="{128ABFEA-FC6F-11BE-79C2-83794CADA98C}"/>
          </ac:picMkLst>
        </pc:picChg>
      </pc:sldChg>
      <pc:sldChg chg="addSp modSp add mod setBg">
        <pc:chgData name="Aishwar C Nigam" userId="b0b382f3-1a41-4da3-92e1-f09e111328a1" providerId="ADAL" clId="{8A957FB4-2AE3-4D3E-A618-130ED577C9FB}" dt="2026-02-18T13:51:13.130" v="81" actId="26606"/>
        <pc:sldMkLst>
          <pc:docMk/>
          <pc:sldMk cId="1141055433" sldId="281"/>
        </pc:sldMkLst>
        <pc:spChg chg="add mod">
          <ac:chgData name="Aishwar C Nigam" userId="b0b382f3-1a41-4da3-92e1-f09e111328a1" providerId="ADAL" clId="{8A957FB4-2AE3-4D3E-A618-130ED577C9FB}" dt="2026-02-18T13:51:13.130" v="81" actId="26606"/>
          <ac:spMkLst>
            <pc:docMk/>
            <pc:sldMk cId="1141055433" sldId="281"/>
            <ac:spMk id="2" creationId="{5B7B19D5-1B72-AE06-22A9-9DC45C7E8D57}"/>
          </ac:spMkLst>
        </pc:spChg>
        <pc:spChg chg="add">
          <ac:chgData name="Aishwar C Nigam" userId="b0b382f3-1a41-4da3-92e1-f09e111328a1" providerId="ADAL" clId="{8A957FB4-2AE3-4D3E-A618-130ED577C9FB}" dt="2026-02-18T13:51:13.130" v="81" actId="26606"/>
          <ac:spMkLst>
            <pc:docMk/>
            <pc:sldMk cId="1141055433" sldId="281"/>
            <ac:spMk id="8" creationId="{BA79A7CF-01AF-4178-9369-94E0C90EB046}"/>
          </ac:spMkLst>
        </pc:spChg>
        <pc:spChg chg="add">
          <ac:chgData name="Aishwar C Nigam" userId="b0b382f3-1a41-4da3-92e1-f09e111328a1" providerId="ADAL" clId="{8A957FB4-2AE3-4D3E-A618-130ED577C9FB}" dt="2026-02-18T13:51:13.130" v="81" actId="26606"/>
          <ac:spMkLst>
            <pc:docMk/>
            <pc:sldMk cId="1141055433" sldId="281"/>
            <ac:spMk id="10" creationId="{99413ED5-9ED4-4772-BCE4-2BCAE6B12E35}"/>
          </ac:spMkLst>
        </pc:spChg>
        <pc:spChg chg="add">
          <ac:chgData name="Aishwar C Nigam" userId="b0b382f3-1a41-4da3-92e1-f09e111328a1" providerId="ADAL" clId="{8A957FB4-2AE3-4D3E-A618-130ED577C9FB}" dt="2026-02-18T13:51:13.130" v="81" actId="26606"/>
          <ac:spMkLst>
            <pc:docMk/>
            <pc:sldMk cId="1141055433" sldId="281"/>
            <ac:spMk id="12" creationId="{04357C93-F0CB-4A1C-8F77-4E9063789819}"/>
          </ac:spMkLst>
        </pc:spChg>
        <pc:spChg chg="add">
          <ac:chgData name="Aishwar C Nigam" userId="b0b382f3-1a41-4da3-92e1-f09e111328a1" providerId="ADAL" clId="{8A957FB4-2AE3-4D3E-A618-130ED577C9FB}" dt="2026-02-18T13:51:13.130" v="81" actId="26606"/>
          <ac:spMkLst>
            <pc:docMk/>
            <pc:sldMk cId="1141055433" sldId="281"/>
            <ac:spMk id="14" creationId="{90F533E9-6690-41A8-A372-4C6C622D028D}"/>
          </ac:spMkLst>
        </pc:spChg>
        <pc:picChg chg="mod ord modCrop">
          <ac:chgData name="Aishwar C Nigam" userId="b0b382f3-1a41-4da3-92e1-f09e111328a1" providerId="ADAL" clId="{8A957FB4-2AE3-4D3E-A618-130ED577C9FB}" dt="2026-02-18T13:51:13.130" v="81" actId="26606"/>
          <ac:picMkLst>
            <pc:docMk/>
            <pc:sldMk cId="1141055433" sldId="281"/>
            <ac:picMk id="3" creationId="{880A9FB4-BFA6-1AFB-6DB3-1D2739A5174A}"/>
          </ac:picMkLst>
        </pc:picChg>
      </pc:sldChg>
      <pc:sldChg chg="addSp modSp add mod setBg">
        <pc:chgData name="Aishwar C Nigam" userId="b0b382f3-1a41-4da3-92e1-f09e111328a1" providerId="ADAL" clId="{8A957FB4-2AE3-4D3E-A618-130ED577C9FB}" dt="2026-02-18T13:51:16.181" v="82" actId="26606"/>
        <pc:sldMkLst>
          <pc:docMk/>
          <pc:sldMk cId="435127690" sldId="282"/>
        </pc:sldMkLst>
        <pc:spChg chg="add mod">
          <ac:chgData name="Aishwar C Nigam" userId="b0b382f3-1a41-4da3-92e1-f09e111328a1" providerId="ADAL" clId="{8A957FB4-2AE3-4D3E-A618-130ED577C9FB}" dt="2026-02-18T13:51:16.181" v="82" actId="26606"/>
          <ac:spMkLst>
            <pc:docMk/>
            <pc:sldMk cId="435127690" sldId="282"/>
            <ac:spMk id="2" creationId="{869E95B5-6F60-D3F2-744A-DC47F09CFB55}"/>
          </ac:spMkLst>
        </pc:spChg>
        <pc:spChg chg="add">
          <ac:chgData name="Aishwar C Nigam" userId="b0b382f3-1a41-4da3-92e1-f09e111328a1" providerId="ADAL" clId="{8A957FB4-2AE3-4D3E-A618-130ED577C9FB}" dt="2026-02-18T13:51:16.181" v="82" actId="26606"/>
          <ac:spMkLst>
            <pc:docMk/>
            <pc:sldMk cId="435127690" sldId="282"/>
            <ac:spMk id="8" creationId="{BA79A7CF-01AF-4178-9369-94E0C90EB046}"/>
          </ac:spMkLst>
        </pc:spChg>
        <pc:spChg chg="add">
          <ac:chgData name="Aishwar C Nigam" userId="b0b382f3-1a41-4da3-92e1-f09e111328a1" providerId="ADAL" clId="{8A957FB4-2AE3-4D3E-A618-130ED577C9FB}" dt="2026-02-18T13:51:16.181" v="82" actId="26606"/>
          <ac:spMkLst>
            <pc:docMk/>
            <pc:sldMk cId="435127690" sldId="282"/>
            <ac:spMk id="10" creationId="{99413ED5-9ED4-4772-BCE4-2BCAE6B12E35}"/>
          </ac:spMkLst>
        </pc:spChg>
        <pc:spChg chg="add">
          <ac:chgData name="Aishwar C Nigam" userId="b0b382f3-1a41-4da3-92e1-f09e111328a1" providerId="ADAL" clId="{8A957FB4-2AE3-4D3E-A618-130ED577C9FB}" dt="2026-02-18T13:51:16.181" v="82" actId="26606"/>
          <ac:spMkLst>
            <pc:docMk/>
            <pc:sldMk cId="435127690" sldId="282"/>
            <ac:spMk id="12" creationId="{04357C93-F0CB-4A1C-8F77-4E9063789819}"/>
          </ac:spMkLst>
        </pc:spChg>
        <pc:spChg chg="add">
          <ac:chgData name="Aishwar C Nigam" userId="b0b382f3-1a41-4da3-92e1-f09e111328a1" providerId="ADAL" clId="{8A957FB4-2AE3-4D3E-A618-130ED577C9FB}" dt="2026-02-18T13:51:16.181" v="82" actId="26606"/>
          <ac:spMkLst>
            <pc:docMk/>
            <pc:sldMk cId="435127690" sldId="282"/>
            <ac:spMk id="14" creationId="{90F533E9-6690-41A8-A372-4C6C622D028D}"/>
          </ac:spMkLst>
        </pc:spChg>
        <pc:picChg chg="mod ord modCrop">
          <ac:chgData name="Aishwar C Nigam" userId="b0b382f3-1a41-4da3-92e1-f09e111328a1" providerId="ADAL" clId="{8A957FB4-2AE3-4D3E-A618-130ED577C9FB}" dt="2026-02-18T13:51:16.181" v="82" actId="26606"/>
          <ac:picMkLst>
            <pc:docMk/>
            <pc:sldMk cId="435127690" sldId="282"/>
            <ac:picMk id="3" creationId="{DEEB8F6D-1683-3229-381E-382B827CCE00}"/>
          </ac:picMkLst>
        </pc:picChg>
      </pc:sldChg>
      <pc:sldChg chg="addSp modSp add mod setBg">
        <pc:chgData name="Aishwar C Nigam" userId="b0b382f3-1a41-4da3-92e1-f09e111328a1" providerId="ADAL" clId="{8A957FB4-2AE3-4D3E-A618-130ED577C9FB}" dt="2026-02-18T13:51:19.354" v="83" actId="26606"/>
        <pc:sldMkLst>
          <pc:docMk/>
          <pc:sldMk cId="1462403231" sldId="283"/>
        </pc:sldMkLst>
        <pc:spChg chg="add mod">
          <ac:chgData name="Aishwar C Nigam" userId="b0b382f3-1a41-4da3-92e1-f09e111328a1" providerId="ADAL" clId="{8A957FB4-2AE3-4D3E-A618-130ED577C9FB}" dt="2026-02-18T13:51:19.354" v="83" actId="26606"/>
          <ac:spMkLst>
            <pc:docMk/>
            <pc:sldMk cId="1462403231" sldId="283"/>
            <ac:spMk id="2" creationId="{CFF4D462-1B3E-6AD8-B982-DA87F6179CDB}"/>
          </ac:spMkLst>
        </pc:spChg>
        <pc:spChg chg="add">
          <ac:chgData name="Aishwar C Nigam" userId="b0b382f3-1a41-4da3-92e1-f09e111328a1" providerId="ADAL" clId="{8A957FB4-2AE3-4D3E-A618-130ED577C9FB}" dt="2026-02-18T13:51:19.354" v="83" actId="26606"/>
          <ac:spMkLst>
            <pc:docMk/>
            <pc:sldMk cId="1462403231" sldId="283"/>
            <ac:spMk id="8" creationId="{BA79A7CF-01AF-4178-9369-94E0C90EB046}"/>
          </ac:spMkLst>
        </pc:spChg>
        <pc:spChg chg="add">
          <ac:chgData name="Aishwar C Nigam" userId="b0b382f3-1a41-4da3-92e1-f09e111328a1" providerId="ADAL" clId="{8A957FB4-2AE3-4D3E-A618-130ED577C9FB}" dt="2026-02-18T13:51:19.354" v="83" actId="26606"/>
          <ac:spMkLst>
            <pc:docMk/>
            <pc:sldMk cId="1462403231" sldId="283"/>
            <ac:spMk id="10" creationId="{99413ED5-9ED4-4772-BCE4-2BCAE6B12E35}"/>
          </ac:spMkLst>
        </pc:spChg>
        <pc:spChg chg="add">
          <ac:chgData name="Aishwar C Nigam" userId="b0b382f3-1a41-4da3-92e1-f09e111328a1" providerId="ADAL" clId="{8A957FB4-2AE3-4D3E-A618-130ED577C9FB}" dt="2026-02-18T13:51:19.354" v="83" actId="26606"/>
          <ac:spMkLst>
            <pc:docMk/>
            <pc:sldMk cId="1462403231" sldId="283"/>
            <ac:spMk id="12" creationId="{04357C93-F0CB-4A1C-8F77-4E9063789819}"/>
          </ac:spMkLst>
        </pc:spChg>
        <pc:spChg chg="add">
          <ac:chgData name="Aishwar C Nigam" userId="b0b382f3-1a41-4da3-92e1-f09e111328a1" providerId="ADAL" clId="{8A957FB4-2AE3-4D3E-A618-130ED577C9FB}" dt="2026-02-18T13:51:19.354" v="83" actId="26606"/>
          <ac:spMkLst>
            <pc:docMk/>
            <pc:sldMk cId="1462403231" sldId="283"/>
            <ac:spMk id="14" creationId="{90F533E9-6690-41A8-A372-4C6C622D028D}"/>
          </ac:spMkLst>
        </pc:spChg>
        <pc:picChg chg="mod ord modCrop">
          <ac:chgData name="Aishwar C Nigam" userId="b0b382f3-1a41-4da3-92e1-f09e111328a1" providerId="ADAL" clId="{8A957FB4-2AE3-4D3E-A618-130ED577C9FB}" dt="2026-02-18T13:51:19.354" v="83" actId="26606"/>
          <ac:picMkLst>
            <pc:docMk/>
            <pc:sldMk cId="1462403231" sldId="283"/>
            <ac:picMk id="3" creationId="{679915B2-6AE2-3B14-1877-16F590045EE4}"/>
          </ac:picMkLst>
        </pc:picChg>
      </pc:sldChg>
      <pc:sldChg chg="addSp modSp add mod setBg">
        <pc:chgData name="Aishwar C Nigam" userId="b0b382f3-1a41-4da3-92e1-f09e111328a1" providerId="ADAL" clId="{8A957FB4-2AE3-4D3E-A618-130ED577C9FB}" dt="2026-02-18T13:51:22.372" v="84" actId="26606"/>
        <pc:sldMkLst>
          <pc:docMk/>
          <pc:sldMk cId="4052374133" sldId="284"/>
        </pc:sldMkLst>
        <pc:spChg chg="add mod">
          <ac:chgData name="Aishwar C Nigam" userId="b0b382f3-1a41-4da3-92e1-f09e111328a1" providerId="ADAL" clId="{8A957FB4-2AE3-4D3E-A618-130ED577C9FB}" dt="2026-02-18T13:51:22.372" v="84" actId="26606"/>
          <ac:spMkLst>
            <pc:docMk/>
            <pc:sldMk cId="4052374133" sldId="284"/>
            <ac:spMk id="2" creationId="{C897983A-47D1-4347-2515-729E272F2072}"/>
          </ac:spMkLst>
        </pc:spChg>
        <pc:spChg chg="add">
          <ac:chgData name="Aishwar C Nigam" userId="b0b382f3-1a41-4da3-92e1-f09e111328a1" providerId="ADAL" clId="{8A957FB4-2AE3-4D3E-A618-130ED577C9FB}" dt="2026-02-18T13:51:22.372" v="84" actId="26606"/>
          <ac:spMkLst>
            <pc:docMk/>
            <pc:sldMk cId="4052374133" sldId="284"/>
            <ac:spMk id="8" creationId="{BA79A7CF-01AF-4178-9369-94E0C90EB046}"/>
          </ac:spMkLst>
        </pc:spChg>
        <pc:spChg chg="add">
          <ac:chgData name="Aishwar C Nigam" userId="b0b382f3-1a41-4da3-92e1-f09e111328a1" providerId="ADAL" clId="{8A957FB4-2AE3-4D3E-A618-130ED577C9FB}" dt="2026-02-18T13:51:22.372" v="84" actId="26606"/>
          <ac:spMkLst>
            <pc:docMk/>
            <pc:sldMk cId="4052374133" sldId="284"/>
            <ac:spMk id="10" creationId="{99413ED5-9ED4-4772-BCE4-2BCAE6B12E35}"/>
          </ac:spMkLst>
        </pc:spChg>
        <pc:spChg chg="add">
          <ac:chgData name="Aishwar C Nigam" userId="b0b382f3-1a41-4da3-92e1-f09e111328a1" providerId="ADAL" clId="{8A957FB4-2AE3-4D3E-A618-130ED577C9FB}" dt="2026-02-18T13:51:22.372" v="84" actId="26606"/>
          <ac:spMkLst>
            <pc:docMk/>
            <pc:sldMk cId="4052374133" sldId="284"/>
            <ac:spMk id="12" creationId="{04357C93-F0CB-4A1C-8F77-4E9063789819}"/>
          </ac:spMkLst>
        </pc:spChg>
        <pc:spChg chg="add">
          <ac:chgData name="Aishwar C Nigam" userId="b0b382f3-1a41-4da3-92e1-f09e111328a1" providerId="ADAL" clId="{8A957FB4-2AE3-4D3E-A618-130ED577C9FB}" dt="2026-02-18T13:51:22.372" v="84" actId="26606"/>
          <ac:spMkLst>
            <pc:docMk/>
            <pc:sldMk cId="4052374133" sldId="284"/>
            <ac:spMk id="14" creationId="{90F533E9-6690-41A8-A372-4C6C622D028D}"/>
          </ac:spMkLst>
        </pc:spChg>
        <pc:picChg chg="mod ord modCrop">
          <ac:chgData name="Aishwar C Nigam" userId="b0b382f3-1a41-4da3-92e1-f09e111328a1" providerId="ADAL" clId="{8A957FB4-2AE3-4D3E-A618-130ED577C9FB}" dt="2026-02-18T13:51:22.372" v="84" actId="26606"/>
          <ac:picMkLst>
            <pc:docMk/>
            <pc:sldMk cId="4052374133" sldId="284"/>
            <ac:picMk id="3" creationId="{900BF1BD-415B-53A0-4EA8-6ABFC0C32FF0}"/>
          </ac:picMkLst>
        </pc:picChg>
      </pc:sldChg>
      <pc:sldChg chg="addSp modSp add mod setBg">
        <pc:chgData name="Aishwar C Nigam" userId="b0b382f3-1a41-4da3-92e1-f09e111328a1" providerId="ADAL" clId="{8A957FB4-2AE3-4D3E-A618-130ED577C9FB}" dt="2026-02-18T13:51:26.295" v="85" actId="26606"/>
        <pc:sldMkLst>
          <pc:docMk/>
          <pc:sldMk cId="3091160149" sldId="285"/>
        </pc:sldMkLst>
        <pc:spChg chg="add mod">
          <ac:chgData name="Aishwar C Nigam" userId="b0b382f3-1a41-4da3-92e1-f09e111328a1" providerId="ADAL" clId="{8A957FB4-2AE3-4D3E-A618-130ED577C9FB}" dt="2026-02-18T13:51:26.295" v="85" actId="26606"/>
          <ac:spMkLst>
            <pc:docMk/>
            <pc:sldMk cId="3091160149" sldId="285"/>
            <ac:spMk id="2" creationId="{0F7A3341-4561-B46E-F212-6041A8090A42}"/>
          </ac:spMkLst>
        </pc:spChg>
        <pc:spChg chg="add">
          <ac:chgData name="Aishwar C Nigam" userId="b0b382f3-1a41-4da3-92e1-f09e111328a1" providerId="ADAL" clId="{8A957FB4-2AE3-4D3E-A618-130ED577C9FB}" dt="2026-02-18T13:51:26.295" v="85" actId="26606"/>
          <ac:spMkLst>
            <pc:docMk/>
            <pc:sldMk cId="3091160149" sldId="285"/>
            <ac:spMk id="8" creationId="{BA79A7CF-01AF-4178-9369-94E0C90EB046}"/>
          </ac:spMkLst>
        </pc:spChg>
        <pc:spChg chg="add">
          <ac:chgData name="Aishwar C Nigam" userId="b0b382f3-1a41-4da3-92e1-f09e111328a1" providerId="ADAL" clId="{8A957FB4-2AE3-4D3E-A618-130ED577C9FB}" dt="2026-02-18T13:51:26.295" v="85" actId="26606"/>
          <ac:spMkLst>
            <pc:docMk/>
            <pc:sldMk cId="3091160149" sldId="285"/>
            <ac:spMk id="10" creationId="{99413ED5-9ED4-4772-BCE4-2BCAE6B12E35}"/>
          </ac:spMkLst>
        </pc:spChg>
        <pc:spChg chg="add">
          <ac:chgData name="Aishwar C Nigam" userId="b0b382f3-1a41-4da3-92e1-f09e111328a1" providerId="ADAL" clId="{8A957FB4-2AE3-4D3E-A618-130ED577C9FB}" dt="2026-02-18T13:51:26.295" v="85" actId="26606"/>
          <ac:spMkLst>
            <pc:docMk/>
            <pc:sldMk cId="3091160149" sldId="285"/>
            <ac:spMk id="12" creationId="{04357C93-F0CB-4A1C-8F77-4E9063789819}"/>
          </ac:spMkLst>
        </pc:spChg>
        <pc:spChg chg="add">
          <ac:chgData name="Aishwar C Nigam" userId="b0b382f3-1a41-4da3-92e1-f09e111328a1" providerId="ADAL" clId="{8A957FB4-2AE3-4D3E-A618-130ED577C9FB}" dt="2026-02-18T13:51:26.295" v="85" actId="26606"/>
          <ac:spMkLst>
            <pc:docMk/>
            <pc:sldMk cId="3091160149" sldId="285"/>
            <ac:spMk id="14" creationId="{90F533E9-6690-41A8-A372-4C6C622D028D}"/>
          </ac:spMkLst>
        </pc:spChg>
        <pc:picChg chg="mod ord modCrop">
          <ac:chgData name="Aishwar C Nigam" userId="b0b382f3-1a41-4da3-92e1-f09e111328a1" providerId="ADAL" clId="{8A957FB4-2AE3-4D3E-A618-130ED577C9FB}" dt="2026-02-18T13:51:26.295" v="85" actId="26606"/>
          <ac:picMkLst>
            <pc:docMk/>
            <pc:sldMk cId="3091160149" sldId="285"/>
            <ac:picMk id="3" creationId="{0E0D4699-51E0-36D2-9235-44A03A67C114}"/>
          </ac:picMkLst>
        </pc:picChg>
      </pc:sldChg>
      <pc:sldChg chg="modSp add mod">
        <pc:chgData name="Aishwar C Nigam" userId="b0b382f3-1a41-4da3-92e1-f09e111328a1" providerId="ADAL" clId="{8A957FB4-2AE3-4D3E-A618-130ED577C9FB}" dt="2026-02-18T13:47:01.189" v="62" actId="14100"/>
        <pc:sldMkLst>
          <pc:docMk/>
          <pc:sldMk cId="4225065416" sldId="286"/>
        </pc:sldMkLst>
        <pc:picChg chg="mod">
          <ac:chgData name="Aishwar C Nigam" userId="b0b382f3-1a41-4da3-92e1-f09e111328a1" providerId="ADAL" clId="{8A957FB4-2AE3-4D3E-A618-130ED577C9FB}" dt="2026-02-18T13:47:01.189" v="62" actId="14100"/>
          <ac:picMkLst>
            <pc:docMk/>
            <pc:sldMk cId="4225065416" sldId="286"/>
            <ac:picMk id="3" creationId="{812E13DC-73B6-3B6A-D695-895523BAEAE6}"/>
          </ac:picMkLst>
        </pc:picChg>
      </pc:sldChg>
      <pc:sldChg chg="addSp modSp add mod">
        <pc:chgData name="Aishwar C Nigam" userId="b0b382f3-1a41-4da3-92e1-f09e111328a1" providerId="ADAL" clId="{8A957FB4-2AE3-4D3E-A618-130ED577C9FB}" dt="2026-02-18T13:47:56.713" v="66" actId="732"/>
        <pc:sldMkLst>
          <pc:docMk/>
          <pc:sldMk cId="3164084503" sldId="287"/>
        </pc:sldMkLst>
        <pc:spChg chg="add mod">
          <ac:chgData name="Aishwar C Nigam" userId="b0b382f3-1a41-4da3-92e1-f09e111328a1" providerId="ADAL" clId="{8A957FB4-2AE3-4D3E-A618-130ED577C9FB}" dt="2026-02-18T13:47:47.567" v="64"/>
          <ac:spMkLst>
            <pc:docMk/>
            <pc:sldMk cId="3164084503" sldId="287"/>
            <ac:spMk id="2" creationId="{40FD3576-1BEE-8D92-DA08-0605E3F4EDCD}"/>
          </ac:spMkLst>
        </pc:spChg>
        <pc:picChg chg="mod modCrop">
          <ac:chgData name="Aishwar C Nigam" userId="b0b382f3-1a41-4da3-92e1-f09e111328a1" providerId="ADAL" clId="{8A957FB4-2AE3-4D3E-A618-130ED577C9FB}" dt="2026-02-18T13:47:56.713" v="66" actId="732"/>
          <ac:picMkLst>
            <pc:docMk/>
            <pc:sldMk cId="3164084503" sldId="287"/>
            <ac:picMk id="3" creationId="{F62F6E1F-AA5D-D21A-016D-75AE4F61CD4D}"/>
          </ac:picMkLst>
        </pc:picChg>
      </pc:sldChg>
      <pc:sldChg chg="add">
        <pc:chgData name="Aishwar C Nigam" userId="b0b382f3-1a41-4da3-92e1-f09e111328a1" providerId="ADAL" clId="{8A957FB4-2AE3-4D3E-A618-130ED577C9FB}" dt="2026-02-18T13:49:19.140" v="71" actId="2890"/>
        <pc:sldMkLst>
          <pc:docMk/>
          <pc:sldMk cId="3092296811" sldId="288"/>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1E8962-0564-4612-A09B-3C20774A9A32}"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158590E4-4C0A-471F-9A15-ED77A63F115F}">
      <dgm:prSet/>
      <dgm:spPr/>
      <dgm:t>
        <a:bodyPr/>
        <a:lstStyle/>
        <a:p>
          <a:r>
            <a:rPr lang="en-US"/>
            <a:t>Strong knowledge depth</a:t>
          </a:r>
        </a:p>
      </dgm:t>
    </dgm:pt>
    <dgm:pt modelId="{80A0C1FE-1839-4AD5-8DF6-BF0387CB1AEC}" type="parTrans" cxnId="{E040F577-91C6-45DD-B8E4-584EFEC444B2}">
      <dgm:prSet/>
      <dgm:spPr/>
      <dgm:t>
        <a:bodyPr/>
        <a:lstStyle/>
        <a:p>
          <a:endParaRPr lang="en-US"/>
        </a:p>
      </dgm:t>
    </dgm:pt>
    <dgm:pt modelId="{DA195300-F9A4-4658-B08E-24F387DE9550}" type="sibTrans" cxnId="{E040F577-91C6-45DD-B8E4-584EFEC444B2}">
      <dgm:prSet/>
      <dgm:spPr/>
      <dgm:t>
        <a:bodyPr/>
        <a:lstStyle/>
        <a:p>
          <a:endParaRPr lang="en-US"/>
        </a:p>
      </dgm:t>
    </dgm:pt>
    <dgm:pt modelId="{10170D88-4B15-4807-90BB-ACB380EE1BEE}">
      <dgm:prSet/>
      <dgm:spPr/>
      <dgm:t>
        <a:bodyPr/>
        <a:lstStyle/>
        <a:p>
          <a:r>
            <a:rPr lang="en-US"/>
            <a:t>Improvement visible</a:t>
          </a:r>
        </a:p>
      </dgm:t>
    </dgm:pt>
    <dgm:pt modelId="{9E78821F-757A-4BDB-81C3-419AEAA664D4}" type="parTrans" cxnId="{EF444645-5532-4C80-A1FD-9058F6771863}">
      <dgm:prSet/>
      <dgm:spPr/>
      <dgm:t>
        <a:bodyPr/>
        <a:lstStyle/>
        <a:p>
          <a:endParaRPr lang="en-US"/>
        </a:p>
      </dgm:t>
    </dgm:pt>
    <dgm:pt modelId="{2755D2F2-AA6D-4D55-BB18-C65FE86A58A5}" type="sibTrans" cxnId="{EF444645-5532-4C80-A1FD-9058F6771863}">
      <dgm:prSet/>
      <dgm:spPr/>
      <dgm:t>
        <a:bodyPr/>
        <a:lstStyle/>
        <a:p>
          <a:endParaRPr lang="en-US"/>
        </a:p>
      </dgm:t>
    </dgm:pt>
    <dgm:pt modelId="{B5A0C76E-A456-4C40-B498-3F834BA33A24}">
      <dgm:prSet/>
      <dgm:spPr/>
      <dgm:t>
        <a:bodyPr/>
        <a:lstStyle/>
        <a:p>
          <a:r>
            <a:rPr lang="en-US"/>
            <a:t>Delivery maturity still stabilizing</a:t>
          </a:r>
        </a:p>
      </dgm:t>
    </dgm:pt>
    <dgm:pt modelId="{9554EFF3-1915-42BA-B3AD-5DB948770E62}" type="parTrans" cxnId="{EA6FCC12-4969-4555-848C-F5600F81F5B7}">
      <dgm:prSet/>
      <dgm:spPr/>
      <dgm:t>
        <a:bodyPr/>
        <a:lstStyle/>
        <a:p>
          <a:endParaRPr lang="en-US"/>
        </a:p>
      </dgm:t>
    </dgm:pt>
    <dgm:pt modelId="{55A09E85-4D45-49BE-9A00-CD57EFA8549C}" type="sibTrans" cxnId="{EA6FCC12-4969-4555-848C-F5600F81F5B7}">
      <dgm:prSet/>
      <dgm:spPr/>
      <dgm:t>
        <a:bodyPr/>
        <a:lstStyle/>
        <a:p>
          <a:endParaRPr lang="en-US"/>
        </a:p>
      </dgm:t>
    </dgm:pt>
    <dgm:pt modelId="{BFFA363A-AB50-493F-BC93-386776083827}">
      <dgm:prSet/>
      <dgm:spPr/>
      <dgm:t>
        <a:bodyPr/>
        <a:lstStyle/>
        <a:p>
          <a:r>
            <a:rPr lang="en-US"/>
            <a:t>Professional consistency required</a:t>
          </a:r>
        </a:p>
      </dgm:t>
    </dgm:pt>
    <dgm:pt modelId="{9D6101FF-1A4A-485E-8864-D4FAB7AF16B4}" type="parTrans" cxnId="{814C04DC-0232-41FB-A8FD-560D04AACC30}">
      <dgm:prSet/>
      <dgm:spPr/>
      <dgm:t>
        <a:bodyPr/>
        <a:lstStyle/>
        <a:p>
          <a:endParaRPr lang="en-US"/>
        </a:p>
      </dgm:t>
    </dgm:pt>
    <dgm:pt modelId="{CBA19251-2CC1-41EB-98C8-9731CEB54985}" type="sibTrans" cxnId="{814C04DC-0232-41FB-A8FD-560D04AACC30}">
      <dgm:prSet/>
      <dgm:spPr/>
      <dgm:t>
        <a:bodyPr/>
        <a:lstStyle/>
        <a:p>
          <a:endParaRPr lang="en-US"/>
        </a:p>
      </dgm:t>
    </dgm:pt>
    <dgm:pt modelId="{5E689B10-C811-4D52-87ED-EFD0306885DB}" type="pres">
      <dgm:prSet presAssocID="{D01E8962-0564-4612-A09B-3C20774A9A32}" presName="root" presStyleCnt="0">
        <dgm:presLayoutVars>
          <dgm:dir/>
          <dgm:resizeHandles val="exact"/>
        </dgm:presLayoutVars>
      </dgm:prSet>
      <dgm:spPr/>
    </dgm:pt>
    <dgm:pt modelId="{4FCFE6E7-66C9-4E33-8947-6853A04CD330}" type="pres">
      <dgm:prSet presAssocID="{D01E8962-0564-4612-A09B-3C20774A9A32}" presName="container" presStyleCnt="0">
        <dgm:presLayoutVars>
          <dgm:dir/>
          <dgm:resizeHandles val="exact"/>
        </dgm:presLayoutVars>
      </dgm:prSet>
      <dgm:spPr/>
    </dgm:pt>
    <dgm:pt modelId="{3571054F-5368-4D3F-8D0B-14BEAC0264BF}" type="pres">
      <dgm:prSet presAssocID="{158590E4-4C0A-471F-9A15-ED77A63F115F}" presName="compNode" presStyleCnt="0"/>
      <dgm:spPr/>
    </dgm:pt>
    <dgm:pt modelId="{011FBC32-3F25-45F9-A5D8-F0CB9232EDB0}" type="pres">
      <dgm:prSet presAssocID="{158590E4-4C0A-471F-9A15-ED77A63F115F}" presName="iconBgRect" presStyleLbl="bgShp" presStyleIdx="0" presStyleCnt="4"/>
      <dgm:spPr/>
    </dgm:pt>
    <dgm:pt modelId="{993083D6-5D45-41DF-8776-70704A7853A2}" type="pres">
      <dgm:prSet presAssocID="{158590E4-4C0A-471F-9A15-ED77A63F115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D60B5FB-1E8A-43AD-A5A1-2FB2BB0AA294}" type="pres">
      <dgm:prSet presAssocID="{158590E4-4C0A-471F-9A15-ED77A63F115F}" presName="spaceRect" presStyleCnt="0"/>
      <dgm:spPr/>
    </dgm:pt>
    <dgm:pt modelId="{D1162A69-BC4D-4CE1-9F60-CABFF7687997}" type="pres">
      <dgm:prSet presAssocID="{158590E4-4C0A-471F-9A15-ED77A63F115F}" presName="textRect" presStyleLbl="revTx" presStyleIdx="0" presStyleCnt="4">
        <dgm:presLayoutVars>
          <dgm:chMax val="1"/>
          <dgm:chPref val="1"/>
        </dgm:presLayoutVars>
      </dgm:prSet>
      <dgm:spPr/>
    </dgm:pt>
    <dgm:pt modelId="{E12EC784-A3C7-452B-A6CF-F8C6E9FA19F1}" type="pres">
      <dgm:prSet presAssocID="{DA195300-F9A4-4658-B08E-24F387DE9550}" presName="sibTrans" presStyleLbl="sibTrans2D1" presStyleIdx="0" presStyleCnt="0"/>
      <dgm:spPr/>
    </dgm:pt>
    <dgm:pt modelId="{DD204DC9-8CD3-4BA8-8DC3-803291601D62}" type="pres">
      <dgm:prSet presAssocID="{10170D88-4B15-4807-90BB-ACB380EE1BEE}" presName="compNode" presStyleCnt="0"/>
      <dgm:spPr/>
    </dgm:pt>
    <dgm:pt modelId="{41020724-4E58-4FE4-9D2A-86F13AC8C6F2}" type="pres">
      <dgm:prSet presAssocID="{10170D88-4B15-4807-90BB-ACB380EE1BEE}" presName="iconBgRect" presStyleLbl="bgShp" presStyleIdx="1" presStyleCnt="4"/>
      <dgm:spPr/>
    </dgm:pt>
    <dgm:pt modelId="{D3352F07-1D6C-45FC-A1B4-C043242C6F9E}" type="pres">
      <dgm:prSet presAssocID="{10170D88-4B15-4807-90BB-ACB380EE1BE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78AA2A9E-7378-4B9D-8E6A-63F903F26A8B}" type="pres">
      <dgm:prSet presAssocID="{10170D88-4B15-4807-90BB-ACB380EE1BEE}" presName="spaceRect" presStyleCnt="0"/>
      <dgm:spPr/>
    </dgm:pt>
    <dgm:pt modelId="{A3886BCE-1535-4F21-8F41-478FEFFD1C7E}" type="pres">
      <dgm:prSet presAssocID="{10170D88-4B15-4807-90BB-ACB380EE1BEE}" presName="textRect" presStyleLbl="revTx" presStyleIdx="1" presStyleCnt="4">
        <dgm:presLayoutVars>
          <dgm:chMax val="1"/>
          <dgm:chPref val="1"/>
        </dgm:presLayoutVars>
      </dgm:prSet>
      <dgm:spPr/>
    </dgm:pt>
    <dgm:pt modelId="{FFA6789B-59F1-4EF1-A08D-72FE02C55350}" type="pres">
      <dgm:prSet presAssocID="{2755D2F2-AA6D-4D55-BB18-C65FE86A58A5}" presName="sibTrans" presStyleLbl="sibTrans2D1" presStyleIdx="0" presStyleCnt="0"/>
      <dgm:spPr/>
    </dgm:pt>
    <dgm:pt modelId="{BFE07C38-579A-4EE1-9C00-9D055F983CD1}" type="pres">
      <dgm:prSet presAssocID="{B5A0C76E-A456-4C40-B498-3F834BA33A24}" presName="compNode" presStyleCnt="0"/>
      <dgm:spPr/>
    </dgm:pt>
    <dgm:pt modelId="{8FECAFE0-C5C1-4CE4-8D86-7C08130734BE}" type="pres">
      <dgm:prSet presAssocID="{B5A0C76E-A456-4C40-B498-3F834BA33A24}" presName="iconBgRect" presStyleLbl="bgShp" presStyleIdx="2" presStyleCnt="4"/>
      <dgm:spPr/>
    </dgm:pt>
    <dgm:pt modelId="{9AE35F45-4FA6-43BB-9EC5-1E8DEE647CD4}" type="pres">
      <dgm:prSet presAssocID="{B5A0C76E-A456-4C40-B498-3F834BA33A2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E3E534C5-74F8-494E-B363-94F2FD7E0A44}" type="pres">
      <dgm:prSet presAssocID="{B5A0C76E-A456-4C40-B498-3F834BA33A24}" presName="spaceRect" presStyleCnt="0"/>
      <dgm:spPr/>
    </dgm:pt>
    <dgm:pt modelId="{67DEA826-3FBC-4B99-B8D2-4D5B36544EBE}" type="pres">
      <dgm:prSet presAssocID="{B5A0C76E-A456-4C40-B498-3F834BA33A24}" presName="textRect" presStyleLbl="revTx" presStyleIdx="2" presStyleCnt="4">
        <dgm:presLayoutVars>
          <dgm:chMax val="1"/>
          <dgm:chPref val="1"/>
        </dgm:presLayoutVars>
      </dgm:prSet>
      <dgm:spPr/>
    </dgm:pt>
    <dgm:pt modelId="{B9742306-3248-4903-B2A8-32E807AB55DD}" type="pres">
      <dgm:prSet presAssocID="{55A09E85-4D45-49BE-9A00-CD57EFA8549C}" presName="sibTrans" presStyleLbl="sibTrans2D1" presStyleIdx="0" presStyleCnt="0"/>
      <dgm:spPr/>
    </dgm:pt>
    <dgm:pt modelId="{6DCC4667-59AB-4DD1-A64F-7625A201E085}" type="pres">
      <dgm:prSet presAssocID="{BFFA363A-AB50-493F-BC93-386776083827}" presName="compNode" presStyleCnt="0"/>
      <dgm:spPr/>
    </dgm:pt>
    <dgm:pt modelId="{17888C57-4414-4D91-8A7B-0AAA265696BB}" type="pres">
      <dgm:prSet presAssocID="{BFFA363A-AB50-493F-BC93-386776083827}" presName="iconBgRect" presStyleLbl="bgShp" presStyleIdx="3" presStyleCnt="4"/>
      <dgm:spPr/>
    </dgm:pt>
    <dgm:pt modelId="{ECAFF14D-DA5D-4B44-B65C-40AAC7EA0856}" type="pres">
      <dgm:prSet presAssocID="{BFFA363A-AB50-493F-BC93-38677608382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 List"/>
        </a:ext>
      </dgm:extLst>
    </dgm:pt>
    <dgm:pt modelId="{4896ED01-2B65-4613-98B0-FF075BF4D299}" type="pres">
      <dgm:prSet presAssocID="{BFFA363A-AB50-493F-BC93-386776083827}" presName="spaceRect" presStyleCnt="0"/>
      <dgm:spPr/>
    </dgm:pt>
    <dgm:pt modelId="{3233523F-29F3-4BA6-8933-3E7305681F92}" type="pres">
      <dgm:prSet presAssocID="{BFFA363A-AB50-493F-BC93-386776083827}" presName="textRect" presStyleLbl="revTx" presStyleIdx="3" presStyleCnt="4">
        <dgm:presLayoutVars>
          <dgm:chMax val="1"/>
          <dgm:chPref val="1"/>
        </dgm:presLayoutVars>
      </dgm:prSet>
      <dgm:spPr/>
    </dgm:pt>
  </dgm:ptLst>
  <dgm:cxnLst>
    <dgm:cxn modelId="{EA6FCC12-4969-4555-848C-F5600F81F5B7}" srcId="{D01E8962-0564-4612-A09B-3C20774A9A32}" destId="{B5A0C76E-A456-4C40-B498-3F834BA33A24}" srcOrd="2" destOrd="0" parTransId="{9554EFF3-1915-42BA-B3AD-5DB948770E62}" sibTransId="{55A09E85-4D45-49BE-9A00-CD57EFA8549C}"/>
    <dgm:cxn modelId="{B30BD15E-B753-4FD1-9C4B-6A1C1E5DEA41}" type="presOf" srcId="{55A09E85-4D45-49BE-9A00-CD57EFA8549C}" destId="{B9742306-3248-4903-B2A8-32E807AB55DD}" srcOrd="0" destOrd="0" presId="urn:microsoft.com/office/officeart/2018/2/layout/IconCircleList"/>
    <dgm:cxn modelId="{EF444645-5532-4C80-A1FD-9058F6771863}" srcId="{D01E8962-0564-4612-A09B-3C20774A9A32}" destId="{10170D88-4B15-4807-90BB-ACB380EE1BEE}" srcOrd="1" destOrd="0" parTransId="{9E78821F-757A-4BDB-81C3-419AEAA664D4}" sibTransId="{2755D2F2-AA6D-4D55-BB18-C65FE86A58A5}"/>
    <dgm:cxn modelId="{89E8CE4F-3875-4ED8-81E7-030B5858D592}" type="presOf" srcId="{DA195300-F9A4-4658-B08E-24F387DE9550}" destId="{E12EC784-A3C7-452B-A6CF-F8C6E9FA19F1}" srcOrd="0" destOrd="0" presId="urn:microsoft.com/office/officeart/2018/2/layout/IconCircleList"/>
    <dgm:cxn modelId="{E040F577-91C6-45DD-B8E4-584EFEC444B2}" srcId="{D01E8962-0564-4612-A09B-3C20774A9A32}" destId="{158590E4-4C0A-471F-9A15-ED77A63F115F}" srcOrd="0" destOrd="0" parTransId="{80A0C1FE-1839-4AD5-8DF6-BF0387CB1AEC}" sibTransId="{DA195300-F9A4-4658-B08E-24F387DE9550}"/>
    <dgm:cxn modelId="{85CCE67F-FB2B-4A82-AA7E-2E2D4C7477AA}" type="presOf" srcId="{B5A0C76E-A456-4C40-B498-3F834BA33A24}" destId="{67DEA826-3FBC-4B99-B8D2-4D5B36544EBE}" srcOrd="0" destOrd="0" presId="urn:microsoft.com/office/officeart/2018/2/layout/IconCircleList"/>
    <dgm:cxn modelId="{BD7E5B81-1378-4F22-89CE-89BBF6C841D2}" type="presOf" srcId="{10170D88-4B15-4807-90BB-ACB380EE1BEE}" destId="{A3886BCE-1535-4F21-8F41-478FEFFD1C7E}" srcOrd="0" destOrd="0" presId="urn:microsoft.com/office/officeart/2018/2/layout/IconCircleList"/>
    <dgm:cxn modelId="{4347D0AB-F1A9-4B5F-BD94-973206D22ED3}" type="presOf" srcId="{D01E8962-0564-4612-A09B-3C20774A9A32}" destId="{5E689B10-C811-4D52-87ED-EFD0306885DB}" srcOrd="0" destOrd="0" presId="urn:microsoft.com/office/officeart/2018/2/layout/IconCircleList"/>
    <dgm:cxn modelId="{79F8A4D3-DFF8-4FB1-B03B-3123C603F901}" type="presOf" srcId="{158590E4-4C0A-471F-9A15-ED77A63F115F}" destId="{D1162A69-BC4D-4CE1-9F60-CABFF7687997}" srcOrd="0" destOrd="0" presId="urn:microsoft.com/office/officeart/2018/2/layout/IconCircleList"/>
    <dgm:cxn modelId="{814C04DC-0232-41FB-A8FD-560D04AACC30}" srcId="{D01E8962-0564-4612-A09B-3C20774A9A32}" destId="{BFFA363A-AB50-493F-BC93-386776083827}" srcOrd="3" destOrd="0" parTransId="{9D6101FF-1A4A-485E-8864-D4FAB7AF16B4}" sibTransId="{CBA19251-2CC1-41EB-98C8-9731CEB54985}"/>
    <dgm:cxn modelId="{4C3DE3EF-FC74-431A-852F-520F82E8FF30}" type="presOf" srcId="{BFFA363A-AB50-493F-BC93-386776083827}" destId="{3233523F-29F3-4BA6-8933-3E7305681F92}" srcOrd="0" destOrd="0" presId="urn:microsoft.com/office/officeart/2018/2/layout/IconCircleList"/>
    <dgm:cxn modelId="{0FF0AEF3-B9E2-42DA-A817-588F77F2470B}" type="presOf" srcId="{2755D2F2-AA6D-4D55-BB18-C65FE86A58A5}" destId="{FFA6789B-59F1-4EF1-A08D-72FE02C55350}" srcOrd="0" destOrd="0" presId="urn:microsoft.com/office/officeart/2018/2/layout/IconCircleList"/>
    <dgm:cxn modelId="{12866197-7CE0-4C08-8680-0430F3D2ADD3}" type="presParOf" srcId="{5E689B10-C811-4D52-87ED-EFD0306885DB}" destId="{4FCFE6E7-66C9-4E33-8947-6853A04CD330}" srcOrd="0" destOrd="0" presId="urn:microsoft.com/office/officeart/2018/2/layout/IconCircleList"/>
    <dgm:cxn modelId="{17DB6301-59DC-4F54-8B0D-46AAAED3531B}" type="presParOf" srcId="{4FCFE6E7-66C9-4E33-8947-6853A04CD330}" destId="{3571054F-5368-4D3F-8D0B-14BEAC0264BF}" srcOrd="0" destOrd="0" presId="urn:microsoft.com/office/officeart/2018/2/layout/IconCircleList"/>
    <dgm:cxn modelId="{8FF7C287-6184-4159-8AC6-E8AD77DF8BBE}" type="presParOf" srcId="{3571054F-5368-4D3F-8D0B-14BEAC0264BF}" destId="{011FBC32-3F25-45F9-A5D8-F0CB9232EDB0}" srcOrd="0" destOrd="0" presId="urn:microsoft.com/office/officeart/2018/2/layout/IconCircleList"/>
    <dgm:cxn modelId="{52077232-B1E0-4556-9A01-52F0CACA34F7}" type="presParOf" srcId="{3571054F-5368-4D3F-8D0B-14BEAC0264BF}" destId="{993083D6-5D45-41DF-8776-70704A7853A2}" srcOrd="1" destOrd="0" presId="urn:microsoft.com/office/officeart/2018/2/layout/IconCircleList"/>
    <dgm:cxn modelId="{EB1A93AD-5585-4A81-B056-3DD54E8B2451}" type="presParOf" srcId="{3571054F-5368-4D3F-8D0B-14BEAC0264BF}" destId="{DD60B5FB-1E8A-43AD-A5A1-2FB2BB0AA294}" srcOrd="2" destOrd="0" presId="urn:microsoft.com/office/officeart/2018/2/layout/IconCircleList"/>
    <dgm:cxn modelId="{E150E19B-A8E1-4B0C-AAC0-71CECA1BA9D6}" type="presParOf" srcId="{3571054F-5368-4D3F-8D0B-14BEAC0264BF}" destId="{D1162A69-BC4D-4CE1-9F60-CABFF7687997}" srcOrd="3" destOrd="0" presId="urn:microsoft.com/office/officeart/2018/2/layout/IconCircleList"/>
    <dgm:cxn modelId="{FA8914DA-2A8E-4430-9DE1-C81D666A0CF9}" type="presParOf" srcId="{4FCFE6E7-66C9-4E33-8947-6853A04CD330}" destId="{E12EC784-A3C7-452B-A6CF-F8C6E9FA19F1}" srcOrd="1" destOrd="0" presId="urn:microsoft.com/office/officeart/2018/2/layout/IconCircleList"/>
    <dgm:cxn modelId="{C1AD4C5F-1BAF-4197-8CE1-B4408A6E0C8A}" type="presParOf" srcId="{4FCFE6E7-66C9-4E33-8947-6853A04CD330}" destId="{DD204DC9-8CD3-4BA8-8DC3-803291601D62}" srcOrd="2" destOrd="0" presId="urn:microsoft.com/office/officeart/2018/2/layout/IconCircleList"/>
    <dgm:cxn modelId="{F3EF6168-F406-4B4D-AF1D-DF3146BF086F}" type="presParOf" srcId="{DD204DC9-8CD3-4BA8-8DC3-803291601D62}" destId="{41020724-4E58-4FE4-9D2A-86F13AC8C6F2}" srcOrd="0" destOrd="0" presId="urn:microsoft.com/office/officeart/2018/2/layout/IconCircleList"/>
    <dgm:cxn modelId="{584FDF3A-660B-406B-8C34-0563D9451062}" type="presParOf" srcId="{DD204DC9-8CD3-4BA8-8DC3-803291601D62}" destId="{D3352F07-1D6C-45FC-A1B4-C043242C6F9E}" srcOrd="1" destOrd="0" presId="urn:microsoft.com/office/officeart/2018/2/layout/IconCircleList"/>
    <dgm:cxn modelId="{185D011F-EB7F-462D-8C6B-FCB63BDB571B}" type="presParOf" srcId="{DD204DC9-8CD3-4BA8-8DC3-803291601D62}" destId="{78AA2A9E-7378-4B9D-8E6A-63F903F26A8B}" srcOrd="2" destOrd="0" presId="urn:microsoft.com/office/officeart/2018/2/layout/IconCircleList"/>
    <dgm:cxn modelId="{B3354BB8-64DC-459A-9652-455E16684EF2}" type="presParOf" srcId="{DD204DC9-8CD3-4BA8-8DC3-803291601D62}" destId="{A3886BCE-1535-4F21-8F41-478FEFFD1C7E}" srcOrd="3" destOrd="0" presId="urn:microsoft.com/office/officeart/2018/2/layout/IconCircleList"/>
    <dgm:cxn modelId="{83B1788C-684E-498C-8910-F26BFEB842A0}" type="presParOf" srcId="{4FCFE6E7-66C9-4E33-8947-6853A04CD330}" destId="{FFA6789B-59F1-4EF1-A08D-72FE02C55350}" srcOrd="3" destOrd="0" presId="urn:microsoft.com/office/officeart/2018/2/layout/IconCircleList"/>
    <dgm:cxn modelId="{2011F970-6D8A-4531-B255-7C3819B77438}" type="presParOf" srcId="{4FCFE6E7-66C9-4E33-8947-6853A04CD330}" destId="{BFE07C38-579A-4EE1-9C00-9D055F983CD1}" srcOrd="4" destOrd="0" presId="urn:microsoft.com/office/officeart/2018/2/layout/IconCircleList"/>
    <dgm:cxn modelId="{64784850-19EC-473B-9258-0AC88C0E53B8}" type="presParOf" srcId="{BFE07C38-579A-4EE1-9C00-9D055F983CD1}" destId="{8FECAFE0-C5C1-4CE4-8D86-7C08130734BE}" srcOrd="0" destOrd="0" presId="urn:microsoft.com/office/officeart/2018/2/layout/IconCircleList"/>
    <dgm:cxn modelId="{8E053181-8764-4E9C-9827-9774BA49EC1D}" type="presParOf" srcId="{BFE07C38-579A-4EE1-9C00-9D055F983CD1}" destId="{9AE35F45-4FA6-43BB-9EC5-1E8DEE647CD4}" srcOrd="1" destOrd="0" presId="urn:microsoft.com/office/officeart/2018/2/layout/IconCircleList"/>
    <dgm:cxn modelId="{650AD546-8EBC-41FB-90B4-73EE58D133E7}" type="presParOf" srcId="{BFE07C38-579A-4EE1-9C00-9D055F983CD1}" destId="{E3E534C5-74F8-494E-B363-94F2FD7E0A44}" srcOrd="2" destOrd="0" presId="urn:microsoft.com/office/officeart/2018/2/layout/IconCircleList"/>
    <dgm:cxn modelId="{AF45D711-230F-4131-86E9-6ED017B094D2}" type="presParOf" srcId="{BFE07C38-579A-4EE1-9C00-9D055F983CD1}" destId="{67DEA826-3FBC-4B99-B8D2-4D5B36544EBE}" srcOrd="3" destOrd="0" presId="urn:microsoft.com/office/officeart/2018/2/layout/IconCircleList"/>
    <dgm:cxn modelId="{D8D6895C-11AB-4E64-A494-10ABCFFADFEC}" type="presParOf" srcId="{4FCFE6E7-66C9-4E33-8947-6853A04CD330}" destId="{B9742306-3248-4903-B2A8-32E807AB55DD}" srcOrd="5" destOrd="0" presId="urn:microsoft.com/office/officeart/2018/2/layout/IconCircleList"/>
    <dgm:cxn modelId="{132A236F-8816-4F03-B85A-02498EF292CA}" type="presParOf" srcId="{4FCFE6E7-66C9-4E33-8947-6853A04CD330}" destId="{6DCC4667-59AB-4DD1-A64F-7625A201E085}" srcOrd="6" destOrd="0" presId="urn:microsoft.com/office/officeart/2018/2/layout/IconCircleList"/>
    <dgm:cxn modelId="{7623E0A1-F3F9-4675-91E4-13EA90745316}" type="presParOf" srcId="{6DCC4667-59AB-4DD1-A64F-7625A201E085}" destId="{17888C57-4414-4D91-8A7B-0AAA265696BB}" srcOrd="0" destOrd="0" presId="urn:microsoft.com/office/officeart/2018/2/layout/IconCircleList"/>
    <dgm:cxn modelId="{5325EBD0-92DF-48E2-9ED9-15E282BDA60D}" type="presParOf" srcId="{6DCC4667-59AB-4DD1-A64F-7625A201E085}" destId="{ECAFF14D-DA5D-4B44-B65C-40AAC7EA0856}" srcOrd="1" destOrd="0" presId="urn:microsoft.com/office/officeart/2018/2/layout/IconCircleList"/>
    <dgm:cxn modelId="{816015E2-3FA0-462D-A088-A20E9C4E09C1}" type="presParOf" srcId="{6DCC4667-59AB-4DD1-A64F-7625A201E085}" destId="{4896ED01-2B65-4613-98B0-FF075BF4D299}" srcOrd="2" destOrd="0" presId="urn:microsoft.com/office/officeart/2018/2/layout/IconCircleList"/>
    <dgm:cxn modelId="{1F38E706-765C-4A8E-9A6B-EB8920A77B25}" type="presParOf" srcId="{6DCC4667-59AB-4DD1-A64F-7625A201E085}" destId="{3233523F-29F3-4BA6-8933-3E7305681F92}"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B4721F-F279-4E2E-BB34-90F7AEBEFE6A}"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06317F17-10F9-4F92-8E36-FB090E8807BF}">
      <dgm:prSet/>
      <dgm:spPr/>
      <dgm:t>
        <a:bodyPr/>
        <a:lstStyle/>
        <a:p>
          <a:r>
            <a:rPr lang="en-US"/>
            <a:t>Structured explanation improving</a:t>
          </a:r>
        </a:p>
      </dgm:t>
    </dgm:pt>
    <dgm:pt modelId="{040D7EB5-4639-4A60-A5D9-37366803BB20}" type="parTrans" cxnId="{90FA56AA-297A-4F65-ADB2-0CC38FB6F2F1}">
      <dgm:prSet/>
      <dgm:spPr/>
      <dgm:t>
        <a:bodyPr/>
        <a:lstStyle/>
        <a:p>
          <a:endParaRPr lang="en-US"/>
        </a:p>
      </dgm:t>
    </dgm:pt>
    <dgm:pt modelId="{3DAF899F-41DB-4C92-9772-521338DAC81B}" type="sibTrans" cxnId="{90FA56AA-297A-4F65-ADB2-0CC38FB6F2F1}">
      <dgm:prSet/>
      <dgm:spPr/>
      <dgm:t>
        <a:bodyPr/>
        <a:lstStyle/>
        <a:p>
          <a:endParaRPr lang="en-US"/>
        </a:p>
      </dgm:t>
    </dgm:pt>
    <dgm:pt modelId="{8EB80444-4AA8-4BCA-BE66-19F656D43B2A}">
      <dgm:prSet/>
      <dgm:spPr/>
      <dgm:t>
        <a:bodyPr/>
        <a:lstStyle/>
        <a:p>
          <a:r>
            <a:rPr lang="en-US"/>
            <a:t>Flow sometimes rushed</a:t>
          </a:r>
        </a:p>
      </dgm:t>
    </dgm:pt>
    <dgm:pt modelId="{83722228-80DC-4848-8FB0-7ABBDD288FC2}" type="parTrans" cxnId="{4720A8D9-2ECE-49CA-9C10-7AB6C0A8EFFC}">
      <dgm:prSet/>
      <dgm:spPr/>
      <dgm:t>
        <a:bodyPr/>
        <a:lstStyle/>
        <a:p>
          <a:endParaRPr lang="en-US"/>
        </a:p>
      </dgm:t>
    </dgm:pt>
    <dgm:pt modelId="{8FE04641-7D15-484D-8BE0-B75C40D96BB1}" type="sibTrans" cxnId="{4720A8D9-2ECE-49CA-9C10-7AB6C0A8EFFC}">
      <dgm:prSet/>
      <dgm:spPr/>
      <dgm:t>
        <a:bodyPr/>
        <a:lstStyle/>
        <a:p>
          <a:endParaRPr lang="en-US"/>
        </a:p>
      </dgm:t>
    </dgm:pt>
    <dgm:pt modelId="{CE708390-7D12-465C-81CC-483CB9B0ADFA}">
      <dgm:prSet/>
      <dgm:spPr/>
      <dgm:t>
        <a:bodyPr/>
        <a:lstStyle/>
        <a:p>
          <a:r>
            <a:rPr lang="en-US"/>
            <a:t>Topic closures inconsistent</a:t>
          </a:r>
        </a:p>
      </dgm:t>
    </dgm:pt>
    <dgm:pt modelId="{8FC0459C-E53E-4AE0-95C4-E38B00B380D0}" type="parTrans" cxnId="{1F033E13-0ED6-4B7E-98A6-6327B7965431}">
      <dgm:prSet/>
      <dgm:spPr/>
      <dgm:t>
        <a:bodyPr/>
        <a:lstStyle/>
        <a:p>
          <a:endParaRPr lang="en-US"/>
        </a:p>
      </dgm:t>
    </dgm:pt>
    <dgm:pt modelId="{4A7756FB-A8D2-46B4-B934-A99B7AADFFD6}" type="sibTrans" cxnId="{1F033E13-0ED6-4B7E-98A6-6327B7965431}">
      <dgm:prSet/>
      <dgm:spPr/>
      <dgm:t>
        <a:bodyPr/>
        <a:lstStyle/>
        <a:p>
          <a:endParaRPr lang="en-US"/>
        </a:p>
      </dgm:t>
    </dgm:pt>
    <dgm:pt modelId="{FEA560E1-08E7-4F51-AE8B-E1499FE2336B}">
      <dgm:prSet/>
      <dgm:spPr/>
      <dgm:t>
        <a:bodyPr/>
        <a:lstStyle/>
        <a:p>
          <a:r>
            <a:rPr lang="en-US"/>
            <a:t>Executive tone fluctuates under pressure</a:t>
          </a:r>
        </a:p>
      </dgm:t>
    </dgm:pt>
    <dgm:pt modelId="{31AB26AA-77AB-4B22-9AC8-462134DAB0CF}" type="parTrans" cxnId="{1CE6D383-75AA-4BEB-BD3B-C7CA0A173B45}">
      <dgm:prSet/>
      <dgm:spPr/>
      <dgm:t>
        <a:bodyPr/>
        <a:lstStyle/>
        <a:p>
          <a:endParaRPr lang="en-US"/>
        </a:p>
      </dgm:t>
    </dgm:pt>
    <dgm:pt modelId="{B7B5638D-5F18-4F50-8AF4-0E5214262EC9}" type="sibTrans" cxnId="{1CE6D383-75AA-4BEB-BD3B-C7CA0A173B45}">
      <dgm:prSet/>
      <dgm:spPr/>
      <dgm:t>
        <a:bodyPr/>
        <a:lstStyle/>
        <a:p>
          <a:endParaRPr lang="en-US"/>
        </a:p>
      </dgm:t>
    </dgm:pt>
    <dgm:pt modelId="{E0B78B55-FEE7-4405-AD91-24F61A9EE4D6}" type="pres">
      <dgm:prSet presAssocID="{CEB4721F-F279-4E2E-BB34-90F7AEBEFE6A}" presName="outerComposite" presStyleCnt="0">
        <dgm:presLayoutVars>
          <dgm:chMax val="5"/>
          <dgm:dir/>
          <dgm:resizeHandles val="exact"/>
        </dgm:presLayoutVars>
      </dgm:prSet>
      <dgm:spPr/>
    </dgm:pt>
    <dgm:pt modelId="{0A7D1062-E216-4378-9DF9-B89489CDA756}" type="pres">
      <dgm:prSet presAssocID="{CEB4721F-F279-4E2E-BB34-90F7AEBEFE6A}" presName="dummyMaxCanvas" presStyleCnt="0">
        <dgm:presLayoutVars/>
      </dgm:prSet>
      <dgm:spPr/>
    </dgm:pt>
    <dgm:pt modelId="{12E47F7A-3554-4A60-9183-12E422B6583C}" type="pres">
      <dgm:prSet presAssocID="{CEB4721F-F279-4E2E-BB34-90F7AEBEFE6A}" presName="FourNodes_1" presStyleLbl="node1" presStyleIdx="0" presStyleCnt="4">
        <dgm:presLayoutVars>
          <dgm:bulletEnabled val="1"/>
        </dgm:presLayoutVars>
      </dgm:prSet>
      <dgm:spPr/>
    </dgm:pt>
    <dgm:pt modelId="{DB60CC9B-28C7-4062-933C-CE03E18BFD69}" type="pres">
      <dgm:prSet presAssocID="{CEB4721F-F279-4E2E-BB34-90F7AEBEFE6A}" presName="FourNodes_2" presStyleLbl="node1" presStyleIdx="1" presStyleCnt="4">
        <dgm:presLayoutVars>
          <dgm:bulletEnabled val="1"/>
        </dgm:presLayoutVars>
      </dgm:prSet>
      <dgm:spPr/>
    </dgm:pt>
    <dgm:pt modelId="{9BED5467-37A2-4751-A299-573DBAEE80E6}" type="pres">
      <dgm:prSet presAssocID="{CEB4721F-F279-4E2E-BB34-90F7AEBEFE6A}" presName="FourNodes_3" presStyleLbl="node1" presStyleIdx="2" presStyleCnt="4">
        <dgm:presLayoutVars>
          <dgm:bulletEnabled val="1"/>
        </dgm:presLayoutVars>
      </dgm:prSet>
      <dgm:spPr/>
    </dgm:pt>
    <dgm:pt modelId="{FFFEE6F7-6493-44E8-B6DD-8B878D695CE5}" type="pres">
      <dgm:prSet presAssocID="{CEB4721F-F279-4E2E-BB34-90F7AEBEFE6A}" presName="FourNodes_4" presStyleLbl="node1" presStyleIdx="3" presStyleCnt="4">
        <dgm:presLayoutVars>
          <dgm:bulletEnabled val="1"/>
        </dgm:presLayoutVars>
      </dgm:prSet>
      <dgm:spPr/>
    </dgm:pt>
    <dgm:pt modelId="{62701489-6C1F-4EC4-BF79-549195A739D9}" type="pres">
      <dgm:prSet presAssocID="{CEB4721F-F279-4E2E-BB34-90F7AEBEFE6A}" presName="FourConn_1-2" presStyleLbl="fgAccFollowNode1" presStyleIdx="0" presStyleCnt="3">
        <dgm:presLayoutVars>
          <dgm:bulletEnabled val="1"/>
        </dgm:presLayoutVars>
      </dgm:prSet>
      <dgm:spPr/>
    </dgm:pt>
    <dgm:pt modelId="{217B5CCE-1F00-43FB-9579-56B377EDDD83}" type="pres">
      <dgm:prSet presAssocID="{CEB4721F-F279-4E2E-BB34-90F7AEBEFE6A}" presName="FourConn_2-3" presStyleLbl="fgAccFollowNode1" presStyleIdx="1" presStyleCnt="3">
        <dgm:presLayoutVars>
          <dgm:bulletEnabled val="1"/>
        </dgm:presLayoutVars>
      </dgm:prSet>
      <dgm:spPr/>
    </dgm:pt>
    <dgm:pt modelId="{B7679243-CBDE-4629-8B36-570AFFB3F8B8}" type="pres">
      <dgm:prSet presAssocID="{CEB4721F-F279-4E2E-BB34-90F7AEBEFE6A}" presName="FourConn_3-4" presStyleLbl="fgAccFollowNode1" presStyleIdx="2" presStyleCnt="3">
        <dgm:presLayoutVars>
          <dgm:bulletEnabled val="1"/>
        </dgm:presLayoutVars>
      </dgm:prSet>
      <dgm:spPr/>
    </dgm:pt>
    <dgm:pt modelId="{4826DBE4-044C-4D81-9713-2ABC5643F4AC}" type="pres">
      <dgm:prSet presAssocID="{CEB4721F-F279-4E2E-BB34-90F7AEBEFE6A}" presName="FourNodes_1_text" presStyleLbl="node1" presStyleIdx="3" presStyleCnt="4">
        <dgm:presLayoutVars>
          <dgm:bulletEnabled val="1"/>
        </dgm:presLayoutVars>
      </dgm:prSet>
      <dgm:spPr/>
    </dgm:pt>
    <dgm:pt modelId="{EB8B8F30-CACB-482B-BEE7-E2D1892CB586}" type="pres">
      <dgm:prSet presAssocID="{CEB4721F-F279-4E2E-BB34-90F7AEBEFE6A}" presName="FourNodes_2_text" presStyleLbl="node1" presStyleIdx="3" presStyleCnt="4">
        <dgm:presLayoutVars>
          <dgm:bulletEnabled val="1"/>
        </dgm:presLayoutVars>
      </dgm:prSet>
      <dgm:spPr/>
    </dgm:pt>
    <dgm:pt modelId="{3948B529-EE3B-42E9-AB8E-C48425E60853}" type="pres">
      <dgm:prSet presAssocID="{CEB4721F-F279-4E2E-BB34-90F7AEBEFE6A}" presName="FourNodes_3_text" presStyleLbl="node1" presStyleIdx="3" presStyleCnt="4">
        <dgm:presLayoutVars>
          <dgm:bulletEnabled val="1"/>
        </dgm:presLayoutVars>
      </dgm:prSet>
      <dgm:spPr/>
    </dgm:pt>
    <dgm:pt modelId="{500603E3-7AB6-47E1-943E-8F662432A984}" type="pres">
      <dgm:prSet presAssocID="{CEB4721F-F279-4E2E-BB34-90F7AEBEFE6A}" presName="FourNodes_4_text" presStyleLbl="node1" presStyleIdx="3" presStyleCnt="4">
        <dgm:presLayoutVars>
          <dgm:bulletEnabled val="1"/>
        </dgm:presLayoutVars>
      </dgm:prSet>
      <dgm:spPr/>
    </dgm:pt>
  </dgm:ptLst>
  <dgm:cxnLst>
    <dgm:cxn modelId="{1F033E13-0ED6-4B7E-98A6-6327B7965431}" srcId="{CEB4721F-F279-4E2E-BB34-90F7AEBEFE6A}" destId="{CE708390-7D12-465C-81CC-483CB9B0ADFA}" srcOrd="2" destOrd="0" parTransId="{8FC0459C-E53E-4AE0-95C4-E38B00B380D0}" sibTransId="{4A7756FB-A8D2-46B4-B934-A99B7AADFFD6}"/>
    <dgm:cxn modelId="{ACEBD513-3A79-42E3-9C48-B2459DDB7179}" type="presOf" srcId="{CE708390-7D12-465C-81CC-483CB9B0ADFA}" destId="{9BED5467-37A2-4751-A299-573DBAEE80E6}" srcOrd="0" destOrd="0" presId="urn:microsoft.com/office/officeart/2005/8/layout/vProcess5"/>
    <dgm:cxn modelId="{8A1C651C-405C-4D7B-9D8C-63C4F9E5CB77}" type="presOf" srcId="{4A7756FB-A8D2-46B4-B934-A99B7AADFFD6}" destId="{B7679243-CBDE-4629-8B36-570AFFB3F8B8}" srcOrd="0" destOrd="0" presId="urn:microsoft.com/office/officeart/2005/8/layout/vProcess5"/>
    <dgm:cxn modelId="{10727160-F437-44EE-974D-CACE4ACD50DD}" type="presOf" srcId="{8FE04641-7D15-484D-8BE0-B75C40D96BB1}" destId="{217B5CCE-1F00-43FB-9579-56B377EDDD83}" srcOrd="0" destOrd="0" presId="urn:microsoft.com/office/officeart/2005/8/layout/vProcess5"/>
    <dgm:cxn modelId="{DE74D342-7E02-4939-A164-68B93675C24F}" type="presOf" srcId="{CEB4721F-F279-4E2E-BB34-90F7AEBEFE6A}" destId="{E0B78B55-FEE7-4405-AD91-24F61A9EE4D6}" srcOrd="0" destOrd="0" presId="urn:microsoft.com/office/officeart/2005/8/layout/vProcess5"/>
    <dgm:cxn modelId="{2CAA5C68-87DD-4372-83C1-EBBCC42A9A07}" type="presOf" srcId="{FEA560E1-08E7-4F51-AE8B-E1499FE2336B}" destId="{500603E3-7AB6-47E1-943E-8F662432A984}" srcOrd="1" destOrd="0" presId="urn:microsoft.com/office/officeart/2005/8/layout/vProcess5"/>
    <dgm:cxn modelId="{8B722F74-D021-4D0E-A414-669165282115}" type="presOf" srcId="{8EB80444-4AA8-4BCA-BE66-19F656D43B2A}" destId="{DB60CC9B-28C7-4062-933C-CE03E18BFD69}" srcOrd="0" destOrd="0" presId="urn:microsoft.com/office/officeart/2005/8/layout/vProcess5"/>
    <dgm:cxn modelId="{05FCAD58-A2B3-4923-82BD-C0D1707E89EE}" type="presOf" srcId="{06317F17-10F9-4F92-8E36-FB090E8807BF}" destId="{12E47F7A-3554-4A60-9183-12E422B6583C}" srcOrd="0" destOrd="0" presId="urn:microsoft.com/office/officeart/2005/8/layout/vProcess5"/>
    <dgm:cxn modelId="{1CE6D383-75AA-4BEB-BD3B-C7CA0A173B45}" srcId="{CEB4721F-F279-4E2E-BB34-90F7AEBEFE6A}" destId="{FEA560E1-08E7-4F51-AE8B-E1499FE2336B}" srcOrd="3" destOrd="0" parTransId="{31AB26AA-77AB-4B22-9AC8-462134DAB0CF}" sibTransId="{B7B5638D-5F18-4F50-8AF4-0E5214262EC9}"/>
    <dgm:cxn modelId="{306C628B-520E-4C63-B9E3-F5F5E80E6DC6}" type="presOf" srcId="{FEA560E1-08E7-4F51-AE8B-E1499FE2336B}" destId="{FFFEE6F7-6493-44E8-B6DD-8B878D695CE5}" srcOrd="0" destOrd="0" presId="urn:microsoft.com/office/officeart/2005/8/layout/vProcess5"/>
    <dgm:cxn modelId="{124529A6-37B8-4C05-BAC7-19165312676D}" type="presOf" srcId="{3DAF899F-41DB-4C92-9772-521338DAC81B}" destId="{62701489-6C1F-4EC4-BF79-549195A739D9}" srcOrd="0" destOrd="0" presId="urn:microsoft.com/office/officeart/2005/8/layout/vProcess5"/>
    <dgm:cxn modelId="{90FA56AA-297A-4F65-ADB2-0CC38FB6F2F1}" srcId="{CEB4721F-F279-4E2E-BB34-90F7AEBEFE6A}" destId="{06317F17-10F9-4F92-8E36-FB090E8807BF}" srcOrd="0" destOrd="0" parTransId="{040D7EB5-4639-4A60-A5D9-37366803BB20}" sibTransId="{3DAF899F-41DB-4C92-9772-521338DAC81B}"/>
    <dgm:cxn modelId="{F2DAF3AD-BEC0-460E-ACBD-A16B2008C258}" type="presOf" srcId="{06317F17-10F9-4F92-8E36-FB090E8807BF}" destId="{4826DBE4-044C-4D81-9713-2ABC5643F4AC}" srcOrd="1" destOrd="0" presId="urn:microsoft.com/office/officeart/2005/8/layout/vProcess5"/>
    <dgm:cxn modelId="{FEACE9BC-663A-415F-AEE7-A4D628F81867}" type="presOf" srcId="{CE708390-7D12-465C-81CC-483CB9B0ADFA}" destId="{3948B529-EE3B-42E9-AB8E-C48425E60853}" srcOrd="1" destOrd="0" presId="urn:microsoft.com/office/officeart/2005/8/layout/vProcess5"/>
    <dgm:cxn modelId="{EE7390C2-4856-4EA4-8E64-2763C7DD2AFD}" type="presOf" srcId="{8EB80444-4AA8-4BCA-BE66-19F656D43B2A}" destId="{EB8B8F30-CACB-482B-BEE7-E2D1892CB586}" srcOrd="1" destOrd="0" presId="urn:microsoft.com/office/officeart/2005/8/layout/vProcess5"/>
    <dgm:cxn modelId="{4720A8D9-2ECE-49CA-9C10-7AB6C0A8EFFC}" srcId="{CEB4721F-F279-4E2E-BB34-90F7AEBEFE6A}" destId="{8EB80444-4AA8-4BCA-BE66-19F656D43B2A}" srcOrd="1" destOrd="0" parTransId="{83722228-80DC-4848-8FB0-7ABBDD288FC2}" sibTransId="{8FE04641-7D15-484D-8BE0-B75C40D96BB1}"/>
    <dgm:cxn modelId="{BE79779E-9755-426D-9A5C-6F0042BC9C64}" type="presParOf" srcId="{E0B78B55-FEE7-4405-AD91-24F61A9EE4D6}" destId="{0A7D1062-E216-4378-9DF9-B89489CDA756}" srcOrd="0" destOrd="0" presId="urn:microsoft.com/office/officeart/2005/8/layout/vProcess5"/>
    <dgm:cxn modelId="{EA35EB62-A9A6-4BC8-9C61-54957226C108}" type="presParOf" srcId="{E0B78B55-FEE7-4405-AD91-24F61A9EE4D6}" destId="{12E47F7A-3554-4A60-9183-12E422B6583C}" srcOrd="1" destOrd="0" presId="urn:microsoft.com/office/officeart/2005/8/layout/vProcess5"/>
    <dgm:cxn modelId="{483EC4AB-F355-4B2B-BD3E-04452FD52E38}" type="presParOf" srcId="{E0B78B55-FEE7-4405-AD91-24F61A9EE4D6}" destId="{DB60CC9B-28C7-4062-933C-CE03E18BFD69}" srcOrd="2" destOrd="0" presId="urn:microsoft.com/office/officeart/2005/8/layout/vProcess5"/>
    <dgm:cxn modelId="{D0E5B83D-021F-4FB9-9A33-DF29D7D6A7CE}" type="presParOf" srcId="{E0B78B55-FEE7-4405-AD91-24F61A9EE4D6}" destId="{9BED5467-37A2-4751-A299-573DBAEE80E6}" srcOrd="3" destOrd="0" presId="urn:microsoft.com/office/officeart/2005/8/layout/vProcess5"/>
    <dgm:cxn modelId="{3063B929-40C2-4C6D-B0EC-75956185C500}" type="presParOf" srcId="{E0B78B55-FEE7-4405-AD91-24F61A9EE4D6}" destId="{FFFEE6F7-6493-44E8-B6DD-8B878D695CE5}" srcOrd="4" destOrd="0" presId="urn:microsoft.com/office/officeart/2005/8/layout/vProcess5"/>
    <dgm:cxn modelId="{FF015758-6501-430E-B4C6-2ABB55B1DA70}" type="presParOf" srcId="{E0B78B55-FEE7-4405-AD91-24F61A9EE4D6}" destId="{62701489-6C1F-4EC4-BF79-549195A739D9}" srcOrd="5" destOrd="0" presId="urn:microsoft.com/office/officeart/2005/8/layout/vProcess5"/>
    <dgm:cxn modelId="{34F10DBC-C3D4-4586-85C3-66E7E18D04EF}" type="presParOf" srcId="{E0B78B55-FEE7-4405-AD91-24F61A9EE4D6}" destId="{217B5CCE-1F00-43FB-9579-56B377EDDD83}" srcOrd="6" destOrd="0" presId="urn:microsoft.com/office/officeart/2005/8/layout/vProcess5"/>
    <dgm:cxn modelId="{18F27363-8BBC-4F71-A205-2654071D86AC}" type="presParOf" srcId="{E0B78B55-FEE7-4405-AD91-24F61A9EE4D6}" destId="{B7679243-CBDE-4629-8B36-570AFFB3F8B8}" srcOrd="7" destOrd="0" presId="urn:microsoft.com/office/officeart/2005/8/layout/vProcess5"/>
    <dgm:cxn modelId="{7D5BEF14-0F3D-4AD2-9706-593E45292136}" type="presParOf" srcId="{E0B78B55-FEE7-4405-AD91-24F61A9EE4D6}" destId="{4826DBE4-044C-4D81-9713-2ABC5643F4AC}" srcOrd="8" destOrd="0" presId="urn:microsoft.com/office/officeart/2005/8/layout/vProcess5"/>
    <dgm:cxn modelId="{C9C4B13B-BC1D-480F-8828-F0BB43EB8201}" type="presParOf" srcId="{E0B78B55-FEE7-4405-AD91-24F61A9EE4D6}" destId="{EB8B8F30-CACB-482B-BEE7-E2D1892CB586}" srcOrd="9" destOrd="0" presId="urn:microsoft.com/office/officeart/2005/8/layout/vProcess5"/>
    <dgm:cxn modelId="{BCB9CEED-DD66-4649-9607-358E35DEE9EE}" type="presParOf" srcId="{E0B78B55-FEE7-4405-AD91-24F61A9EE4D6}" destId="{3948B529-EE3B-42E9-AB8E-C48425E60853}" srcOrd="10" destOrd="0" presId="urn:microsoft.com/office/officeart/2005/8/layout/vProcess5"/>
    <dgm:cxn modelId="{33D27140-0560-4590-8B2C-BCCEC4DE9184}" type="presParOf" srcId="{E0B78B55-FEE7-4405-AD91-24F61A9EE4D6}" destId="{500603E3-7AB6-47E1-943E-8F662432A984}"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32AF50-9170-4B0E-AF6D-97B54889ED2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1640962-1E3C-4716-B400-B31B6BAD39E1}">
      <dgm:prSet/>
      <dgm:spPr/>
      <dgm:t>
        <a:bodyPr/>
        <a:lstStyle/>
        <a:p>
          <a:r>
            <a:rPr lang="en-US"/>
            <a:t>Occasional overconfidence in discussion</a:t>
          </a:r>
        </a:p>
      </dgm:t>
    </dgm:pt>
    <dgm:pt modelId="{7F5AD232-284D-4661-A0D1-E98066F156B6}" type="parTrans" cxnId="{8C6EE338-9037-440C-A10A-9CA7251CA490}">
      <dgm:prSet/>
      <dgm:spPr/>
      <dgm:t>
        <a:bodyPr/>
        <a:lstStyle/>
        <a:p>
          <a:endParaRPr lang="en-US"/>
        </a:p>
      </dgm:t>
    </dgm:pt>
    <dgm:pt modelId="{225C6C36-9A80-4CBA-B933-7DC209B9B6EC}" type="sibTrans" cxnId="{8C6EE338-9037-440C-A10A-9CA7251CA490}">
      <dgm:prSet/>
      <dgm:spPr/>
      <dgm:t>
        <a:bodyPr/>
        <a:lstStyle/>
        <a:p>
          <a:endParaRPr lang="en-US"/>
        </a:p>
      </dgm:t>
    </dgm:pt>
    <dgm:pt modelId="{5ED3671F-ED51-49E9-AD8C-173B44A3F2A8}">
      <dgm:prSet/>
      <dgm:spPr/>
      <dgm:t>
        <a:bodyPr/>
        <a:lstStyle/>
        <a:p>
          <a:r>
            <a:rPr lang="en-US"/>
            <a:t>Unnecessary questioning at times</a:t>
          </a:r>
        </a:p>
      </dgm:t>
    </dgm:pt>
    <dgm:pt modelId="{B2C39C2E-312A-4566-B832-239964F7946E}" type="parTrans" cxnId="{41DEFE09-887D-4A09-B056-1886E38ED276}">
      <dgm:prSet/>
      <dgm:spPr/>
      <dgm:t>
        <a:bodyPr/>
        <a:lstStyle/>
        <a:p>
          <a:endParaRPr lang="en-US"/>
        </a:p>
      </dgm:t>
    </dgm:pt>
    <dgm:pt modelId="{1223C40C-70FE-44FF-B734-E3C129AB5AEE}" type="sibTrans" cxnId="{41DEFE09-887D-4A09-B056-1886E38ED276}">
      <dgm:prSet/>
      <dgm:spPr/>
      <dgm:t>
        <a:bodyPr/>
        <a:lstStyle/>
        <a:p>
          <a:endParaRPr lang="en-US"/>
        </a:p>
      </dgm:t>
    </dgm:pt>
    <dgm:pt modelId="{5E7AE187-38D5-46D6-A993-C6F5B7B8A7AF}">
      <dgm:prSet/>
      <dgm:spPr/>
      <dgm:t>
        <a:bodyPr/>
        <a:lstStyle/>
        <a:p>
          <a:r>
            <a:rPr lang="en-US"/>
            <a:t>Need for executive framing discipline</a:t>
          </a:r>
        </a:p>
      </dgm:t>
    </dgm:pt>
    <dgm:pt modelId="{227FE3A4-3B60-4C3F-9319-0218CD0EC85A}" type="parTrans" cxnId="{321E9E06-8D1B-4340-B990-0460BA062DD7}">
      <dgm:prSet/>
      <dgm:spPr/>
      <dgm:t>
        <a:bodyPr/>
        <a:lstStyle/>
        <a:p>
          <a:endParaRPr lang="en-US"/>
        </a:p>
      </dgm:t>
    </dgm:pt>
    <dgm:pt modelId="{86BA1665-A6B4-48A5-ACEE-E799D11B17F6}" type="sibTrans" cxnId="{321E9E06-8D1B-4340-B990-0460BA062DD7}">
      <dgm:prSet/>
      <dgm:spPr/>
      <dgm:t>
        <a:bodyPr/>
        <a:lstStyle/>
        <a:p>
          <a:endParaRPr lang="en-US"/>
        </a:p>
      </dgm:t>
    </dgm:pt>
    <dgm:pt modelId="{BB5E4EC4-4AF9-4213-8D74-6FB287494F72}">
      <dgm:prSet/>
      <dgm:spPr/>
      <dgm:t>
        <a:bodyPr/>
        <a:lstStyle/>
        <a:p>
          <a:r>
            <a:rPr lang="en-US"/>
            <a:t>Maintain calm response in complex scenarios</a:t>
          </a:r>
        </a:p>
      </dgm:t>
    </dgm:pt>
    <dgm:pt modelId="{C89E10D7-A44B-4956-B264-23EE01F34AF3}" type="parTrans" cxnId="{531438EF-ACE6-4285-9B43-74E02E49D9F1}">
      <dgm:prSet/>
      <dgm:spPr/>
      <dgm:t>
        <a:bodyPr/>
        <a:lstStyle/>
        <a:p>
          <a:endParaRPr lang="en-US"/>
        </a:p>
      </dgm:t>
    </dgm:pt>
    <dgm:pt modelId="{F40BF09A-850A-46E3-AAC1-1C3FA482AED1}" type="sibTrans" cxnId="{531438EF-ACE6-4285-9B43-74E02E49D9F1}">
      <dgm:prSet/>
      <dgm:spPr/>
      <dgm:t>
        <a:bodyPr/>
        <a:lstStyle/>
        <a:p>
          <a:endParaRPr lang="en-US"/>
        </a:p>
      </dgm:t>
    </dgm:pt>
    <dgm:pt modelId="{563ACDC6-24E9-4DA1-8223-5BE5159E26F9}" type="pres">
      <dgm:prSet presAssocID="{A532AF50-9170-4B0E-AF6D-97B54889ED20}" presName="linear" presStyleCnt="0">
        <dgm:presLayoutVars>
          <dgm:animLvl val="lvl"/>
          <dgm:resizeHandles val="exact"/>
        </dgm:presLayoutVars>
      </dgm:prSet>
      <dgm:spPr/>
    </dgm:pt>
    <dgm:pt modelId="{1359F723-4EF6-4272-A83F-13E020089426}" type="pres">
      <dgm:prSet presAssocID="{21640962-1E3C-4716-B400-B31B6BAD39E1}" presName="parentText" presStyleLbl="node1" presStyleIdx="0" presStyleCnt="4">
        <dgm:presLayoutVars>
          <dgm:chMax val="0"/>
          <dgm:bulletEnabled val="1"/>
        </dgm:presLayoutVars>
      </dgm:prSet>
      <dgm:spPr/>
    </dgm:pt>
    <dgm:pt modelId="{18B1DF20-BE90-45E8-915D-D0306F451C07}" type="pres">
      <dgm:prSet presAssocID="{225C6C36-9A80-4CBA-B933-7DC209B9B6EC}" presName="spacer" presStyleCnt="0"/>
      <dgm:spPr/>
    </dgm:pt>
    <dgm:pt modelId="{BE5D2D3B-2785-4755-80A9-E99C1B2E63E6}" type="pres">
      <dgm:prSet presAssocID="{5ED3671F-ED51-49E9-AD8C-173B44A3F2A8}" presName="parentText" presStyleLbl="node1" presStyleIdx="1" presStyleCnt="4">
        <dgm:presLayoutVars>
          <dgm:chMax val="0"/>
          <dgm:bulletEnabled val="1"/>
        </dgm:presLayoutVars>
      </dgm:prSet>
      <dgm:spPr/>
    </dgm:pt>
    <dgm:pt modelId="{5CEAB040-AACE-463A-9674-D1A09BB548C4}" type="pres">
      <dgm:prSet presAssocID="{1223C40C-70FE-44FF-B734-E3C129AB5AEE}" presName="spacer" presStyleCnt="0"/>
      <dgm:spPr/>
    </dgm:pt>
    <dgm:pt modelId="{FBA03A44-BDAE-4453-8816-1A7A1FA7B3A0}" type="pres">
      <dgm:prSet presAssocID="{5E7AE187-38D5-46D6-A993-C6F5B7B8A7AF}" presName="parentText" presStyleLbl="node1" presStyleIdx="2" presStyleCnt="4">
        <dgm:presLayoutVars>
          <dgm:chMax val="0"/>
          <dgm:bulletEnabled val="1"/>
        </dgm:presLayoutVars>
      </dgm:prSet>
      <dgm:spPr/>
    </dgm:pt>
    <dgm:pt modelId="{49577131-BA7B-410B-9DC7-A0CF87F96124}" type="pres">
      <dgm:prSet presAssocID="{86BA1665-A6B4-48A5-ACEE-E799D11B17F6}" presName="spacer" presStyleCnt="0"/>
      <dgm:spPr/>
    </dgm:pt>
    <dgm:pt modelId="{25AE8DDD-B6D9-488A-8F32-9E93ADBDFCB8}" type="pres">
      <dgm:prSet presAssocID="{BB5E4EC4-4AF9-4213-8D74-6FB287494F72}" presName="parentText" presStyleLbl="node1" presStyleIdx="3" presStyleCnt="4">
        <dgm:presLayoutVars>
          <dgm:chMax val="0"/>
          <dgm:bulletEnabled val="1"/>
        </dgm:presLayoutVars>
      </dgm:prSet>
      <dgm:spPr/>
    </dgm:pt>
  </dgm:ptLst>
  <dgm:cxnLst>
    <dgm:cxn modelId="{25D52200-442C-417F-A839-9BE329F79176}" type="presOf" srcId="{BB5E4EC4-4AF9-4213-8D74-6FB287494F72}" destId="{25AE8DDD-B6D9-488A-8F32-9E93ADBDFCB8}" srcOrd="0" destOrd="0" presId="urn:microsoft.com/office/officeart/2005/8/layout/vList2"/>
    <dgm:cxn modelId="{321E9E06-8D1B-4340-B990-0460BA062DD7}" srcId="{A532AF50-9170-4B0E-AF6D-97B54889ED20}" destId="{5E7AE187-38D5-46D6-A993-C6F5B7B8A7AF}" srcOrd="2" destOrd="0" parTransId="{227FE3A4-3B60-4C3F-9319-0218CD0EC85A}" sibTransId="{86BA1665-A6B4-48A5-ACEE-E799D11B17F6}"/>
    <dgm:cxn modelId="{41DEFE09-887D-4A09-B056-1886E38ED276}" srcId="{A532AF50-9170-4B0E-AF6D-97B54889ED20}" destId="{5ED3671F-ED51-49E9-AD8C-173B44A3F2A8}" srcOrd="1" destOrd="0" parTransId="{B2C39C2E-312A-4566-B832-239964F7946E}" sibTransId="{1223C40C-70FE-44FF-B734-E3C129AB5AEE}"/>
    <dgm:cxn modelId="{3C21F325-0608-4D0A-B7A7-3651A2FE96BF}" type="presOf" srcId="{21640962-1E3C-4716-B400-B31B6BAD39E1}" destId="{1359F723-4EF6-4272-A83F-13E020089426}" srcOrd="0" destOrd="0" presId="urn:microsoft.com/office/officeart/2005/8/layout/vList2"/>
    <dgm:cxn modelId="{7998DD28-93AD-43F6-9EB5-D8609C07C821}" type="presOf" srcId="{5E7AE187-38D5-46D6-A993-C6F5B7B8A7AF}" destId="{FBA03A44-BDAE-4453-8816-1A7A1FA7B3A0}" srcOrd="0" destOrd="0" presId="urn:microsoft.com/office/officeart/2005/8/layout/vList2"/>
    <dgm:cxn modelId="{8C6EE338-9037-440C-A10A-9CA7251CA490}" srcId="{A532AF50-9170-4B0E-AF6D-97B54889ED20}" destId="{21640962-1E3C-4716-B400-B31B6BAD39E1}" srcOrd="0" destOrd="0" parTransId="{7F5AD232-284D-4661-A0D1-E98066F156B6}" sibTransId="{225C6C36-9A80-4CBA-B933-7DC209B9B6EC}"/>
    <dgm:cxn modelId="{42F8A23B-84F7-49CB-8947-5DB0293FA861}" type="presOf" srcId="{5ED3671F-ED51-49E9-AD8C-173B44A3F2A8}" destId="{BE5D2D3B-2785-4755-80A9-E99C1B2E63E6}" srcOrd="0" destOrd="0" presId="urn:microsoft.com/office/officeart/2005/8/layout/vList2"/>
    <dgm:cxn modelId="{B7D88DE8-B07A-472D-9863-7055B7DD60A8}" type="presOf" srcId="{A532AF50-9170-4B0E-AF6D-97B54889ED20}" destId="{563ACDC6-24E9-4DA1-8223-5BE5159E26F9}" srcOrd="0" destOrd="0" presId="urn:microsoft.com/office/officeart/2005/8/layout/vList2"/>
    <dgm:cxn modelId="{531438EF-ACE6-4285-9B43-74E02E49D9F1}" srcId="{A532AF50-9170-4B0E-AF6D-97B54889ED20}" destId="{BB5E4EC4-4AF9-4213-8D74-6FB287494F72}" srcOrd="3" destOrd="0" parTransId="{C89E10D7-A44B-4956-B264-23EE01F34AF3}" sibTransId="{F40BF09A-850A-46E3-AAC1-1C3FA482AED1}"/>
    <dgm:cxn modelId="{C3C432D7-C369-4DBD-B59A-484FC6EF68EF}" type="presParOf" srcId="{563ACDC6-24E9-4DA1-8223-5BE5159E26F9}" destId="{1359F723-4EF6-4272-A83F-13E020089426}" srcOrd="0" destOrd="0" presId="urn:microsoft.com/office/officeart/2005/8/layout/vList2"/>
    <dgm:cxn modelId="{9F7C9B77-5AD0-4779-BA06-E5EE7A8CDE1B}" type="presParOf" srcId="{563ACDC6-24E9-4DA1-8223-5BE5159E26F9}" destId="{18B1DF20-BE90-45E8-915D-D0306F451C07}" srcOrd="1" destOrd="0" presId="urn:microsoft.com/office/officeart/2005/8/layout/vList2"/>
    <dgm:cxn modelId="{22349BFB-5BBF-46CD-BE72-6F6390E53890}" type="presParOf" srcId="{563ACDC6-24E9-4DA1-8223-5BE5159E26F9}" destId="{BE5D2D3B-2785-4755-80A9-E99C1B2E63E6}" srcOrd="2" destOrd="0" presId="urn:microsoft.com/office/officeart/2005/8/layout/vList2"/>
    <dgm:cxn modelId="{3D035AEF-67F4-4009-9123-7862E01BFD62}" type="presParOf" srcId="{563ACDC6-24E9-4DA1-8223-5BE5159E26F9}" destId="{5CEAB040-AACE-463A-9674-D1A09BB548C4}" srcOrd="3" destOrd="0" presId="urn:microsoft.com/office/officeart/2005/8/layout/vList2"/>
    <dgm:cxn modelId="{8F34F11C-CDFC-4A7D-897F-47CA37A2FFD4}" type="presParOf" srcId="{563ACDC6-24E9-4DA1-8223-5BE5159E26F9}" destId="{FBA03A44-BDAE-4453-8816-1A7A1FA7B3A0}" srcOrd="4" destOrd="0" presId="urn:microsoft.com/office/officeart/2005/8/layout/vList2"/>
    <dgm:cxn modelId="{A6E24F8E-ABF9-425F-8FBF-28E08E35E709}" type="presParOf" srcId="{563ACDC6-24E9-4DA1-8223-5BE5159E26F9}" destId="{49577131-BA7B-410B-9DC7-A0CF87F96124}" srcOrd="5" destOrd="0" presId="urn:microsoft.com/office/officeart/2005/8/layout/vList2"/>
    <dgm:cxn modelId="{146A063B-7181-4E79-ABD8-337C82050C8B}" type="presParOf" srcId="{563ACDC6-24E9-4DA1-8223-5BE5159E26F9}" destId="{25AE8DDD-B6D9-488A-8F32-9E93ADBDFCB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5BB12E-B809-4798-BACA-657185D2D0A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BB7153B-2003-491B-8E43-8BA6DF7429C7}">
      <dgm:prSet/>
      <dgm:spPr/>
      <dgm:t>
        <a:bodyPr/>
        <a:lstStyle/>
        <a:p>
          <a:pPr>
            <a:lnSpc>
              <a:spcPct val="100000"/>
            </a:lnSpc>
          </a:pPr>
          <a:r>
            <a:rPr lang="en-US"/>
            <a:t>Architecture depth validation required</a:t>
          </a:r>
        </a:p>
      </dgm:t>
    </dgm:pt>
    <dgm:pt modelId="{724AC491-9EE1-4107-8214-5ABAF573A26A}" type="parTrans" cxnId="{9F3ACC60-418C-4AB1-AD50-99ED7A91BA81}">
      <dgm:prSet/>
      <dgm:spPr/>
      <dgm:t>
        <a:bodyPr/>
        <a:lstStyle/>
        <a:p>
          <a:endParaRPr lang="en-US"/>
        </a:p>
      </dgm:t>
    </dgm:pt>
    <dgm:pt modelId="{5E71AADA-5602-4368-9A5F-C1BBEC405A3C}" type="sibTrans" cxnId="{9F3ACC60-418C-4AB1-AD50-99ED7A91BA81}">
      <dgm:prSet/>
      <dgm:spPr/>
      <dgm:t>
        <a:bodyPr/>
        <a:lstStyle/>
        <a:p>
          <a:endParaRPr lang="en-US"/>
        </a:p>
      </dgm:t>
    </dgm:pt>
    <dgm:pt modelId="{1835E328-3686-4B18-9F83-3A72B28B3CAB}">
      <dgm:prSet/>
      <dgm:spPr/>
      <dgm:t>
        <a:bodyPr/>
        <a:lstStyle/>
        <a:p>
          <a:pPr>
            <a:lnSpc>
              <a:spcPct val="100000"/>
            </a:lnSpc>
          </a:pPr>
          <a:r>
            <a:rPr lang="en-US"/>
            <a:t>Lab confidence confirmation</a:t>
          </a:r>
        </a:p>
      </dgm:t>
    </dgm:pt>
    <dgm:pt modelId="{39B8EC5C-E0D4-42B5-BECA-2E18A2BE238E}" type="parTrans" cxnId="{CE817BA7-A224-4328-9D3F-EC53400EFDED}">
      <dgm:prSet/>
      <dgm:spPr/>
      <dgm:t>
        <a:bodyPr/>
        <a:lstStyle/>
        <a:p>
          <a:endParaRPr lang="en-US"/>
        </a:p>
      </dgm:t>
    </dgm:pt>
    <dgm:pt modelId="{859B1E53-47DD-4BC6-B62E-B6197D2B79DB}" type="sibTrans" cxnId="{CE817BA7-A224-4328-9D3F-EC53400EFDED}">
      <dgm:prSet/>
      <dgm:spPr/>
      <dgm:t>
        <a:bodyPr/>
        <a:lstStyle/>
        <a:p>
          <a:endParaRPr lang="en-US"/>
        </a:p>
      </dgm:t>
    </dgm:pt>
    <dgm:pt modelId="{E4300477-58ED-44C6-BB9C-2F5FA1EB4BF8}">
      <dgm:prSet/>
      <dgm:spPr/>
      <dgm:t>
        <a:bodyPr/>
        <a:lstStyle/>
        <a:p>
          <a:pPr>
            <a:lnSpc>
              <a:spcPct val="100000"/>
            </a:lnSpc>
          </a:pPr>
          <a:r>
            <a:rPr lang="en-US"/>
            <a:t>Service integration clarity</a:t>
          </a:r>
        </a:p>
      </dgm:t>
    </dgm:pt>
    <dgm:pt modelId="{657D64DB-73F9-40D5-A4E8-B944E0827453}" type="parTrans" cxnId="{DB0CD2C6-1722-4735-AF8F-BC3C94776B97}">
      <dgm:prSet/>
      <dgm:spPr/>
      <dgm:t>
        <a:bodyPr/>
        <a:lstStyle/>
        <a:p>
          <a:endParaRPr lang="en-US"/>
        </a:p>
      </dgm:t>
    </dgm:pt>
    <dgm:pt modelId="{F609BA69-0BE5-4106-A7E6-D21AC1415539}" type="sibTrans" cxnId="{DB0CD2C6-1722-4735-AF8F-BC3C94776B97}">
      <dgm:prSet/>
      <dgm:spPr/>
      <dgm:t>
        <a:bodyPr/>
        <a:lstStyle/>
        <a:p>
          <a:endParaRPr lang="en-US"/>
        </a:p>
      </dgm:t>
    </dgm:pt>
    <dgm:pt modelId="{F3A6F810-00C6-47FF-B91C-C1258EBE283A}">
      <dgm:prSet/>
      <dgm:spPr/>
      <dgm:t>
        <a:bodyPr/>
        <a:lstStyle/>
        <a:p>
          <a:pPr>
            <a:lnSpc>
              <a:spcPct val="100000"/>
            </a:lnSpc>
          </a:pPr>
          <a:r>
            <a:rPr lang="en-US"/>
            <a:t>Mock before live delivery</a:t>
          </a:r>
        </a:p>
      </dgm:t>
    </dgm:pt>
    <dgm:pt modelId="{412201F8-E7C1-4797-8E26-88D4DC0CE7FF}" type="parTrans" cxnId="{10B68BF9-0659-4F99-9B7F-1A25F0F08E8A}">
      <dgm:prSet/>
      <dgm:spPr/>
      <dgm:t>
        <a:bodyPr/>
        <a:lstStyle/>
        <a:p>
          <a:endParaRPr lang="en-US"/>
        </a:p>
      </dgm:t>
    </dgm:pt>
    <dgm:pt modelId="{E4578C71-B3F1-4D36-AE17-497D68D30740}" type="sibTrans" cxnId="{10B68BF9-0659-4F99-9B7F-1A25F0F08E8A}">
      <dgm:prSet/>
      <dgm:spPr/>
      <dgm:t>
        <a:bodyPr/>
        <a:lstStyle/>
        <a:p>
          <a:endParaRPr lang="en-US"/>
        </a:p>
      </dgm:t>
    </dgm:pt>
    <dgm:pt modelId="{C16F2BBA-D3E4-4891-808A-D9545FFA7422}" type="pres">
      <dgm:prSet presAssocID="{3D5BB12E-B809-4798-BACA-657185D2D0A0}" presName="root" presStyleCnt="0">
        <dgm:presLayoutVars>
          <dgm:dir/>
          <dgm:resizeHandles val="exact"/>
        </dgm:presLayoutVars>
      </dgm:prSet>
      <dgm:spPr/>
    </dgm:pt>
    <dgm:pt modelId="{D90F149D-55F2-417B-824D-E29E24B3EF34}" type="pres">
      <dgm:prSet presAssocID="{1BB7153B-2003-491B-8E43-8BA6DF7429C7}" presName="compNode" presStyleCnt="0"/>
      <dgm:spPr/>
    </dgm:pt>
    <dgm:pt modelId="{B238BD57-880D-49B1-A533-361F2FFC3F3F}" type="pres">
      <dgm:prSet presAssocID="{1BB7153B-2003-491B-8E43-8BA6DF7429C7}" presName="bgRect" presStyleLbl="bgShp" presStyleIdx="0" presStyleCnt="4"/>
      <dgm:spPr/>
    </dgm:pt>
    <dgm:pt modelId="{3A2ADB22-28E5-4BCE-8945-528B40D59B41}" type="pres">
      <dgm:prSet presAssocID="{1BB7153B-2003-491B-8E43-8BA6DF7429C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C2924F95-A454-472E-8605-E55AE893877D}" type="pres">
      <dgm:prSet presAssocID="{1BB7153B-2003-491B-8E43-8BA6DF7429C7}" presName="spaceRect" presStyleCnt="0"/>
      <dgm:spPr/>
    </dgm:pt>
    <dgm:pt modelId="{2C0712EC-529A-4C06-866C-4D4A75510411}" type="pres">
      <dgm:prSet presAssocID="{1BB7153B-2003-491B-8E43-8BA6DF7429C7}" presName="parTx" presStyleLbl="revTx" presStyleIdx="0" presStyleCnt="4">
        <dgm:presLayoutVars>
          <dgm:chMax val="0"/>
          <dgm:chPref val="0"/>
        </dgm:presLayoutVars>
      </dgm:prSet>
      <dgm:spPr/>
    </dgm:pt>
    <dgm:pt modelId="{01F42D95-992F-45CF-B8EA-AD8348421FA2}" type="pres">
      <dgm:prSet presAssocID="{5E71AADA-5602-4368-9A5F-C1BBEC405A3C}" presName="sibTrans" presStyleCnt="0"/>
      <dgm:spPr/>
    </dgm:pt>
    <dgm:pt modelId="{FD238FD7-4400-453F-9213-B963A9C1F094}" type="pres">
      <dgm:prSet presAssocID="{1835E328-3686-4B18-9F83-3A72B28B3CAB}" presName="compNode" presStyleCnt="0"/>
      <dgm:spPr/>
    </dgm:pt>
    <dgm:pt modelId="{9818A883-3201-4144-9317-2AED8954A703}" type="pres">
      <dgm:prSet presAssocID="{1835E328-3686-4B18-9F83-3A72B28B3CAB}" presName="bgRect" presStyleLbl="bgShp" presStyleIdx="1" presStyleCnt="4"/>
      <dgm:spPr/>
    </dgm:pt>
    <dgm:pt modelId="{9DAED7E1-72B4-4A4D-9785-235AE2AB334E}" type="pres">
      <dgm:prSet presAssocID="{1835E328-3686-4B18-9F83-3A72B28B3CA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ask"/>
        </a:ext>
      </dgm:extLst>
    </dgm:pt>
    <dgm:pt modelId="{0EF21856-952E-4740-A945-738D1A60F5D3}" type="pres">
      <dgm:prSet presAssocID="{1835E328-3686-4B18-9F83-3A72B28B3CAB}" presName="spaceRect" presStyleCnt="0"/>
      <dgm:spPr/>
    </dgm:pt>
    <dgm:pt modelId="{FE31A1FC-EA0C-48B1-B90C-03A08524C28D}" type="pres">
      <dgm:prSet presAssocID="{1835E328-3686-4B18-9F83-3A72B28B3CAB}" presName="parTx" presStyleLbl="revTx" presStyleIdx="1" presStyleCnt="4">
        <dgm:presLayoutVars>
          <dgm:chMax val="0"/>
          <dgm:chPref val="0"/>
        </dgm:presLayoutVars>
      </dgm:prSet>
      <dgm:spPr/>
    </dgm:pt>
    <dgm:pt modelId="{1EB03BDA-8F32-4083-95C5-9483C4B8A5F8}" type="pres">
      <dgm:prSet presAssocID="{859B1E53-47DD-4BC6-B62E-B6197D2B79DB}" presName="sibTrans" presStyleCnt="0"/>
      <dgm:spPr/>
    </dgm:pt>
    <dgm:pt modelId="{EEDE9F9E-F221-45C5-81DC-3DF16B1003B5}" type="pres">
      <dgm:prSet presAssocID="{E4300477-58ED-44C6-BB9C-2F5FA1EB4BF8}" presName="compNode" presStyleCnt="0"/>
      <dgm:spPr/>
    </dgm:pt>
    <dgm:pt modelId="{DE72D6FC-6EAB-4B4A-A0FE-60EE4127A7A3}" type="pres">
      <dgm:prSet presAssocID="{E4300477-58ED-44C6-BB9C-2F5FA1EB4BF8}" presName="bgRect" presStyleLbl="bgShp" presStyleIdx="2" presStyleCnt="4"/>
      <dgm:spPr/>
    </dgm:pt>
    <dgm:pt modelId="{87B38E8A-B7BD-4871-AB2E-2DC9DAEC721E}" type="pres">
      <dgm:prSet presAssocID="{E4300477-58ED-44C6-BB9C-2F5FA1EB4BF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D54A49C0-FE66-45E0-9D67-28F5D9FF4C58}" type="pres">
      <dgm:prSet presAssocID="{E4300477-58ED-44C6-BB9C-2F5FA1EB4BF8}" presName="spaceRect" presStyleCnt="0"/>
      <dgm:spPr/>
    </dgm:pt>
    <dgm:pt modelId="{77ED2D21-8F5D-4C82-AE2E-2A6A44E1722B}" type="pres">
      <dgm:prSet presAssocID="{E4300477-58ED-44C6-BB9C-2F5FA1EB4BF8}" presName="parTx" presStyleLbl="revTx" presStyleIdx="2" presStyleCnt="4">
        <dgm:presLayoutVars>
          <dgm:chMax val="0"/>
          <dgm:chPref val="0"/>
        </dgm:presLayoutVars>
      </dgm:prSet>
      <dgm:spPr/>
    </dgm:pt>
    <dgm:pt modelId="{5D2FAE2A-E85D-4001-B125-3B4217540574}" type="pres">
      <dgm:prSet presAssocID="{F609BA69-0BE5-4106-A7E6-D21AC1415539}" presName="sibTrans" presStyleCnt="0"/>
      <dgm:spPr/>
    </dgm:pt>
    <dgm:pt modelId="{398DA14E-2C32-4573-A370-61E463A7208C}" type="pres">
      <dgm:prSet presAssocID="{F3A6F810-00C6-47FF-B91C-C1258EBE283A}" presName="compNode" presStyleCnt="0"/>
      <dgm:spPr/>
    </dgm:pt>
    <dgm:pt modelId="{2713A24B-D03B-4B05-90E6-C323ABE3CD20}" type="pres">
      <dgm:prSet presAssocID="{F3A6F810-00C6-47FF-B91C-C1258EBE283A}" presName="bgRect" presStyleLbl="bgShp" presStyleIdx="3" presStyleCnt="4"/>
      <dgm:spPr/>
    </dgm:pt>
    <dgm:pt modelId="{8682A0F7-0540-4C49-A194-45DBC8A9362D}" type="pres">
      <dgm:prSet presAssocID="{F3A6F810-00C6-47FF-B91C-C1258EBE283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 List"/>
        </a:ext>
      </dgm:extLst>
    </dgm:pt>
    <dgm:pt modelId="{244B599A-7358-404B-93FD-AFA8B5B6215F}" type="pres">
      <dgm:prSet presAssocID="{F3A6F810-00C6-47FF-B91C-C1258EBE283A}" presName="spaceRect" presStyleCnt="0"/>
      <dgm:spPr/>
    </dgm:pt>
    <dgm:pt modelId="{15D6E432-D580-4871-B6DD-270C08EDD705}" type="pres">
      <dgm:prSet presAssocID="{F3A6F810-00C6-47FF-B91C-C1258EBE283A}" presName="parTx" presStyleLbl="revTx" presStyleIdx="3" presStyleCnt="4">
        <dgm:presLayoutVars>
          <dgm:chMax val="0"/>
          <dgm:chPref val="0"/>
        </dgm:presLayoutVars>
      </dgm:prSet>
      <dgm:spPr/>
    </dgm:pt>
  </dgm:ptLst>
  <dgm:cxnLst>
    <dgm:cxn modelId="{EFCC9C2C-E6C4-45E4-8216-F7211DE4FC83}" type="presOf" srcId="{F3A6F810-00C6-47FF-B91C-C1258EBE283A}" destId="{15D6E432-D580-4871-B6DD-270C08EDD705}" srcOrd="0" destOrd="0" presId="urn:microsoft.com/office/officeart/2018/2/layout/IconVerticalSolidList"/>
    <dgm:cxn modelId="{E1202236-47CA-4E55-9E00-0FAF952636A4}" type="presOf" srcId="{E4300477-58ED-44C6-BB9C-2F5FA1EB4BF8}" destId="{77ED2D21-8F5D-4C82-AE2E-2A6A44E1722B}" srcOrd="0" destOrd="0" presId="urn:microsoft.com/office/officeart/2018/2/layout/IconVerticalSolidList"/>
    <dgm:cxn modelId="{9F3ACC60-418C-4AB1-AD50-99ED7A91BA81}" srcId="{3D5BB12E-B809-4798-BACA-657185D2D0A0}" destId="{1BB7153B-2003-491B-8E43-8BA6DF7429C7}" srcOrd="0" destOrd="0" parTransId="{724AC491-9EE1-4107-8214-5ABAF573A26A}" sibTransId="{5E71AADA-5602-4368-9A5F-C1BBEC405A3C}"/>
    <dgm:cxn modelId="{78208B65-6AA3-42A4-8CB3-DA592DA8FB28}" type="presOf" srcId="{3D5BB12E-B809-4798-BACA-657185D2D0A0}" destId="{C16F2BBA-D3E4-4891-808A-D9545FFA7422}" srcOrd="0" destOrd="0" presId="urn:microsoft.com/office/officeart/2018/2/layout/IconVerticalSolidList"/>
    <dgm:cxn modelId="{00B7AFA0-70BA-4A01-837E-5FE9B34335BE}" type="presOf" srcId="{1BB7153B-2003-491B-8E43-8BA6DF7429C7}" destId="{2C0712EC-529A-4C06-866C-4D4A75510411}" srcOrd="0" destOrd="0" presId="urn:microsoft.com/office/officeart/2018/2/layout/IconVerticalSolidList"/>
    <dgm:cxn modelId="{CE817BA7-A224-4328-9D3F-EC53400EFDED}" srcId="{3D5BB12E-B809-4798-BACA-657185D2D0A0}" destId="{1835E328-3686-4B18-9F83-3A72B28B3CAB}" srcOrd="1" destOrd="0" parTransId="{39B8EC5C-E0D4-42B5-BECA-2E18A2BE238E}" sibTransId="{859B1E53-47DD-4BC6-B62E-B6197D2B79DB}"/>
    <dgm:cxn modelId="{DB0CD2C6-1722-4735-AF8F-BC3C94776B97}" srcId="{3D5BB12E-B809-4798-BACA-657185D2D0A0}" destId="{E4300477-58ED-44C6-BB9C-2F5FA1EB4BF8}" srcOrd="2" destOrd="0" parTransId="{657D64DB-73F9-40D5-A4E8-B944E0827453}" sibTransId="{F609BA69-0BE5-4106-A7E6-D21AC1415539}"/>
    <dgm:cxn modelId="{C140D6D2-399C-40D1-90D9-B9B9AE477F44}" type="presOf" srcId="{1835E328-3686-4B18-9F83-3A72B28B3CAB}" destId="{FE31A1FC-EA0C-48B1-B90C-03A08524C28D}" srcOrd="0" destOrd="0" presId="urn:microsoft.com/office/officeart/2018/2/layout/IconVerticalSolidList"/>
    <dgm:cxn modelId="{10B68BF9-0659-4F99-9B7F-1A25F0F08E8A}" srcId="{3D5BB12E-B809-4798-BACA-657185D2D0A0}" destId="{F3A6F810-00C6-47FF-B91C-C1258EBE283A}" srcOrd="3" destOrd="0" parTransId="{412201F8-E7C1-4797-8E26-88D4DC0CE7FF}" sibTransId="{E4578C71-B3F1-4D36-AE17-497D68D30740}"/>
    <dgm:cxn modelId="{2811DC71-7971-4CE4-A022-A69CEF9B1533}" type="presParOf" srcId="{C16F2BBA-D3E4-4891-808A-D9545FFA7422}" destId="{D90F149D-55F2-417B-824D-E29E24B3EF34}" srcOrd="0" destOrd="0" presId="urn:microsoft.com/office/officeart/2018/2/layout/IconVerticalSolidList"/>
    <dgm:cxn modelId="{D9522671-B108-4CAC-B23F-7B75525815DF}" type="presParOf" srcId="{D90F149D-55F2-417B-824D-E29E24B3EF34}" destId="{B238BD57-880D-49B1-A533-361F2FFC3F3F}" srcOrd="0" destOrd="0" presId="urn:microsoft.com/office/officeart/2018/2/layout/IconVerticalSolidList"/>
    <dgm:cxn modelId="{0FA6A213-FD35-44F9-A8B7-0859DEA66B93}" type="presParOf" srcId="{D90F149D-55F2-417B-824D-E29E24B3EF34}" destId="{3A2ADB22-28E5-4BCE-8945-528B40D59B41}" srcOrd="1" destOrd="0" presId="urn:microsoft.com/office/officeart/2018/2/layout/IconVerticalSolidList"/>
    <dgm:cxn modelId="{CE7A1B69-9533-4F82-8649-1E7D84CA721A}" type="presParOf" srcId="{D90F149D-55F2-417B-824D-E29E24B3EF34}" destId="{C2924F95-A454-472E-8605-E55AE893877D}" srcOrd="2" destOrd="0" presId="urn:microsoft.com/office/officeart/2018/2/layout/IconVerticalSolidList"/>
    <dgm:cxn modelId="{3037FE0B-31B1-4A76-9226-03DDE8977038}" type="presParOf" srcId="{D90F149D-55F2-417B-824D-E29E24B3EF34}" destId="{2C0712EC-529A-4C06-866C-4D4A75510411}" srcOrd="3" destOrd="0" presId="urn:microsoft.com/office/officeart/2018/2/layout/IconVerticalSolidList"/>
    <dgm:cxn modelId="{F1A643E4-B2F6-4F2A-AF80-2646D29C8BFF}" type="presParOf" srcId="{C16F2BBA-D3E4-4891-808A-D9545FFA7422}" destId="{01F42D95-992F-45CF-B8EA-AD8348421FA2}" srcOrd="1" destOrd="0" presId="urn:microsoft.com/office/officeart/2018/2/layout/IconVerticalSolidList"/>
    <dgm:cxn modelId="{9B70E0A8-537C-46F9-8770-AF16BE2C4B59}" type="presParOf" srcId="{C16F2BBA-D3E4-4891-808A-D9545FFA7422}" destId="{FD238FD7-4400-453F-9213-B963A9C1F094}" srcOrd="2" destOrd="0" presId="urn:microsoft.com/office/officeart/2018/2/layout/IconVerticalSolidList"/>
    <dgm:cxn modelId="{2A10D5E2-A360-45CD-9DDA-7D4535308C0E}" type="presParOf" srcId="{FD238FD7-4400-453F-9213-B963A9C1F094}" destId="{9818A883-3201-4144-9317-2AED8954A703}" srcOrd="0" destOrd="0" presId="urn:microsoft.com/office/officeart/2018/2/layout/IconVerticalSolidList"/>
    <dgm:cxn modelId="{1C5B5523-42A4-410A-BB31-059A1840F14A}" type="presParOf" srcId="{FD238FD7-4400-453F-9213-B963A9C1F094}" destId="{9DAED7E1-72B4-4A4D-9785-235AE2AB334E}" srcOrd="1" destOrd="0" presId="urn:microsoft.com/office/officeart/2018/2/layout/IconVerticalSolidList"/>
    <dgm:cxn modelId="{CD793030-B2EB-4AE9-950A-57E02201C601}" type="presParOf" srcId="{FD238FD7-4400-453F-9213-B963A9C1F094}" destId="{0EF21856-952E-4740-A945-738D1A60F5D3}" srcOrd="2" destOrd="0" presId="urn:microsoft.com/office/officeart/2018/2/layout/IconVerticalSolidList"/>
    <dgm:cxn modelId="{C064389C-C677-4D5C-BAE9-503922E3000B}" type="presParOf" srcId="{FD238FD7-4400-453F-9213-B963A9C1F094}" destId="{FE31A1FC-EA0C-48B1-B90C-03A08524C28D}" srcOrd="3" destOrd="0" presId="urn:microsoft.com/office/officeart/2018/2/layout/IconVerticalSolidList"/>
    <dgm:cxn modelId="{22C8FB03-3A6F-46FC-93EC-7A45C74B12E1}" type="presParOf" srcId="{C16F2BBA-D3E4-4891-808A-D9545FFA7422}" destId="{1EB03BDA-8F32-4083-95C5-9483C4B8A5F8}" srcOrd="3" destOrd="0" presId="urn:microsoft.com/office/officeart/2018/2/layout/IconVerticalSolidList"/>
    <dgm:cxn modelId="{973C865C-2C08-41E0-BE85-740F5F895C61}" type="presParOf" srcId="{C16F2BBA-D3E4-4891-808A-D9545FFA7422}" destId="{EEDE9F9E-F221-45C5-81DC-3DF16B1003B5}" srcOrd="4" destOrd="0" presId="urn:microsoft.com/office/officeart/2018/2/layout/IconVerticalSolidList"/>
    <dgm:cxn modelId="{3503E969-1255-4D62-8118-F2004CF334E9}" type="presParOf" srcId="{EEDE9F9E-F221-45C5-81DC-3DF16B1003B5}" destId="{DE72D6FC-6EAB-4B4A-A0FE-60EE4127A7A3}" srcOrd="0" destOrd="0" presId="urn:microsoft.com/office/officeart/2018/2/layout/IconVerticalSolidList"/>
    <dgm:cxn modelId="{35F2FA48-AD7F-4EB7-85FA-FECFADC8CA83}" type="presParOf" srcId="{EEDE9F9E-F221-45C5-81DC-3DF16B1003B5}" destId="{87B38E8A-B7BD-4871-AB2E-2DC9DAEC721E}" srcOrd="1" destOrd="0" presId="urn:microsoft.com/office/officeart/2018/2/layout/IconVerticalSolidList"/>
    <dgm:cxn modelId="{87B8A725-E313-4A75-A5D7-6357ADE186C4}" type="presParOf" srcId="{EEDE9F9E-F221-45C5-81DC-3DF16B1003B5}" destId="{D54A49C0-FE66-45E0-9D67-28F5D9FF4C58}" srcOrd="2" destOrd="0" presId="urn:microsoft.com/office/officeart/2018/2/layout/IconVerticalSolidList"/>
    <dgm:cxn modelId="{8EFA6E99-467D-4B88-88E0-B7CCA68B426F}" type="presParOf" srcId="{EEDE9F9E-F221-45C5-81DC-3DF16B1003B5}" destId="{77ED2D21-8F5D-4C82-AE2E-2A6A44E1722B}" srcOrd="3" destOrd="0" presId="urn:microsoft.com/office/officeart/2018/2/layout/IconVerticalSolidList"/>
    <dgm:cxn modelId="{E9E26C72-2FF3-4519-8E48-886EAFE816EF}" type="presParOf" srcId="{C16F2BBA-D3E4-4891-808A-D9545FFA7422}" destId="{5D2FAE2A-E85D-4001-B125-3B4217540574}" srcOrd="5" destOrd="0" presId="urn:microsoft.com/office/officeart/2018/2/layout/IconVerticalSolidList"/>
    <dgm:cxn modelId="{0E79D8F9-CE12-433F-8DCA-9034FD6ABFD7}" type="presParOf" srcId="{C16F2BBA-D3E4-4891-808A-D9545FFA7422}" destId="{398DA14E-2C32-4573-A370-61E463A7208C}" srcOrd="6" destOrd="0" presId="urn:microsoft.com/office/officeart/2018/2/layout/IconVerticalSolidList"/>
    <dgm:cxn modelId="{A5075943-D266-44C1-8BC3-CD3974FDD9B6}" type="presParOf" srcId="{398DA14E-2C32-4573-A370-61E463A7208C}" destId="{2713A24B-D03B-4B05-90E6-C323ABE3CD20}" srcOrd="0" destOrd="0" presId="urn:microsoft.com/office/officeart/2018/2/layout/IconVerticalSolidList"/>
    <dgm:cxn modelId="{FB48DDB1-91CB-43DB-9CE3-67739023F6A1}" type="presParOf" srcId="{398DA14E-2C32-4573-A370-61E463A7208C}" destId="{8682A0F7-0540-4C49-A194-45DBC8A9362D}" srcOrd="1" destOrd="0" presId="urn:microsoft.com/office/officeart/2018/2/layout/IconVerticalSolidList"/>
    <dgm:cxn modelId="{C1B06BED-03C6-44E5-92E9-6003B35C4098}" type="presParOf" srcId="{398DA14E-2C32-4573-A370-61E463A7208C}" destId="{244B599A-7358-404B-93FD-AFA8B5B6215F}" srcOrd="2" destOrd="0" presId="urn:microsoft.com/office/officeart/2018/2/layout/IconVerticalSolidList"/>
    <dgm:cxn modelId="{0BBEFC66-FF31-4858-820C-5487B06CA10C}" type="presParOf" srcId="{398DA14E-2C32-4573-A370-61E463A7208C}" destId="{15D6E432-D580-4871-B6DD-270C08EDD70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21528D3-E082-48F0-8640-5A45EAC7533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FA33177-6E79-414A-AD0D-4C593316F8DB}">
      <dgm:prSet/>
      <dgm:spPr/>
      <dgm:t>
        <a:bodyPr/>
        <a:lstStyle/>
        <a:p>
          <a:r>
            <a:rPr lang="en-US"/>
            <a:t>AI 102 full readiness confirmation</a:t>
          </a:r>
        </a:p>
      </dgm:t>
    </dgm:pt>
    <dgm:pt modelId="{156242EF-4038-40A6-9005-738A22B7240A}" type="parTrans" cxnId="{9CD13CF0-652D-4BDC-9988-E3E48984BDE8}">
      <dgm:prSet/>
      <dgm:spPr/>
      <dgm:t>
        <a:bodyPr/>
        <a:lstStyle/>
        <a:p>
          <a:endParaRPr lang="en-US"/>
        </a:p>
      </dgm:t>
    </dgm:pt>
    <dgm:pt modelId="{9947C67F-BDFE-481F-9913-025D784BE9D2}" type="sibTrans" cxnId="{9CD13CF0-652D-4BDC-9988-E3E48984BDE8}">
      <dgm:prSet/>
      <dgm:spPr/>
      <dgm:t>
        <a:bodyPr/>
        <a:lstStyle/>
        <a:p>
          <a:endParaRPr lang="en-US"/>
        </a:p>
      </dgm:t>
    </dgm:pt>
    <dgm:pt modelId="{F5F3D6D1-6577-46E0-AFDB-6433D9976AEC}">
      <dgm:prSet/>
      <dgm:spPr/>
      <dgm:t>
        <a:bodyPr/>
        <a:lstStyle/>
        <a:p>
          <a:r>
            <a:rPr lang="en-US"/>
            <a:t>Mock before each live session</a:t>
          </a:r>
        </a:p>
      </dgm:t>
    </dgm:pt>
    <dgm:pt modelId="{F907B5A1-0EF8-486B-B95A-9D3B9476E2D9}" type="parTrans" cxnId="{F60A1B56-926A-4F35-A3AC-922D02001809}">
      <dgm:prSet/>
      <dgm:spPr/>
      <dgm:t>
        <a:bodyPr/>
        <a:lstStyle/>
        <a:p>
          <a:endParaRPr lang="en-US"/>
        </a:p>
      </dgm:t>
    </dgm:pt>
    <dgm:pt modelId="{BE681BA0-94B1-4E76-96E4-6F1C05C71125}" type="sibTrans" cxnId="{F60A1B56-926A-4F35-A3AC-922D02001809}">
      <dgm:prSet/>
      <dgm:spPr/>
      <dgm:t>
        <a:bodyPr/>
        <a:lstStyle/>
        <a:p>
          <a:endParaRPr lang="en-US"/>
        </a:p>
      </dgm:t>
    </dgm:pt>
    <dgm:pt modelId="{95632893-CFF6-498E-A761-0E0DE9D6B0BE}">
      <dgm:prSet/>
      <dgm:spPr/>
      <dgm:t>
        <a:bodyPr/>
        <a:lstStyle/>
        <a:p>
          <a:r>
            <a:rPr lang="en-US"/>
            <a:t>Delivery maturity refinement</a:t>
          </a:r>
        </a:p>
      </dgm:t>
    </dgm:pt>
    <dgm:pt modelId="{0B55E8DF-AFC3-4536-96C5-C25BCB153752}" type="parTrans" cxnId="{B5476FC8-211F-4C01-84F3-3D943C58F0E7}">
      <dgm:prSet/>
      <dgm:spPr/>
      <dgm:t>
        <a:bodyPr/>
        <a:lstStyle/>
        <a:p>
          <a:endParaRPr lang="en-US"/>
        </a:p>
      </dgm:t>
    </dgm:pt>
    <dgm:pt modelId="{F21A52C2-3729-4DD2-846A-D9DE19ABBC61}" type="sibTrans" cxnId="{B5476FC8-211F-4C01-84F3-3D943C58F0E7}">
      <dgm:prSet/>
      <dgm:spPr/>
      <dgm:t>
        <a:bodyPr/>
        <a:lstStyle/>
        <a:p>
          <a:endParaRPr lang="en-US"/>
        </a:p>
      </dgm:t>
    </dgm:pt>
    <dgm:pt modelId="{17B9A2B1-F05F-4F6E-897D-5664C62ADA38}">
      <dgm:prSet/>
      <dgm:spPr/>
      <dgm:t>
        <a:bodyPr/>
        <a:lstStyle/>
        <a:p>
          <a:r>
            <a:rPr lang="en-US"/>
            <a:t>Executive communication stabilization</a:t>
          </a:r>
        </a:p>
      </dgm:t>
    </dgm:pt>
    <dgm:pt modelId="{0E4588D4-1F26-4406-BA12-7722E3406D90}" type="parTrans" cxnId="{3FA8B331-6ACA-42EB-BB81-3D6C4E7A89C5}">
      <dgm:prSet/>
      <dgm:spPr/>
      <dgm:t>
        <a:bodyPr/>
        <a:lstStyle/>
        <a:p>
          <a:endParaRPr lang="en-US"/>
        </a:p>
      </dgm:t>
    </dgm:pt>
    <dgm:pt modelId="{B0B59C5A-797C-4678-828A-B808BCDE78B6}" type="sibTrans" cxnId="{3FA8B331-6ACA-42EB-BB81-3D6C4E7A89C5}">
      <dgm:prSet/>
      <dgm:spPr/>
      <dgm:t>
        <a:bodyPr/>
        <a:lstStyle/>
        <a:p>
          <a:endParaRPr lang="en-US"/>
        </a:p>
      </dgm:t>
    </dgm:pt>
    <dgm:pt modelId="{373E966A-18BA-4DD3-B28D-80B91E672511}" type="pres">
      <dgm:prSet presAssocID="{921528D3-E082-48F0-8640-5A45EAC75334}" presName="linear" presStyleCnt="0">
        <dgm:presLayoutVars>
          <dgm:animLvl val="lvl"/>
          <dgm:resizeHandles val="exact"/>
        </dgm:presLayoutVars>
      </dgm:prSet>
      <dgm:spPr/>
    </dgm:pt>
    <dgm:pt modelId="{70253725-4321-46BC-8FBD-8838A0930868}" type="pres">
      <dgm:prSet presAssocID="{CFA33177-6E79-414A-AD0D-4C593316F8DB}" presName="parentText" presStyleLbl="node1" presStyleIdx="0" presStyleCnt="4">
        <dgm:presLayoutVars>
          <dgm:chMax val="0"/>
          <dgm:bulletEnabled val="1"/>
        </dgm:presLayoutVars>
      </dgm:prSet>
      <dgm:spPr/>
    </dgm:pt>
    <dgm:pt modelId="{4B59ED84-1A90-40B2-8F82-DE1EC6B6794B}" type="pres">
      <dgm:prSet presAssocID="{9947C67F-BDFE-481F-9913-025D784BE9D2}" presName="spacer" presStyleCnt="0"/>
      <dgm:spPr/>
    </dgm:pt>
    <dgm:pt modelId="{73447C97-8C1B-43B2-8197-8FF97163BA3F}" type="pres">
      <dgm:prSet presAssocID="{F5F3D6D1-6577-46E0-AFDB-6433D9976AEC}" presName="parentText" presStyleLbl="node1" presStyleIdx="1" presStyleCnt="4">
        <dgm:presLayoutVars>
          <dgm:chMax val="0"/>
          <dgm:bulletEnabled val="1"/>
        </dgm:presLayoutVars>
      </dgm:prSet>
      <dgm:spPr/>
    </dgm:pt>
    <dgm:pt modelId="{73CFAA73-8017-496E-BCBB-392074DE6737}" type="pres">
      <dgm:prSet presAssocID="{BE681BA0-94B1-4E76-96E4-6F1C05C71125}" presName="spacer" presStyleCnt="0"/>
      <dgm:spPr/>
    </dgm:pt>
    <dgm:pt modelId="{882E83B9-A644-49B1-A01D-B859716E4531}" type="pres">
      <dgm:prSet presAssocID="{95632893-CFF6-498E-A761-0E0DE9D6B0BE}" presName="parentText" presStyleLbl="node1" presStyleIdx="2" presStyleCnt="4">
        <dgm:presLayoutVars>
          <dgm:chMax val="0"/>
          <dgm:bulletEnabled val="1"/>
        </dgm:presLayoutVars>
      </dgm:prSet>
      <dgm:spPr/>
    </dgm:pt>
    <dgm:pt modelId="{35B6D6A3-988B-4B7D-A9FC-6284408240AC}" type="pres">
      <dgm:prSet presAssocID="{F21A52C2-3729-4DD2-846A-D9DE19ABBC61}" presName="spacer" presStyleCnt="0"/>
      <dgm:spPr/>
    </dgm:pt>
    <dgm:pt modelId="{6D337D28-62DA-4AA4-8458-5E3FE805A7FD}" type="pres">
      <dgm:prSet presAssocID="{17B9A2B1-F05F-4F6E-897D-5664C62ADA38}" presName="parentText" presStyleLbl="node1" presStyleIdx="3" presStyleCnt="4">
        <dgm:presLayoutVars>
          <dgm:chMax val="0"/>
          <dgm:bulletEnabled val="1"/>
        </dgm:presLayoutVars>
      </dgm:prSet>
      <dgm:spPr/>
    </dgm:pt>
  </dgm:ptLst>
  <dgm:cxnLst>
    <dgm:cxn modelId="{12115907-F54D-4FDC-934C-320331466AB6}" type="presOf" srcId="{17B9A2B1-F05F-4F6E-897D-5664C62ADA38}" destId="{6D337D28-62DA-4AA4-8458-5E3FE805A7FD}" srcOrd="0" destOrd="0" presId="urn:microsoft.com/office/officeart/2005/8/layout/vList2"/>
    <dgm:cxn modelId="{3FA8B331-6ACA-42EB-BB81-3D6C4E7A89C5}" srcId="{921528D3-E082-48F0-8640-5A45EAC75334}" destId="{17B9A2B1-F05F-4F6E-897D-5664C62ADA38}" srcOrd="3" destOrd="0" parTransId="{0E4588D4-1F26-4406-BA12-7722E3406D90}" sibTransId="{B0B59C5A-797C-4678-828A-B808BCDE78B6}"/>
    <dgm:cxn modelId="{9B0B8D5F-3924-40B6-833A-84D5E3F37D9F}" type="presOf" srcId="{95632893-CFF6-498E-A761-0E0DE9D6B0BE}" destId="{882E83B9-A644-49B1-A01D-B859716E4531}" srcOrd="0" destOrd="0" presId="urn:microsoft.com/office/officeart/2005/8/layout/vList2"/>
    <dgm:cxn modelId="{F60A1B56-926A-4F35-A3AC-922D02001809}" srcId="{921528D3-E082-48F0-8640-5A45EAC75334}" destId="{F5F3D6D1-6577-46E0-AFDB-6433D9976AEC}" srcOrd="1" destOrd="0" parTransId="{F907B5A1-0EF8-486B-B95A-9D3B9476E2D9}" sibTransId="{BE681BA0-94B1-4E76-96E4-6F1C05C71125}"/>
    <dgm:cxn modelId="{1BEA57BC-AFA6-4A6F-ACAA-A0166B0056EF}" type="presOf" srcId="{CFA33177-6E79-414A-AD0D-4C593316F8DB}" destId="{70253725-4321-46BC-8FBD-8838A0930868}" srcOrd="0" destOrd="0" presId="urn:microsoft.com/office/officeart/2005/8/layout/vList2"/>
    <dgm:cxn modelId="{B5476FC8-211F-4C01-84F3-3D943C58F0E7}" srcId="{921528D3-E082-48F0-8640-5A45EAC75334}" destId="{95632893-CFF6-498E-A761-0E0DE9D6B0BE}" srcOrd="2" destOrd="0" parTransId="{0B55E8DF-AFC3-4536-96C5-C25BCB153752}" sibTransId="{F21A52C2-3729-4DD2-846A-D9DE19ABBC61}"/>
    <dgm:cxn modelId="{2DABE1CF-21BE-4A6F-912C-C90853623E40}" type="presOf" srcId="{F5F3D6D1-6577-46E0-AFDB-6433D9976AEC}" destId="{73447C97-8C1B-43B2-8197-8FF97163BA3F}" srcOrd="0" destOrd="0" presId="urn:microsoft.com/office/officeart/2005/8/layout/vList2"/>
    <dgm:cxn modelId="{9CD13CF0-652D-4BDC-9988-E3E48984BDE8}" srcId="{921528D3-E082-48F0-8640-5A45EAC75334}" destId="{CFA33177-6E79-414A-AD0D-4C593316F8DB}" srcOrd="0" destOrd="0" parTransId="{156242EF-4038-40A6-9005-738A22B7240A}" sibTransId="{9947C67F-BDFE-481F-9913-025D784BE9D2}"/>
    <dgm:cxn modelId="{284654F1-8F9A-416E-8898-9FB4918B8196}" type="presOf" srcId="{921528D3-E082-48F0-8640-5A45EAC75334}" destId="{373E966A-18BA-4DD3-B28D-80B91E672511}" srcOrd="0" destOrd="0" presId="urn:microsoft.com/office/officeart/2005/8/layout/vList2"/>
    <dgm:cxn modelId="{B211D95A-CE14-4FFF-9803-9A2B0FBAC8AB}" type="presParOf" srcId="{373E966A-18BA-4DD3-B28D-80B91E672511}" destId="{70253725-4321-46BC-8FBD-8838A0930868}" srcOrd="0" destOrd="0" presId="urn:microsoft.com/office/officeart/2005/8/layout/vList2"/>
    <dgm:cxn modelId="{D5C43DE7-7E4A-4B0E-96B2-B8453DDE6588}" type="presParOf" srcId="{373E966A-18BA-4DD3-B28D-80B91E672511}" destId="{4B59ED84-1A90-40B2-8F82-DE1EC6B6794B}" srcOrd="1" destOrd="0" presId="urn:microsoft.com/office/officeart/2005/8/layout/vList2"/>
    <dgm:cxn modelId="{91776E79-0AFB-4332-A8B3-070874BEE191}" type="presParOf" srcId="{373E966A-18BA-4DD3-B28D-80B91E672511}" destId="{73447C97-8C1B-43B2-8197-8FF97163BA3F}" srcOrd="2" destOrd="0" presId="urn:microsoft.com/office/officeart/2005/8/layout/vList2"/>
    <dgm:cxn modelId="{9C942CCC-BAB2-47A2-918C-DE37D282DB6E}" type="presParOf" srcId="{373E966A-18BA-4DD3-B28D-80B91E672511}" destId="{73CFAA73-8017-496E-BCBB-392074DE6737}" srcOrd="3" destOrd="0" presId="urn:microsoft.com/office/officeart/2005/8/layout/vList2"/>
    <dgm:cxn modelId="{F6FDF024-E3EE-417E-ACEA-8455ECBB19F0}" type="presParOf" srcId="{373E966A-18BA-4DD3-B28D-80B91E672511}" destId="{882E83B9-A644-49B1-A01D-B859716E4531}" srcOrd="4" destOrd="0" presId="urn:microsoft.com/office/officeart/2005/8/layout/vList2"/>
    <dgm:cxn modelId="{812B25D7-C63A-401E-9ECE-03F37B7BE8FD}" type="presParOf" srcId="{373E966A-18BA-4DD3-B28D-80B91E672511}" destId="{35B6D6A3-988B-4B7D-A9FC-6284408240AC}" srcOrd="5" destOrd="0" presId="urn:microsoft.com/office/officeart/2005/8/layout/vList2"/>
    <dgm:cxn modelId="{83028695-41CE-4596-B079-1382AABB7FE3}" type="presParOf" srcId="{373E966A-18BA-4DD3-B28D-80B91E672511}" destId="{6D337D28-62DA-4AA4-8458-5E3FE805A7F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A4357A-0099-47EF-95EF-208E2EC18D49}" type="doc">
      <dgm:prSet loTypeId="urn:microsoft.com/office/officeart/2005/8/layout/hierarchy1" loCatId="hierarchy" qsTypeId="urn:microsoft.com/office/officeart/2005/8/quickstyle/simple5" qsCatId="simple" csTypeId="urn:microsoft.com/office/officeart/2005/8/colors/accent1_2" csCatId="accent1"/>
      <dgm:spPr/>
      <dgm:t>
        <a:bodyPr/>
        <a:lstStyle/>
        <a:p>
          <a:endParaRPr lang="en-US"/>
        </a:p>
      </dgm:t>
    </dgm:pt>
    <dgm:pt modelId="{F1E2AEEC-3321-4E07-A218-B919FB1AC6C8}">
      <dgm:prSet/>
      <dgm:spPr/>
      <dgm:t>
        <a:bodyPr/>
        <a:lstStyle/>
        <a:p>
          <a:r>
            <a:rPr lang="en-US"/>
            <a:t>Technical capability acknowledged</a:t>
          </a:r>
        </a:p>
      </dgm:t>
    </dgm:pt>
    <dgm:pt modelId="{F1BA0A0A-414C-47E9-ABCD-AB3F6823535C}" type="parTrans" cxnId="{6896DACC-87E5-4CCF-B89F-F362F5F03FF6}">
      <dgm:prSet/>
      <dgm:spPr/>
      <dgm:t>
        <a:bodyPr/>
        <a:lstStyle/>
        <a:p>
          <a:endParaRPr lang="en-US"/>
        </a:p>
      </dgm:t>
    </dgm:pt>
    <dgm:pt modelId="{3FC3528F-3B5E-4DE7-811B-06E344C95F85}" type="sibTrans" cxnId="{6896DACC-87E5-4CCF-B89F-F362F5F03FF6}">
      <dgm:prSet/>
      <dgm:spPr/>
      <dgm:t>
        <a:bodyPr/>
        <a:lstStyle/>
        <a:p>
          <a:endParaRPr lang="en-US"/>
        </a:p>
      </dgm:t>
    </dgm:pt>
    <dgm:pt modelId="{3CD9470B-44C2-4B74-9533-DE370A23FFFC}">
      <dgm:prSet/>
      <dgm:spPr/>
      <dgm:t>
        <a:bodyPr/>
        <a:lstStyle/>
        <a:p>
          <a:r>
            <a:rPr lang="en-US"/>
            <a:t>Maturity gaps clearly identified</a:t>
          </a:r>
        </a:p>
      </dgm:t>
    </dgm:pt>
    <dgm:pt modelId="{875B3B21-7AA0-4F4A-A599-E6C077BB74B4}" type="parTrans" cxnId="{9A39C389-BE1B-45E5-9AF9-10E70206C45A}">
      <dgm:prSet/>
      <dgm:spPr/>
      <dgm:t>
        <a:bodyPr/>
        <a:lstStyle/>
        <a:p>
          <a:endParaRPr lang="en-US"/>
        </a:p>
      </dgm:t>
    </dgm:pt>
    <dgm:pt modelId="{9755FB9C-85AA-454A-85BC-4B11EFD9AC7E}" type="sibTrans" cxnId="{9A39C389-BE1B-45E5-9AF9-10E70206C45A}">
      <dgm:prSet/>
      <dgm:spPr/>
      <dgm:t>
        <a:bodyPr/>
        <a:lstStyle/>
        <a:p>
          <a:endParaRPr lang="en-US"/>
        </a:p>
      </dgm:t>
    </dgm:pt>
    <dgm:pt modelId="{091D24F2-FCDE-483A-8BDA-1D64694E1C14}">
      <dgm:prSet/>
      <dgm:spPr/>
      <dgm:t>
        <a:bodyPr/>
        <a:lstStyle/>
        <a:p>
          <a:r>
            <a:rPr lang="en-US"/>
            <a:t>Pipeline pressure requires discipline</a:t>
          </a:r>
        </a:p>
      </dgm:t>
    </dgm:pt>
    <dgm:pt modelId="{38BDFF7C-DF59-459F-AB61-02C0554E3E6E}" type="parTrans" cxnId="{F04DE9E2-9200-4AE9-A9EA-ABB0E9555267}">
      <dgm:prSet/>
      <dgm:spPr/>
      <dgm:t>
        <a:bodyPr/>
        <a:lstStyle/>
        <a:p>
          <a:endParaRPr lang="en-US"/>
        </a:p>
      </dgm:t>
    </dgm:pt>
    <dgm:pt modelId="{9DE0EE32-D48D-408E-AC9C-FB43557B5216}" type="sibTrans" cxnId="{F04DE9E2-9200-4AE9-A9EA-ABB0E9555267}">
      <dgm:prSet/>
      <dgm:spPr/>
      <dgm:t>
        <a:bodyPr/>
        <a:lstStyle/>
        <a:p>
          <a:endParaRPr lang="en-US"/>
        </a:p>
      </dgm:t>
    </dgm:pt>
    <dgm:pt modelId="{B7B55BEE-063E-4D01-BC81-AE1E2CF0075C}">
      <dgm:prSet/>
      <dgm:spPr/>
      <dgm:t>
        <a:bodyPr/>
        <a:lstStyle/>
        <a:p>
          <a:r>
            <a:rPr lang="en-US"/>
            <a:t>Structured improvement locked for next 30 days</a:t>
          </a:r>
        </a:p>
      </dgm:t>
    </dgm:pt>
    <dgm:pt modelId="{D6ACE44E-4484-4255-AF83-0AAE06C3414D}" type="parTrans" cxnId="{F580E16E-8467-4699-9533-F62E7BF6FE86}">
      <dgm:prSet/>
      <dgm:spPr/>
      <dgm:t>
        <a:bodyPr/>
        <a:lstStyle/>
        <a:p>
          <a:endParaRPr lang="en-US"/>
        </a:p>
      </dgm:t>
    </dgm:pt>
    <dgm:pt modelId="{F40BFD6E-C293-41BE-A797-581B3E89DC26}" type="sibTrans" cxnId="{F580E16E-8467-4699-9533-F62E7BF6FE86}">
      <dgm:prSet/>
      <dgm:spPr/>
      <dgm:t>
        <a:bodyPr/>
        <a:lstStyle/>
        <a:p>
          <a:endParaRPr lang="en-US"/>
        </a:p>
      </dgm:t>
    </dgm:pt>
    <dgm:pt modelId="{DEB24C0A-D7C7-40B4-800B-A649A78BCFFA}" type="pres">
      <dgm:prSet presAssocID="{07A4357A-0099-47EF-95EF-208E2EC18D49}" presName="hierChild1" presStyleCnt="0">
        <dgm:presLayoutVars>
          <dgm:chPref val="1"/>
          <dgm:dir/>
          <dgm:animOne val="branch"/>
          <dgm:animLvl val="lvl"/>
          <dgm:resizeHandles/>
        </dgm:presLayoutVars>
      </dgm:prSet>
      <dgm:spPr/>
    </dgm:pt>
    <dgm:pt modelId="{13D91E5E-C732-4E4C-A191-8E40DD8C56F1}" type="pres">
      <dgm:prSet presAssocID="{F1E2AEEC-3321-4E07-A218-B919FB1AC6C8}" presName="hierRoot1" presStyleCnt="0"/>
      <dgm:spPr/>
    </dgm:pt>
    <dgm:pt modelId="{F360D98B-226C-4405-B57B-31531E3B037B}" type="pres">
      <dgm:prSet presAssocID="{F1E2AEEC-3321-4E07-A218-B919FB1AC6C8}" presName="composite" presStyleCnt="0"/>
      <dgm:spPr/>
    </dgm:pt>
    <dgm:pt modelId="{1D9D5E1A-617B-45C4-BF01-E3AC504E50FB}" type="pres">
      <dgm:prSet presAssocID="{F1E2AEEC-3321-4E07-A218-B919FB1AC6C8}" presName="background" presStyleLbl="node0" presStyleIdx="0" presStyleCnt="4"/>
      <dgm:spPr/>
    </dgm:pt>
    <dgm:pt modelId="{6F5D004E-AC30-4EA4-A2A1-8540AFA3B4BA}" type="pres">
      <dgm:prSet presAssocID="{F1E2AEEC-3321-4E07-A218-B919FB1AC6C8}" presName="text" presStyleLbl="fgAcc0" presStyleIdx="0" presStyleCnt="4">
        <dgm:presLayoutVars>
          <dgm:chPref val="3"/>
        </dgm:presLayoutVars>
      </dgm:prSet>
      <dgm:spPr/>
    </dgm:pt>
    <dgm:pt modelId="{85C54625-0EE5-4FDF-BAE9-1CBC33B77B8E}" type="pres">
      <dgm:prSet presAssocID="{F1E2AEEC-3321-4E07-A218-B919FB1AC6C8}" presName="hierChild2" presStyleCnt="0"/>
      <dgm:spPr/>
    </dgm:pt>
    <dgm:pt modelId="{F37D36A8-1B8D-40A7-B3B4-2333F7A3B9BB}" type="pres">
      <dgm:prSet presAssocID="{3CD9470B-44C2-4B74-9533-DE370A23FFFC}" presName="hierRoot1" presStyleCnt="0"/>
      <dgm:spPr/>
    </dgm:pt>
    <dgm:pt modelId="{1F14E134-A6BD-422F-B907-909F212828CC}" type="pres">
      <dgm:prSet presAssocID="{3CD9470B-44C2-4B74-9533-DE370A23FFFC}" presName="composite" presStyleCnt="0"/>
      <dgm:spPr/>
    </dgm:pt>
    <dgm:pt modelId="{68968F07-EF06-493E-B2DD-081BD28B3176}" type="pres">
      <dgm:prSet presAssocID="{3CD9470B-44C2-4B74-9533-DE370A23FFFC}" presName="background" presStyleLbl="node0" presStyleIdx="1" presStyleCnt="4"/>
      <dgm:spPr/>
    </dgm:pt>
    <dgm:pt modelId="{562A88B7-CB5E-4041-9F85-188F04756520}" type="pres">
      <dgm:prSet presAssocID="{3CD9470B-44C2-4B74-9533-DE370A23FFFC}" presName="text" presStyleLbl="fgAcc0" presStyleIdx="1" presStyleCnt="4">
        <dgm:presLayoutVars>
          <dgm:chPref val="3"/>
        </dgm:presLayoutVars>
      </dgm:prSet>
      <dgm:spPr/>
    </dgm:pt>
    <dgm:pt modelId="{A8A90065-E9A3-4A8D-801E-2E1856E07839}" type="pres">
      <dgm:prSet presAssocID="{3CD9470B-44C2-4B74-9533-DE370A23FFFC}" presName="hierChild2" presStyleCnt="0"/>
      <dgm:spPr/>
    </dgm:pt>
    <dgm:pt modelId="{3AEC7D29-7BFB-4003-BE4E-805A9EEE3445}" type="pres">
      <dgm:prSet presAssocID="{091D24F2-FCDE-483A-8BDA-1D64694E1C14}" presName="hierRoot1" presStyleCnt="0"/>
      <dgm:spPr/>
    </dgm:pt>
    <dgm:pt modelId="{344B3196-49D5-44C8-9757-B1CF7ABB03B4}" type="pres">
      <dgm:prSet presAssocID="{091D24F2-FCDE-483A-8BDA-1D64694E1C14}" presName="composite" presStyleCnt="0"/>
      <dgm:spPr/>
    </dgm:pt>
    <dgm:pt modelId="{DE35AF22-A8E0-46CD-8833-8CAE4ADB6726}" type="pres">
      <dgm:prSet presAssocID="{091D24F2-FCDE-483A-8BDA-1D64694E1C14}" presName="background" presStyleLbl="node0" presStyleIdx="2" presStyleCnt="4"/>
      <dgm:spPr/>
    </dgm:pt>
    <dgm:pt modelId="{CB4D4BDA-D7C8-4BB3-81F5-500EE25F52E5}" type="pres">
      <dgm:prSet presAssocID="{091D24F2-FCDE-483A-8BDA-1D64694E1C14}" presName="text" presStyleLbl="fgAcc0" presStyleIdx="2" presStyleCnt="4">
        <dgm:presLayoutVars>
          <dgm:chPref val="3"/>
        </dgm:presLayoutVars>
      </dgm:prSet>
      <dgm:spPr/>
    </dgm:pt>
    <dgm:pt modelId="{147FDB48-6D24-4B4F-991B-101EDE6B2D93}" type="pres">
      <dgm:prSet presAssocID="{091D24F2-FCDE-483A-8BDA-1D64694E1C14}" presName="hierChild2" presStyleCnt="0"/>
      <dgm:spPr/>
    </dgm:pt>
    <dgm:pt modelId="{35092535-760B-4665-90F0-F1DD6D726A5D}" type="pres">
      <dgm:prSet presAssocID="{B7B55BEE-063E-4D01-BC81-AE1E2CF0075C}" presName="hierRoot1" presStyleCnt="0"/>
      <dgm:spPr/>
    </dgm:pt>
    <dgm:pt modelId="{A5E38E93-279B-45FD-82F8-A4C98E603B1B}" type="pres">
      <dgm:prSet presAssocID="{B7B55BEE-063E-4D01-BC81-AE1E2CF0075C}" presName="composite" presStyleCnt="0"/>
      <dgm:spPr/>
    </dgm:pt>
    <dgm:pt modelId="{46844C9C-D480-4C14-95FA-0CF91AE91D46}" type="pres">
      <dgm:prSet presAssocID="{B7B55BEE-063E-4D01-BC81-AE1E2CF0075C}" presName="background" presStyleLbl="node0" presStyleIdx="3" presStyleCnt="4"/>
      <dgm:spPr/>
    </dgm:pt>
    <dgm:pt modelId="{0041FCDC-201C-4792-8B5B-31380A124D86}" type="pres">
      <dgm:prSet presAssocID="{B7B55BEE-063E-4D01-BC81-AE1E2CF0075C}" presName="text" presStyleLbl="fgAcc0" presStyleIdx="3" presStyleCnt="4">
        <dgm:presLayoutVars>
          <dgm:chPref val="3"/>
        </dgm:presLayoutVars>
      </dgm:prSet>
      <dgm:spPr/>
    </dgm:pt>
    <dgm:pt modelId="{88FE4A4B-6E95-40A2-A674-EF0FF356C9CF}" type="pres">
      <dgm:prSet presAssocID="{B7B55BEE-063E-4D01-BC81-AE1E2CF0075C}" presName="hierChild2" presStyleCnt="0"/>
      <dgm:spPr/>
    </dgm:pt>
  </dgm:ptLst>
  <dgm:cxnLst>
    <dgm:cxn modelId="{AD17F006-B4BD-477D-8E85-C10A03BA8070}" type="presOf" srcId="{F1E2AEEC-3321-4E07-A218-B919FB1AC6C8}" destId="{6F5D004E-AC30-4EA4-A2A1-8540AFA3B4BA}" srcOrd="0" destOrd="0" presId="urn:microsoft.com/office/officeart/2005/8/layout/hierarchy1"/>
    <dgm:cxn modelId="{B19BC113-9C67-4D24-BCF0-6EBB7112209A}" type="presOf" srcId="{3CD9470B-44C2-4B74-9533-DE370A23FFFC}" destId="{562A88B7-CB5E-4041-9F85-188F04756520}" srcOrd="0" destOrd="0" presId="urn:microsoft.com/office/officeart/2005/8/layout/hierarchy1"/>
    <dgm:cxn modelId="{F580E16E-8467-4699-9533-F62E7BF6FE86}" srcId="{07A4357A-0099-47EF-95EF-208E2EC18D49}" destId="{B7B55BEE-063E-4D01-BC81-AE1E2CF0075C}" srcOrd="3" destOrd="0" parTransId="{D6ACE44E-4484-4255-AF83-0AAE06C3414D}" sibTransId="{F40BFD6E-C293-41BE-A797-581B3E89DC26}"/>
    <dgm:cxn modelId="{FD45E358-3C5B-4A08-BD61-EB8386368415}" type="presOf" srcId="{B7B55BEE-063E-4D01-BC81-AE1E2CF0075C}" destId="{0041FCDC-201C-4792-8B5B-31380A124D86}" srcOrd="0" destOrd="0" presId="urn:microsoft.com/office/officeart/2005/8/layout/hierarchy1"/>
    <dgm:cxn modelId="{9A39C389-BE1B-45E5-9AF9-10E70206C45A}" srcId="{07A4357A-0099-47EF-95EF-208E2EC18D49}" destId="{3CD9470B-44C2-4B74-9533-DE370A23FFFC}" srcOrd="1" destOrd="0" parTransId="{875B3B21-7AA0-4F4A-A599-E6C077BB74B4}" sibTransId="{9755FB9C-85AA-454A-85BC-4B11EFD9AC7E}"/>
    <dgm:cxn modelId="{4F16C1B6-8984-496B-B6D1-B3B0F769ED9E}" type="presOf" srcId="{07A4357A-0099-47EF-95EF-208E2EC18D49}" destId="{DEB24C0A-D7C7-40B4-800B-A649A78BCFFA}" srcOrd="0" destOrd="0" presId="urn:microsoft.com/office/officeart/2005/8/layout/hierarchy1"/>
    <dgm:cxn modelId="{1392A7CA-9071-484B-91E8-461FE7B0421F}" type="presOf" srcId="{091D24F2-FCDE-483A-8BDA-1D64694E1C14}" destId="{CB4D4BDA-D7C8-4BB3-81F5-500EE25F52E5}" srcOrd="0" destOrd="0" presId="urn:microsoft.com/office/officeart/2005/8/layout/hierarchy1"/>
    <dgm:cxn modelId="{6896DACC-87E5-4CCF-B89F-F362F5F03FF6}" srcId="{07A4357A-0099-47EF-95EF-208E2EC18D49}" destId="{F1E2AEEC-3321-4E07-A218-B919FB1AC6C8}" srcOrd="0" destOrd="0" parTransId="{F1BA0A0A-414C-47E9-ABCD-AB3F6823535C}" sibTransId="{3FC3528F-3B5E-4DE7-811B-06E344C95F85}"/>
    <dgm:cxn modelId="{F04DE9E2-9200-4AE9-A9EA-ABB0E9555267}" srcId="{07A4357A-0099-47EF-95EF-208E2EC18D49}" destId="{091D24F2-FCDE-483A-8BDA-1D64694E1C14}" srcOrd="2" destOrd="0" parTransId="{38BDFF7C-DF59-459F-AB61-02C0554E3E6E}" sibTransId="{9DE0EE32-D48D-408E-AC9C-FB43557B5216}"/>
    <dgm:cxn modelId="{67CB7CAE-F38A-43A0-998C-6570C9A5EA42}" type="presParOf" srcId="{DEB24C0A-D7C7-40B4-800B-A649A78BCFFA}" destId="{13D91E5E-C732-4E4C-A191-8E40DD8C56F1}" srcOrd="0" destOrd="0" presId="urn:microsoft.com/office/officeart/2005/8/layout/hierarchy1"/>
    <dgm:cxn modelId="{DCBA04EF-024B-4146-8D70-F063B91740A1}" type="presParOf" srcId="{13D91E5E-C732-4E4C-A191-8E40DD8C56F1}" destId="{F360D98B-226C-4405-B57B-31531E3B037B}" srcOrd="0" destOrd="0" presId="urn:microsoft.com/office/officeart/2005/8/layout/hierarchy1"/>
    <dgm:cxn modelId="{97935AB5-1641-46C8-AC5F-2B4E4FF491E4}" type="presParOf" srcId="{F360D98B-226C-4405-B57B-31531E3B037B}" destId="{1D9D5E1A-617B-45C4-BF01-E3AC504E50FB}" srcOrd="0" destOrd="0" presId="urn:microsoft.com/office/officeart/2005/8/layout/hierarchy1"/>
    <dgm:cxn modelId="{946AD5E3-272A-4A63-B65C-4BCCD97932F5}" type="presParOf" srcId="{F360D98B-226C-4405-B57B-31531E3B037B}" destId="{6F5D004E-AC30-4EA4-A2A1-8540AFA3B4BA}" srcOrd="1" destOrd="0" presId="urn:microsoft.com/office/officeart/2005/8/layout/hierarchy1"/>
    <dgm:cxn modelId="{3A6C1D0B-ED22-4A5D-BF83-8C58723DE810}" type="presParOf" srcId="{13D91E5E-C732-4E4C-A191-8E40DD8C56F1}" destId="{85C54625-0EE5-4FDF-BAE9-1CBC33B77B8E}" srcOrd="1" destOrd="0" presId="urn:microsoft.com/office/officeart/2005/8/layout/hierarchy1"/>
    <dgm:cxn modelId="{362B6EF0-51CB-4AF8-87B4-173AE83B605F}" type="presParOf" srcId="{DEB24C0A-D7C7-40B4-800B-A649A78BCFFA}" destId="{F37D36A8-1B8D-40A7-B3B4-2333F7A3B9BB}" srcOrd="1" destOrd="0" presId="urn:microsoft.com/office/officeart/2005/8/layout/hierarchy1"/>
    <dgm:cxn modelId="{40400F85-8885-402B-BB03-9D5CF00CB92B}" type="presParOf" srcId="{F37D36A8-1B8D-40A7-B3B4-2333F7A3B9BB}" destId="{1F14E134-A6BD-422F-B907-909F212828CC}" srcOrd="0" destOrd="0" presId="urn:microsoft.com/office/officeart/2005/8/layout/hierarchy1"/>
    <dgm:cxn modelId="{1AD50A15-36A3-4BDA-A456-CEFB7E71260C}" type="presParOf" srcId="{1F14E134-A6BD-422F-B907-909F212828CC}" destId="{68968F07-EF06-493E-B2DD-081BD28B3176}" srcOrd="0" destOrd="0" presId="urn:microsoft.com/office/officeart/2005/8/layout/hierarchy1"/>
    <dgm:cxn modelId="{80561206-943A-4EB6-BD8E-63FA6F543D0C}" type="presParOf" srcId="{1F14E134-A6BD-422F-B907-909F212828CC}" destId="{562A88B7-CB5E-4041-9F85-188F04756520}" srcOrd="1" destOrd="0" presId="urn:microsoft.com/office/officeart/2005/8/layout/hierarchy1"/>
    <dgm:cxn modelId="{DB5692EE-9755-4D6F-B7EE-CDF3902D9B0A}" type="presParOf" srcId="{F37D36A8-1B8D-40A7-B3B4-2333F7A3B9BB}" destId="{A8A90065-E9A3-4A8D-801E-2E1856E07839}" srcOrd="1" destOrd="0" presId="urn:microsoft.com/office/officeart/2005/8/layout/hierarchy1"/>
    <dgm:cxn modelId="{BBF3A285-D89F-4626-BEBC-5CCF8DE00E6A}" type="presParOf" srcId="{DEB24C0A-D7C7-40B4-800B-A649A78BCFFA}" destId="{3AEC7D29-7BFB-4003-BE4E-805A9EEE3445}" srcOrd="2" destOrd="0" presId="urn:microsoft.com/office/officeart/2005/8/layout/hierarchy1"/>
    <dgm:cxn modelId="{D277DB8A-1A5B-4D2B-8E37-CDD2CA417CEA}" type="presParOf" srcId="{3AEC7D29-7BFB-4003-BE4E-805A9EEE3445}" destId="{344B3196-49D5-44C8-9757-B1CF7ABB03B4}" srcOrd="0" destOrd="0" presId="urn:microsoft.com/office/officeart/2005/8/layout/hierarchy1"/>
    <dgm:cxn modelId="{9E47E875-0C9A-4F13-B6E1-736F8869E8A1}" type="presParOf" srcId="{344B3196-49D5-44C8-9757-B1CF7ABB03B4}" destId="{DE35AF22-A8E0-46CD-8833-8CAE4ADB6726}" srcOrd="0" destOrd="0" presId="urn:microsoft.com/office/officeart/2005/8/layout/hierarchy1"/>
    <dgm:cxn modelId="{B2C9D69F-8881-471D-BD6E-F2A038D101CC}" type="presParOf" srcId="{344B3196-49D5-44C8-9757-B1CF7ABB03B4}" destId="{CB4D4BDA-D7C8-4BB3-81F5-500EE25F52E5}" srcOrd="1" destOrd="0" presId="urn:microsoft.com/office/officeart/2005/8/layout/hierarchy1"/>
    <dgm:cxn modelId="{2A12B828-88A1-4EBD-918B-25F78100A4CF}" type="presParOf" srcId="{3AEC7D29-7BFB-4003-BE4E-805A9EEE3445}" destId="{147FDB48-6D24-4B4F-991B-101EDE6B2D93}" srcOrd="1" destOrd="0" presId="urn:microsoft.com/office/officeart/2005/8/layout/hierarchy1"/>
    <dgm:cxn modelId="{08CF0348-F7B5-467D-8D48-EA76B13FF59C}" type="presParOf" srcId="{DEB24C0A-D7C7-40B4-800B-A649A78BCFFA}" destId="{35092535-760B-4665-90F0-F1DD6D726A5D}" srcOrd="3" destOrd="0" presId="urn:microsoft.com/office/officeart/2005/8/layout/hierarchy1"/>
    <dgm:cxn modelId="{C6FB06C6-9ABD-4EE3-922F-63D0AE5C9F70}" type="presParOf" srcId="{35092535-760B-4665-90F0-F1DD6D726A5D}" destId="{A5E38E93-279B-45FD-82F8-A4C98E603B1B}" srcOrd="0" destOrd="0" presId="urn:microsoft.com/office/officeart/2005/8/layout/hierarchy1"/>
    <dgm:cxn modelId="{B9429417-79C6-4E9D-ADF5-B767239E9908}" type="presParOf" srcId="{A5E38E93-279B-45FD-82F8-A4C98E603B1B}" destId="{46844C9C-D480-4C14-95FA-0CF91AE91D46}" srcOrd="0" destOrd="0" presId="urn:microsoft.com/office/officeart/2005/8/layout/hierarchy1"/>
    <dgm:cxn modelId="{BD20D790-C248-4243-8629-9BA6E5B64260}" type="presParOf" srcId="{A5E38E93-279B-45FD-82F8-A4C98E603B1B}" destId="{0041FCDC-201C-4792-8B5B-31380A124D86}" srcOrd="1" destOrd="0" presId="urn:microsoft.com/office/officeart/2005/8/layout/hierarchy1"/>
    <dgm:cxn modelId="{D83DB55A-52D4-4692-BE2D-E34E0ED003C8}" type="presParOf" srcId="{35092535-760B-4665-90F0-F1DD6D726A5D}" destId="{88FE4A4B-6E95-40A2-A674-EF0FF356C9C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FBC32-3F25-45F9-A5D8-F0CB9232EDB0}">
      <dsp:nvSpPr>
        <dsp:cNvPr id="0" name=""/>
        <dsp:cNvSpPr/>
      </dsp:nvSpPr>
      <dsp:spPr>
        <a:xfrm>
          <a:off x="164279" y="487604"/>
          <a:ext cx="1311111" cy="131111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3083D6-5D45-41DF-8776-70704A7853A2}">
      <dsp:nvSpPr>
        <dsp:cNvPr id="0" name=""/>
        <dsp:cNvSpPr/>
      </dsp:nvSpPr>
      <dsp:spPr>
        <a:xfrm>
          <a:off x="439612" y="762937"/>
          <a:ext cx="760444" cy="7604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162A69-BC4D-4CE1-9F60-CABFF7687997}">
      <dsp:nvSpPr>
        <dsp:cNvPr id="0" name=""/>
        <dsp:cNvSpPr/>
      </dsp:nvSpPr>
      <dsp:spPr>
        <a:xfrm>
          <a:off x="1756343" y="487604"/>
          <a:ext cx="3090478" cy="1311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Strong knowledge depth</a:t>
          </a:r>
        </a:p>
      </dsp:txBody>
      <dsp:txXfrm>
        <a:off x="1756343" y="487604"/>
        <a:ext cx="3090478" cy="1311111"/>
      </dsp:txXfrm>
    </dsp:sp>
    <dsp:sp modelId="{41020724-4E58-4FE4-9D2A-86F13AC8C6F2}">
      <dsp:nvSpPr>
        <dsp:cNvPr id="0" name=""/>
        <dsp:cNvSpPr/>
      </dsp:nvSpPr>
      <dsp:spPr>
        <a:xfrm>
          <a:off x="5385314" y="487604"/>
          <a:ext cx="1311111" cy="131111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352F07-1D6C-45FC-A1B4-C043242C6F9E}">
      <dsp:nvSpPr>
        <dsp:cNvPr id="0" name=""/>
        <dsp:cNvSpPr/>
      </dsp:nvSpPr>
      <dsp:spPr>
        <a:xfrm>
          <a:off x="5660647" y="762937"/>
          <a:ext cx="760444" cy="7604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886BCE-1535-4F21-8F41-478FEFFD1C7E}">
      <dsp:nvSpPr>
        <dsp:cNvPr id="0" name=""/>
        <dsp:cNvSpPr/>
      </dsp:nvSpPr>
      <dsp:spPr>
        <a:xfrm>
          <a:off x="6977378" y="487604"/>
          <a:ext cx="3090478" cy="1311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Improvement visible</a:t>
          </a:r>
        </a:p>
      </dsp:txBody>
      <dsp:txXfrm>
        <a:off x="6977378" y="487604"/>
        <a:ext cx="3090478" cy="1311111"/>
      </dsp:txXfrm>
    </dsp:sp>
    <dsp:sp modelId="{8FECAFE0-C5C1-4CE4-8D86-7C08130734BE}">
      <dsp:nvSpPr>
        <dsp:cNvPr id="0" name=""/>
        <dsp:cNvSpPr/>
      </dsp:nvSpPr>
      <dsp:spPr>
        <a:xfrm>
          <a:off x="164279" y="2535539"/>
          <a:ext cx="1311111" cy="131111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35F45-4FA6-43BB-9EC5-1E8DEE647CD4}">
      <dsp:nvSpPr>
        <dsp:cNvPr id="0" name=""/>
        <dsp:cNvSpPr/>
      </dsp:nvSpPr>
      <dsp:spPr>
        <a:xfrm>
          <a:off x="439612" y="2810873"/>
          <a:ext cx="760444" cy="7604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DEA826-3FBC-4B99-B8D2-4D5B36544EBE}">
      <dsp:nvSpPr>
        <dsp:cNvPr id="0" name=""/>
        <dsp:cNvSpPr/>
      </dsp:nvSpPr>
      <dsp:spPr>
        <a:xfrm>
          <a:off x="1756343" y="2535539"/>
          <a:ext cx="3090478" cy="1311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Delivery maturity still stabilizing</a:t>
          </a:r>
        </a:p>
      </dsp:txBody>
      <dsp:txXfrm>
        <a:off x="1756343" y="2535539"/>
        <a:ext cx="3090478" cy="1311111"/>
      </dsp:txXfrm>
    </dsp:sp>
    <dsp:sp modelId="{17888C57-4414-4D91-8A7B-0AAA265696BB}">
      <dsp:nvSpPr>
        <dsp:cNvPr id="0" name=""/>
        <dsp:cNvSpPr/>
      </dsp:nvSpPr>
      <dsp:spPr>
        <a:xfrm>
          <a:off x="5385314" y="2535539"/>
          <a:ext cx="1311111" cy="1311111"/>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AFF14D-DA5D-4B44-B65C-40AAC7EA0856}">
      <dsp:nvSpPr>
        <dsp:cNvPr id="0" name=""/>
        <dsp:cNvSpPr/>
      </dsp:nvSpPr>
      <dsp:spPr>
        <a:xfrm>
          <a:off x="5660647" y="2810873"/>
          <a:ext cx="760444" cy="7604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33523F-29F3-4BA6-8933-3E7305681F92}">
      <dsp:nvSpPr>
        <dsp:cNvPr id="0" name=""/>
        <dsp:cNvSpPr/>
      </dsp:nvSpPr>
      <dsp:spPr>
        <a:xfrm>
          <a:off x="6977378" y="2535539"/>
          <a:ext cx="3090478" cy="1311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kern="1200"/>
            <a:t>Professional consistency required</a:t>
          </a:r>
        </a:p>
      </dsp:txBody>
      <dsp:txXfrm>
        <a:off x="6977378" y="2535539"/>
        <a:ext cx="3090478" cy="13111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E47F7A-3554-4A60-9183-12E422B6583C}">
      <dsp:nvSpPr>
        <dsp:cNvPr id="0" name=""/>
        <dsp:cNvSpPr/>
      </dsp:nvSpPr>
      <dsp:spPr>
        <a:xfrm>
          <a:off x="0" y="0"/>
          <a:ext cx="8742263" cy="81166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Structured explanation improving</a:t>
          </a:r>
        </a:p>
      </dsp:txBody>
      <dsp:txXfrm>
        <a:off x="23773" y="23773"/>
        <a:ext cx="7797822" cy="764123"/>
      </dsp:txXfrm>
    </dsp:sp>
    <dsp:sp modelId="{DB60CC9B-28C7-4062-933C-CE03E18BFD69}">
      <dsp:nvSpPr>
        <dsp:cNvPr id="0" name=""/>
        <dsp:cNvSpPr/>
      </dsp:nvSpPr>
      <dsp:spPr>
        <a:xfrm>
          <a:off x="732164" y="959245"/>
          <a:ext cx="8742263" cy="811669"/>
        </a:xfrm>
        <a:prstGeom prst="roundRect">
          <a:avLst>
            <a:gd name="adj" fmla="val 10000"/>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Flow sometimes rushed</a:t>
          </a:r>
        </a:p>
      </dsp:txBody>
      <dsp:txXfrm>
        <a:off x="755937" y="983018"/>
        <a:ext cx="7434967" cy="764123"/>
      </dsp:txXfrm>
    </dsp:sp>
    <dsp:sp modelId="{9BED5467-37A2-4751-A299-573DBAEE80E6}">
      <dsp:nvSpPr>
        <dsp:cNvPr id="0" name=""/>
        <dsp:cNvSpPr/>
      </dsp:nvSpPr>
      <dsp:spPr>
        <a:xfrm>
          <a:off x="1453401" y="1918490"/>
          <a:ext cx="8742263" cy="811669"/>
        </a:xfrm>
        <a:prstGeom prst="roundRect">
          <a:avLst>
            <a:gd name="adj" fmla="val 10000"/>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Topic closures inconsistent</a:t>
          </a:r>
        </a:p>
      </dsp:txBody>
      <dsp:txXfrm>
        <a:off x="1477174" y="1942263"/>
        <a:ext cx="7445895" cy="764123"/>
      </dsp:txXfrm>
    </dsp:sp>
    <dsp:sp modelId="{FFFEE6F7-6493-44E8-B6DD-8B878D695CE5}">
      <dsp:nvSpPr>
        <dsp:cNvPr id="0" name=""/>
        <dsp:cNvSpPr/>
      </dsp:nvSpPr>
      <dsp:spPr>
        <a:xfrm>
          <a:off x="2185565" y="2877735"/>
          <a:ext cx="8742263" cy="811669"/>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Executive tone fluctuates under pressure</a:t>
          </a:r>
        </a:p>
      </dsp:txBody>
      <dsp:txXfrm>
        <a:off x="2209338" y="2901508"/>
        <a:ext cx="7434967" cy="764123"/>
      </dsp:txXfrm>
    </dsp:sp>
    <dsp:sp modelId="{62701489-6C1F-4EC4-BF79-549195A739D9}">
      <dsp:nvSpPr>
        <dsp:cNvPr id="0" name=""/>
        <dsp:cNvSpPr/>
      </dsp:nvSpPr>
      <dsp:spPr>
        <a:xfrm>
          <a:off x="8214678" y="621664"/>
          <a:ext cx="527584" cy="527584"/>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333384" y="621664"/>
        <a:ext cx="290172" cy="397007"/>
      </dsp:txXfrm>
    </dsp:sp>
    <dsp:sp modelId="{217B5CCE-1F00-43FB-9579-56B377EDDD83}">
      <dsp:nvSpPr>
        <dsp:cNvPr id="0" name=""/>
        <dsp:cNvSpPr/>
      </dsp:nvSpPr>
      <dsp:spPr>
        <a:xfrm>
          <a:off x="8946842" y="1580910"/>
          <a:ext cx="527584" cy="527584"/>
        </a:xfrm>
        <a:prstGeom prst="downArrow">
          <a:avLst>
            <a:gd name="adj1" fmla="val 55000"/>
            <a:gd name="adj2" fmla="val 45000"/>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065548" y="1580910"/>
        <a:ext cx="290172" cy="397007"/>
      </dsp:txXfrm>
    </dsp:sp>
    <dsp:sp modelId="{B7679243-CBDE-4629-8B36-570AFFB3F8B8}">
      <dsp:nvSpPr>
        <dsp:cNvPr id="0" name=""/>
        <dsp:cNvSpPr/>
      </dsp:nvSpPr>
      <dsp:spPr>
        <a:xfrm>
          <a:off x="9668079" y="2540155"/>
          <a:ext cx="527584" cy="527584"/>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9786785" y="2540155"/>
        <a:ext cx="290172" cy="3970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9F723-4EF6-4272-A83F-13E020089426}">
      <dsp:nvSpPr>
        <dsp:cNvPr id="0" name=""/>
        <dsp:cNvSpPr/>
      </dsp:nvSpPr>
      <dsp:spPr>
        <a:xfrm>
          <a:off x="0" y="37268"/>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Occasional overconfidence in discussion</a:t>
          </a:r>
        </a:p>
      </dsp:txBody>
      <dsp:txXfrm>
        <a:off x="47976" y="85244"/>
        <a:ext cx="10419648" cy="886848"/>
      </dsp:txXfrm>
    </dsp:sp>
    <dsp:sp modelId="{BE5D2D3B-2785-4755-80A9-E99C1B2E63E6}">
      <dsp:nvSpPr>
        <dsp:cNvPr id="0" name=""/>
        <dsp:cNvSpPr/>
      </dsp:nvSpPr>
      <dsp:spPr>
        <a:xfrm>
          <a:off x="0" y="1135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Unnecessary questioning at times</a:t>
          </a:r>
        </a:p>
      </dsp:txBody>
      <dsp:txXfrm>
        <a:off x="47976" y="1183245"/>
        <a:ext cx="10419648" cy="886848"/>
      </dsp:txXfrm>
    </dsp:sp>
    <dsp:sp modelId="{FBA03A44-BDAE-4453-8816-1A7A1FA7B3A0}">
      <dsp:nvSpPr>
        <dsp:cNvPr id="0" name=""/>
        <dsp:cNvSpPr/>
      </dsp:nvSpPr>
      <dsp:spPr>
        <a:xfrm>
          <a:off x="0" y="2233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Need for executive framing discipline</a:t>
          </a:r>
        </a:p>
      </dsp:txBody>
      <dsp:txXfrm>
        <a:off x="47976" y="2281245"/>
        <a:ext cx="10419648" cy="886848"/>
      </dsp:txXfrm>
    </dsp:sp>
    <dsp:sp modelId="{25AE8DDD-B6D9-488A-8F32-9E93ADBDFCB8}">
      <dsp:nvSpPr>
        <dsp:cNvPr id="0" name=""/>
        <dsp:cNvSpPr/>
      </dsp:nvSpPr>
      <dsp:spPr>
        <a:xfrm>
          <a:off x="0" y="3331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Maintain calm response in complex scenarios</a:t>
          </a:r>
        </a:p>
      </dsp:txBody>
      <dsp:txXfrm>
        <a:off x="47976" y="3379245"/>
        <a:ext cx="10419648" cy="8868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38BD57-880D-49B1-A533-361F2FFC3F3F}">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2ADB22-28E5-4BCE-8945-528B40D59B41}">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0712EC-529A-4C06-866C-4D4A75510411}">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Architecture depth validation required</a:t>
          </a:r>
        </a:p>
      </dsp:txBody>
      <dsp:txXfrm>
        <a:off x="1057183" y="1805"/>
        <a:ext cx="9458416" cy="915310"/>
      </dsp:txXfrm>
    </dsp:sp>
    <dsp:sp modelId="{9818A883-3201-4144-9317-2AED8954A703}">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AED7E1-72B4-4A4D-9785-235AE2AB334E}">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1A1FC-EA0C-48B1-B90C-03A08524C28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Lab confidence confirmation</a:t>
          </a:r>
        </a:p>
      </dsp:txBody>
      <dsp:txXfrm>
        <a:off x="1057183" y="1145944"/>
        <a:ext cx="9458416" cy="915310"/>
      </dsp:txXfrm>
    </dsp:sp>
    <dsp:sp modelId="{DE72D6FC-6EAB-4B4A-A0FE-60EE4127A7A3}">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B38E8A-B7BD-4871-AB2E-2DC9DAEC721E}">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ED2D21-8F5D-4C82-AE2E-2A6A44E1722B}">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Service integration clarity</a:t>
          </a:r>
        </a:p>
      </dsp:txBody>
      <dsp:txXfrm>
        <a:off x="1057183" y="2290082"/>
        <a:ext cx="9458416" cy="915310"/>
      </dsp:txXfrm>
    </dsp:sp>
    <dsp:sp modelId="{2713A24B-D03B-4B05-90E6-C323ABE3CD20}">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82A0F7-0540-4C49-A194-45DBC8A9362D}">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D6E432-D580-4871-B6DD-270C08EDD705}">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Mock before live delivery</a:t>
          </a:r>
        </a:p>
      </dsp:txBody>
      <dsp:txXfrm>
        <a:off x="1057183" y="3434221"/>
        <a:ext cx="9458416" cy="915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53725-4321-46BC-8FBD-8838A0930868}">
      <dsp:nvSpPr>
        <dsp:cNvPr id="0" name=""/>
        <dsp:cNvSpPr/>
      </dsp:nvSpPr>
      <dsp:spPr>
        <a:xfrm>
          <a:off x="0" y="37268"/>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AI 102 full readiness confirmation</a:t>
          </a:r>
        </a:p>
      </dsp:txBody>
      <dsp:txXfrm>
        <a:off x="47976" y="85244"/>
        <a:ext cx="10419648" cy="886848"/>
      </dsp:txXfrm>
    </dsp:sp>
    <dsp:sp modelId="{73447C97-8C1B-43B2-8197-8FF97163BA3F}">
      <dsp:nvSpPr>
        <dsp:cNvPr id="0" name=""/>
        <dsp:cNvSpPr/>
      </dsp:nvSpPr>
      <dsp:spPr>
        <a:xfrm>
          <a:off x="0" y="1135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Mock before each live session</a:t>
          </a:r>
        </a:p>
      </dsp:txBody>
      <dsp:txXfrm>
        <a:off x="47976" y="1183245"/>
        <a:ext cx="10419648" cy="886848"/>
      </dsp:txXfrm>
    </dsp:sp>
    <dsp:sp modelId="{882E83B9-A644-49B1-A01D-B859716E4531}">
      <dsp:nvSpPr>
        <dsp:cNvPr id="0" name=""/>
        <dsp:cNvSpPr/>
      </dsp:nvSpPr>
      <dsp:spPr>
        <a:xfrm>
          <a:off x="0" y="2233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Delivery maturity refinement</a:t>
          </a:r>
        </a:p>
      </dsp:txBody>
      <dsp:txXfrm>
        <a:off x="47976" y="2281245"/>
        <a:ext cx="10419648" cy="886848"/>
      </dsp:txXfrm>
    </dsp:sp>
    <dsp:sp modelId="{6D337D28-62DA-4AA4-8458-5E3FE805A7FD}">
      <dsp:nvSpPr>
        <dsp:cNvPr id="0" name=""/>
        <dsp:cNvSpPr/>
      </dsp:nvSpPr>
      <dsp:spPr>
        <a:xfrm>
          <a:off x="0" y="3331269"/>
          <a:ext cx="10515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Executive communication stabilization</a:t>
          </a:r>
        </a:p>
      </dsp:txBody>
      <dsp:txXfrm>
        <a:off x="47976" y="3379245"/>
        <a:ext cx="10419648" cy="8868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D5E1A-617B-45C4-BF01-E3AC504E50FB}">
      <dsp:nvSpPr>
        <dsp:cNvPr id="0" name=""/>
        <dsp:cNvSpPr/>
      </dsp:nvSpPr>
      <dsp:spPr>
        <a:xfrm>
          <a:off x="3080" y="1361187"/>
          <a:ext cx="2199649" cy="139677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F5D004E-AC30-4EA4-A2A1-8540AFA3B4BA}">
      <dsp:nvSpPr>
        <dsp:cNvPr id="0" name=""/>
        <dsp:cNvSpPr/>
      </dsp:nvSpPr>
      <dsp:spPr>
        <a:xfrm>
          <a:off x="247486" y="159337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Technical capability acknowledged</a:t>
          </a:r>
        </a:p>
      </dsp:txBody>
      <dsp:txXfrm>
        <a:off x="288396" y="1634282"/>
        <a:ext cx="2117829" cy="1314957"/>
      </dsp:txXfrm>
    </dsp:sp>
    <dsp:sp modelId="{68968F07-EF06-493E-B2DD-081BD28B3176}">
      <dsp:nvSpPr>
        <dsp:cNvPr id="0" name=""/>
        <dsp:cNvSpPr/>
      </dsp:nvSpPr>
      <dsp:spPr>
        <a:xfrm>
          <a:off x="2691541" y="1361187"/>
          <a:ext cx="2199649" cy="139677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62A88B7-CB5E-4041-9F85-188F04756520}">
      <dsp:nvSpPr>
        <dsp:cNvPr id="0" name=""/>
        <dsp:cNvSpPr/>
      </dsp:nvSpPr>
      <dsp:spPr>
        <a:xfrm>
          <a:off x="2935947" y="159337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Maturity gaps clearly identified</a:t>
          </a:r>
        </a:p>
      </dsp:txBody>
      <dsp:txXfrm>
        <a:off x="2976857" y="1634282"/>
        <a:ext cx="2117829" cy="1314957"/>
      </dsp:txXfrm>
    </dsp:sp>
    <dsp:sp modelId="{DE35AF22-A8E0-46CD-8833-8CAE4ADB6726}">
      <dsp:nvSpPr>
        <dsp:cNvPr id="0" name=""/>
        <dsp:cNvSpPr/>
      </dsp:nvSpPr>
      <dsp:spPr>
        <a:xfrm>
          <a:off x="5380002" y="1361187"/>
          <a:ext cx="2199649" cy="139677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B4D4BDA-D7C8-4BB3-81F5-500EE25F52E5}">
      <dsp:nvSpPr>
        <dsp:cNvPr id="0" name=""/>
        <dsp:cNvSpPr/>
      </dsp:nvSpPr>
      <dsp:spPr>
        <a:xfrm>
          <a:off x="5624408" y="159337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Pipeline pressure requires discipline</a:t>
          </a:r>
        </a:p>
      </dsp:txBody>
      <dsp:txXfrm>
        <a:off x="5665318" y="1634282"/>
        <a:ext cx="2117829" cy="1314957"/>
      </dsp:txXfrm>
    </dsp:sp>
    <dsp:sp modelId="{46844C9C-D480-4C14-95FA-0CF91AE91D46}">
      <dsp:nvSpPr>
        <dsp:cNvPr id="0" name=""/>
        <dsp:cNvSpPr/>
      </dsp:nvSpPr>
      <dsp:spPr>
        <a:xfrm>
          <a:off x="8068463" y="1361187"/>
          <a:ext cx="2199649" cy="1396777"/>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041FCDC-201C-4792-8B5B-31380A124D86}">
      <dsp:nvSpPr>
        <dsp:cNvPr id="0" name=""/>
        <dsp:cNvSpPr/>
      </dsp:nvSpPr>
      <dsp:spPr>
        <a:xfrm>
          <a:off x="8312869" y="1593372"/>
          <a:ext cx="2199649" cy="13967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Structured improvement locked for next 30 days</a:t>
          </a:r>
        </a:p>
      </dsp:txBody>
      <dsp:txXfrm>
        <a:off x="8353779" y="1634282"/>
        <a:ext cx="2117829" cy="131495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038AAA-1632-4919-9AD1-250CE1F81A3A}" type="datetimeFigureOut">
              <a:rPr lang="en-IN" smtClean="0"/>
              <a:t>18-02-2026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87360-D0F5-44B9-BE46-D60EFA54BE5B}" type="slidenum">
              <a:rPr lang="en-IN" smtClean="0"/>
              <a:t>‹#›</a:t>
            </a:fld>
            <a:endParaRPr lang="en-IN"/>
          </a:p>
        </p:txBody>
      </p:sp>
    </p:spTree>
    <p:extLst>
      <p:ext uri="{BB962C8B-B14F-4D97-AF65-F5344CB8AC3E}">
        <p14:creationId xmlns:p14="http://schemas.microsoft.com/office/powerpoint/2010/main" val="280042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into performance, let me clarify something important. A huddle is not about fault finding. It is about alignment. In sports, a huddle happens before the next move — not after the match is lost. Today is about making sure the next 90 days are stronger than the previous 90. That is the frame. We are not here to debate the past. We are here to structure the future. Are you with me so far?</a:t>
            </a:r>
            <a:endParaRPr lang="en-IN" dirty="0"/>
          </a:p>
        </p:txBody>
      </p:sp>
      <p:sp>
        <p:nvSpPr>
          <p:cNvPr id="4" name="Slide Number Placeholder 3"/>
          <p:cNvSpPr>
            <a:spLocks noGrp="1"/>
          </p:cNvSpPr>
          <p:nvPr>
            <p:ph type="sldNum" sz="quarter" idx="5"/>
          </p:nvPr>
        </p:nvSpPr>
        <p:spPr/>
        <p:txBody>
          <a:bodyPr/>
          <a:lstStyle/>
          <a:p>
            <a:fld id="{42E87360-D0F5-44B9-BE46-D60EFA54BE5B}" type="slidenum">
              <a:rPr lang="en-IN" smtClean="0"/>
              <a:t>1</a:t>
            </a:fld>
            <a:endParaRPr lang="en-IN"/>
          </a:p>
        </p:txBody>
      </p:sp>
    </p:spTree>
    <p:extLst>
      <p:ext uri="{BB962C8B-B14F-4D97-AF65-F5344CB8AC3E}">
        <p14:creationId xmlns:p14="http://schemas.microsoft.com/office/powerpoint/2010/main" val="2469386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will move in five structured parts — where you stand, what has improved, what still needs tightening, what risk is ahead, and what must change in the next 30 days. No surprises. No emotional swings. Just structured clarity. By the end of this hour, both of us should know exactly what success looks like.</a:t>
            </a:r>
            <a:endParaRPr lang="en-IN" dirty="0"/>
          </a:p>
        </p:txBody>
      </p:sp>
      <p:sp>
        <p:nvSpPr>
          <p:cNvPr id="4" name="Slide Number Placeholder 3"/>
          <p:cNvSpPr>
            <a:spLocks noGrp="1"/>
          </p:cNvSpPr>
          <p:nvPr>
            <p:ph type="sldNum" sz="quarter" idx="5"/>
          </p:nvPr>
        </p:nvSpPr>
        <p:spPr/>
        <p:txBody>
          <a:bodyPr/>
          <a:lstStyle/>
          <a:p>
            <a:fld id="{42E87360-D0F5-44B9-BE46-D60EFA54BE5B}" type="slidenum">
              <a:rPr lang="en-IN" smtClean="0"/>
              <a:t>2</a:t>
            </a:fld>
            <a:endParaRPr lang="en-IN"/>
          </a:p>
        </p:txBody>
      </p:sp>
    </p:spTree>
    <p:extLst>
      <p:ext uri="{BB962C8B-B14F-4D97-AF65-F5344CB8AC3E}">
        <p14:creationId xmlns:p14="http://schemas.microsoft.com/office/powerpoint/2010/main" val="1511883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90 days in a new role, what should be visible? Confidence? Stability? Consistency? You have delivered Bootcamp SQL and PL-300. That establishes baseline capability. That matters. Technical foundation is not the issue here. The question now is not “Can you teach?” It is “Can you teach consistently under pressure?” That is a different level.</a:t>
            </a:r>
            <a:endParaRPr lang="en-IN" dirty="0"/>
          </a:p>
        </p:txBody>
      </p:sp>
      <p:sp>
        <p:nvSpPr>
          <p:cNvPr id="4" name="Slide Number Placeholder 3"/>
          <p:cNvSpPr>
            <a:spLocks noGrp="1"/>
          </p:cNvSpPr>
          <p:nvPr>
            <p:ph type="sldNum" sz="quarter" idx="5"/>
          </p:nvPr>
        </p:nvSpPr>
        <p:spPr/>
        <p:txBody>
          <a:bodyPr/>
          <a:lstStyle/>
          <a:p>
            <a:fld id="{42E87360-D0F5-44B9-BE46-D60EFA54BE5B}" type="slidenum">
              <a:rPr lang="en-IN" smtClean="0"/>
              <a:t>3</a:t>
            </a:fld>
            <a:endParaRPr lang="en-IN"/>
          </a:p>
        </p:txBody>
      </p:sp>
    </p:spTree>
    <p:extLst>
      <p:ext uri="{BB962C8B-B14F-4D97-AF65-F5344CB8AC3E}">
        <p14:creationId xmlns:p14="http://schemas.microsoft.com/office/powerpoint/2010/main" val="1310198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Minimum 90 percent before delivery</a:t>
            </a:r>
          </a:p>
          <a:p>
            <a:r>
              <a:rPr lang="en-US" dirty="0"/>
              <a:t>Two week readiness buffer</a:t>
            </a:r>
          </a:p>
          <a:p>
            <a:r>
              <a:rPr lang="en-US" dirty="0"/>
              <a:t>Daily preparation tracking</a:t>
            </a:r>
          </a:p>
          <a:p>
            <a:r>
              <a:rPr lang="en-US" dirty="0"/>
              <a:t>No course at zero percent readiness</a:t>
            </a:r>
            <a:endParaRPr lang="en-IN" dirty="0"/>
          </a:p>
          <a:p>
            <a:endParaRPr lang="en-IN" dirty="0"/>
          </a:p>
        </p:txBody>
      </p:sp>
      <p:sp>
        <p:nvSpPr>
          <p:cNvPr id="4" name="Slide Number Placeholder 3"/>
          <p:cNvSpPr>
            <a:spLocks noGrp="1"/>
          </p:cNvSpPr>
          <p:nvPr>
            <p:ph type="sldNum" sz="quarter" idx="5"/>
          </p:nvPr>
        </p:nvSpPr>
        <p:spPr/>
        <p:txBody>
          <a:bodyPr/>
          <a:lstStyle/>
          <a:p>
            <a:fld id="{42E87360-D0F5-44B9-BE46-D60EFA54BE5B}" type="slidenum">
              <a:rPr lang="en-IN" smtClean="0"/>
              <a:t>22</a:t>
            </a:fld>
            <a:endParaRPr lang="en-IN"/>
          </a:p>
        </p:txBody>
      </p:sp>
    </p:spTree>
    <p:extLst>
      <p:ext uri="{BB962C8B-B14F-4D97-AF65-F5344CB8AC3E}">
        <p14:creationId xmlns:p14="http://schemas.microsoft.com/office/powerpoint/2010/main" val="1338237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B289-BA33-686D-D556-19F970B3E5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5FA074-60DB-F0D6-E6F9-7561C91D0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0489E0-6946-9629-94AC-52066A15D349}"/>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765BD6D0-E943-AF5F-8F55-1220E3D166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B78E3F-DC9D-DC3F-1FC4-ECBF62D1BDE4}"/>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1538649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475C8-7DFB-9CBB-2CFA-C6BBB61DD6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86E1D6-0B86-1196-5BEC-3762047942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E6CFF2-1740-BC7F-BC69-F36C0E0EFD66}"/>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3AB803B0-B253-22E0-7E9C-F354DD756B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34DEEE-3114-67E3-D4B8-38473E72E578}"/>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540080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00E6-F746-C37C-B6E2-DBF4E258ED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98EF2F-7962-D1E1-0D89-5CF5AB0465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367457-E97A-954C-E8B3-E31F6D7A62AD}"/>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92F40F12-CAD6-0423-58C3-8F48A4EFE0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2A3DBE-392F-3565-D0C4-9CA4EE4E8336}"/>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3308050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9F6D8-5146-D59C-8912-E654F6B0C3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B9416-4FF8-D3FE-F292-ECA6B17C9E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CDF86E-49A4-959F-71AC-553E237DEA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C854ED-A64E-19E3-7D73-479CFF875AFC}"/>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6" name="Footer Placeholder 5">
            <a:extLst>
              <a:ext uri="{FF2B5EF4-FFF2-40B4-BE49-F238E27FC236}">
                <a16:creationId xmlns:a16="http://schemas.microsoft.com/office/drawing/2014/main" id="{2794EF12-44D7-23C4-6F20-86CDC71E7F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3D9C5D-0123-5D9A-91DD-439FC62DD83B}"/>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363772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98D1-A3DF-B2E7-FC5D-347823D4F8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4B19A6-2F7F-3B0E-0BC4-0C70226736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99A65D-C7CF-1372-F5C0-26E06DB09C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5B7F1D-27FD-3852-2FD9-3C82EC4A5A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8D404C-2697-A98E-E18B-977E6CFD95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CFE209-5EAD-B125-00FE-83CE20F16D3B}"/>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8" name="Footer Placeholder 7">
            <a:extLst>
              <a:ext uri="{FF2B5EF4-FFF2-40B4-BE49-F238E27FC236}">
                <a16:creationId xmlns:a16="http://schemas.microsoft.com/office/drawing/2014/main" id="{3D87CD70-7721-2872-3ECF-BD1DB16463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030879-7BDF-3031-96A1-B7918C85FBE6}"/>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4134354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5A8F-24B2-A104-56E5-A1C5BA81EC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C9FED3-7268-BCFD-2D71-1E9288CF7656}"/>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4" name="Footer Placeholder 3">
            <a:extLst>
              <a:ext uri="{FF2B5EF4-FFF2-40B4-BE49-F238E27FC236}">
                <a16:creationId xmlns:a16="http://schemas.microsoft.com/office/drawing/2014/main" id="{01B41835-06D6-2B27-6D31-C6CAC2F554B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8DC552-B048-C2C2-6DE8-8F43688551A7}"/>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431102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CF9F9-67C6-B037-5099-2D8EBEED6303}"/>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3" name="Footer Placeholder 2">
            <a:extLst>
              <a:ext uri="{FF2B5EF4-FFF2-40B4-BE49-F238E27FC236}">
                <a16:creationId xmlns:a16="http://schemas.microsoft.com/office/drawing/2014/main" id="{97EADB22-7B78-04EC-A5B0-ABF93B4A0E0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73C5703-6EC1-C70F-F5B8-281A91082649}"/>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284993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7A52-A526-DD4D-9C3F-D3781F7E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CBBF14-5C2C-D224-AE0A-03AAE54F07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227179-8A19-E67F-08AB-F378C51CF8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3FA9DD-7E0E-1C98-5C5A-4F90FD050DC8}"/>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6" name="Footer Placeholder 5">
            <a:extLst>
              <a:ext uri="{FF2B5EF4-FFF2-40B4-BE49-F238E27FC236}">
                <a16:creationId xmlns:a16="http://schemas.microsoft.com/office/drawing/2014/main" id="{AB055A98-27F5-B73C-D4BF-DFC698A287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584B41-F33B-295C-A46B-2D9BF5C4EE07}"/>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246548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9F4DD-DFD6-956B-C3A1-873C7758EB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9220FB-BB07-EC1E-32BD-7A3432D870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9C31FC-6D7F-E6C0-D80B-46ADFBE8E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10199A-136B-26F4-ED17-2AD852AD9FD2}"/>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6" name="Footer Placeholder 5">
            <a:extLst>
              <a:ext uri="{FF2B5EF4-FFF2-40B4-BE49-F238E27FC236}">
                <a16:creationId xmlns:a16="http://schemas.microsoft.com/office/drawing/2014/main" id="{B345C815-B783-740D-D450-9B1E07C417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A1B58-75DC-3A82-8602-73D52D8ABFB1}"/>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428977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041B-C05E-5CB5-3E55-E6995E03DF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0AD173-EB56-A3CF-8EB4-0A9EDDAA60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4C8A7C-76D3-D24D-398F-D3AE256494BD}"/>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C2C37A6D-D60B-FD2F-5F1A-28958DB7A3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D070DA-5579-0D55-832D-9B17D573809F}"/>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917148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F69360-4002-2DA9-0641-1B1F926CC3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2EC52B-ABD2-8CA2-C199-05CB36F4D0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9B72A9-D753-1964-0CFB-50259E45891A}"/>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7CB7ACD3-EF09-41AE-2EE1-C39F924F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3F1B8A-E6C8-0F51-0BAC-1D4349600A00}"/>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352958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D30F-8B97-A1E0-F524-9EDFE468A745}"/>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AA1FAC-83B1-F571-BB10-8E79F9AC94D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FBE6B5-6DDD-5420-E5DB-53523EB287A5}"/>
              </a:ext>
            </a:extLst>
          </p:cNvPr>
          <p:cNvSpPr>
            <a:spLocks noGrp="1"/>
          </p:cNvSpPr>
          <p:nvPr>
            <p:ph type="dt" sz="half" idx="10"/>
          </p:nvPr>
        </p:nvSpPr>
        <p:spPr/>
        <p:txBody>
          <a:body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692AB8C9-0655-7679-0769-E6213A434E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366E4E-5CAC-8295-03A8-B29D14BD1FEE}"/>
              </a:ext>
            </a:extLst>
          </p:cNvPr>
          <p:cNvSpPr>
            <a:spLocks noGrp="1"/>
          </p:cNvSpPr>
          <p:nvPr>
            <p:ph type="sldNum" sz="quarter" idx="12"/>
          </p:nvPr>
        </p:nvSpPr>
        <p:spPr/>
        <p:txBody>
          <a:bodyPr/>
          <a:lstStyle/>
          <a:p>
            <a:fld id="{0D8C8ADE-6A86-436F-8397-1F687A8A1725}" type="slidenum">
              <a:rPr lang="en-IN" smtClean="0"/>
              <a:t>‹#›</a:t>
            </a:fld>
            <a:endParaRPr lang="en-IN"/>
          </a:p>
        </p:txBody>
      </p:sp>
    </p:spTree>
    <p:extLst>
      <p:ext uri="{BB962C8B-B14F-4D97-AF65-F5344CB8AC3E}">
        <p14:creationId xmlns:p14="http://schemas.microsoft.com/office/powerpoint/2010/main" val="2192640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55FA-2629-5506-A582-74A14492FE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AFDEFE-469B-B4D3-8CA4-B46528FF92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0E2021-7707-73EA-0CD8-0AB7A6DF89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BC12D6-DFE0-4F79-A0C2-FFC567D2CBF5}" type="datetimeFigureOut">
              <a:rPr lang="en-IN" smtClean="0"/>
              <a:t>18-02-2026</a:t>
            </a:fld>
            <a:endParaRPr lang="en-IN"/>
          </a:p>
        </p:txBody>
      </p:sp>
      <p:sp>
        <p:nvSpPr>
          <p:cNvPr id="5" name="Footer Placeholder 4">
            <a:extLst>
              <a:ext uri="{FF2B5EF4-FFF2-40B4-BE49-F238E27FC236}">
                <a16:creationId xmlns:a16="http://schemas.microsoft.com/office/drawing/2014/main" id="{37DE1203-2B63-E124-C5E2-95CF47EF58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59C3B72-CC17-479F-AC91-CE5AC9F19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8C8ADE-6A86-436F-8397-1F687A8A1725}" type="slidenum">
              <a:rPr lang="en-IN" smtClean="0"/>
              <a:t>‹#›</a:t>
            </a:fld>
            <a:endParaRPr lang="en-IN"/>
          </a:p>
        </p:txBody>
      </p:sp>
    </p:spTree>
    <p:extLst>
      <p:ext uri="{BB962C8B-B14F-4D97-AF65-F5344CB8AC3E}">
        <p14:creationId xmlns:p14="http://schemas.microsoft.com/office/powerpoint/2010/main" val="1895146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3.jpeg"/><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2192000" cy="6858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l="-22737" r="-22737"/>
            </a:stretch>
          </a:blipFill>
        </p:spPr>
        <p:txBody>
          <a:bodyPr/>
          <a:lstStyle/>
          <a:p>
            <a:endParaRPr lang="en-IN" sz="1200"/>
          </a:p>
        </p:txBody>
      </p:sp>
      <p:sp>
        <p:nvSpPr>
          <p:cNvPr id="3" name="Freeform 3"/>
          <p:cNvSpPr/>
          <p:nvPr/>
        </p:nvSpPr>
        <p:spPr>
          <a:xfrm>
            <a:off x="4985476" y="2394943"/>
            <a:ext cx="6520724" cy="4140660"/>
          </a:xfrm>
          <a:custGeom>
            <a:avLst/>
            <a:gdLst/>
            <a:ahLst/>
            <a:cxnLst/>
            <a:rect l="l" t="t" r="r" b="b"/>
            <a:pathLst>
              <a:path w="9781086" h="6210990">
                <a:moveTo>
                  <a:pt x="0" y="0"/>
                </a:moveTo>
                <a:lnTo>
                  <a:pt x="9781086" y="0"/>
                </a:lnTo>
                <a:lnTo>
                  <a:pt x="9781086" y="6210989"/>
                </a:lnTo>
                <a:lnTo>
                  <a:pt x="0" y="62109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1200"/>
          </a:p>
        </p:txBody>
      </p:sp>
      <p:sp>
        <p:nvSpPr>
          <p:cNvPr id="4" name="TextBox 4"/>
          <p:cNvSpPr txBox="1"/>
          <p:nvPr/>
        </p:nvSpPr>
        <p:spPr>
          <a:xfrm>
            <a:off x="685800" y="847855"/>
            <a:ext cx="6623705" cy="1320874"/>
          </a:xfrm>
          <a:prstGeom prst="rect">
            <a:avLst/>
          </a:prstGeom>
        </p:spPr>
        <p:txBody>
          <a:bodyPr lIns="0" tIns="0" rIns="0" bIns="0" rtlCol="0" anchor="t">
            <a:spAutoFit/>
          </a:bodyPr>
          <a:lstStyle/>
          <a:p>
            <a:pPr>
              <a:lnSpc>
                <a:spcPts val="10261"/>
              </a:lnSpc>
            </a:pPr>
            <a:r>
              <a:rPr lang="en-US" sz="8696">
                <a:solidFill>
                  <a:srgbClr val="30364E"/>
                </a:solidFill>
                <a:latin typeface="DM Serif Display"/>
                <a:ea typeface="DM Serif Display"/>
                <a:cs typeface="DM Serif Display"/>
                <a:sym typeface="DM Serif Display"/>
              </a:rPr>
              <a:t>Huddle Meet</a:t>
            </a:r>
          </a:p>
        </p:txBody>
      </p:sp>
      <p:sp>
        <p:nvSpPr>
          <p:cNvPr id="5" name="Freeform 5"/>
          <p:cNvSpPr/>
          <p:nvPr/>
        </p:nvSpPr>
        <p:spPr>
          <a:xfrm rot="2357269">
            <a:off x="727252" y="5368845"/>
            <a:ext cx="1062364" cy="936209"/>
          </a:xfrm>
          <a:custGeom>
            <a:avLst/>
            <a:gdLst/>
            <a:ahLst/>
            <a:cxnLst/>
            <a:rect l="l" t="t" r="r" b="b"/>
            <a:pathLst>
              <a:path w="1593546" h="1404313">
                <a:moveTo>
                  <a:pt x="0" y="0"/>
                </a:moveTo>
                <a:lnTo>
                  <a:pt x="1593546" y="0"/>
                </a:lnTo>
                <a:lnTo>
                  <a:pt x="1593546" y="1404313"/>
                </a:lnTo>
                <a:lnTo>
                  <a:pt x="0" y="140431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sz="1200"/>
          </a:p>
        </p:txBody>
      </p:sp>
      <p:sp>
        <p:nvSpPr>
          <p:cNvPr id="6" name="Freeform 6"/>
          <p:cNvSpPr/>
          <p:nvPr/>
        </p:nvSpPr>
        <p:spPr>
          <a:xfrm>
            <a:off x="9658059" y="685801"/>
            <a:ext cx="1848141" cy="1609847"/>
          </a:xfrm>
          <a:custGeom>
            <a:avLst/>
            <a:gdLst/>
            <a:ahLst/>
            <a:cxnLst/>
            <a:rect l="l" t="t" r="r" b="b"/>
            <a:pathLst>
              <a:path w="2772212" h="2414771">
                <a:moveTo>
                  <a:pt x="0" y="0"/>
                </a:moveTo>
                <a:lnTo>
                  <a:pt x="2772212" y="0"/>
                </a:lnTo>
                <a:lnTo>
                  <a:pt x="2772212" y="2414771"/>
                </a:lnTo>
                <a:lnTo>
                  <a:pt x="0" y="24147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sz="1200"/>
          </a:p>
        </p:txBody>
      </p:sp>
      <p:sp>
        <p:nvSpPr>
          <p:cNvPr id="7" name="TextBox 7"/>
          <p:cNvSpPr txBox="1"/>
          <p:nvPr/>
        </p:nvSpPr>
        <p:spPr>
          <a:xfrm>
            <a:off x="2045583" y="5509501"/>
            <a:ext cx="2069217" cy="572464"/>
          </a:xfrm>
          <a:prstGeom prst="rect">
            <a:avLst/>
          </a:prstGeom>
        </p:spPr>
        <p:txBody>
          <a:bodyPr wrap="square" lIns="0" tIns="0" rIns="0" bIns="0" rtlCol="0" anchor="t">
            <a:spAutoFit/>
          </a:bodyPr>
          <a:lstStyle/>
          <a:p>
            <a:pPr algn="ctr">
              <a:lnSpc>
                <a:spcPts val="4853"/>
              </a:lnSpc>
            </a:pPr>
            <a:r>
              <a:rPr lang="en-US" sz="3466" b="1" dirty="0" err="1">
                <a:solidFill>
                  <a:srgbClr val="30364E"/>
                </a:solidFill>
                <a:latin typeface="Canva Sans Bold"/>
                <a:ea typeface="Canva Sans Bold"/>
                <a:cs typeface="Canva Sans Bold"/>
                <a:sym typeface="Canva Sans Bold"/>
              </a:rPr>
              <a:t>SkillSync</a:t>
            </a:r>
            <a:endParaRPr lang="en-US" sz="3466" b="1" dirty="0">
              <a:solidFill>
                <a:srgbClr val="30364E"/>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1026190-6B62-46DB-B5FF-9E0FF9BDCD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DA0389-D66E-4727-8EFB-E60E6C412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4693" y="870265"/>
            <a:ext cx="9662615" cy="1603018"/>
          </a:xfrm>
          <a:custGeom>
            <a:avLst/>
            <a:gdLst>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4055448 w 9662615"/>
              <a:gd name="connsiteY72" fmla="*/ 1528913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86537 w 9662615"/>
              <a:gd name="connsiteY72" fmla="*/ 1523612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652930 w 9662615"/>
              <a:gd name="connsiteY68" fmla="*/ 1539961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155638 w 9662615"/>
              <a:gd name="connsiteY47" fmla="*/ 1521938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5995105 w 9662615"/>
              <a:gd name="connsiteY36" fmla="*/ 1435236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435155 w 9662615"/>
              <a:gd name="connsiteY22" fmla="*/ 1397159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577675 w 9662615"/>
              <a:gd name="connsiteY20" fmla="*/ 1370461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505921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10961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743791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64453 w 9662615"/>
              <a:gd name="connsiteY74" fmla="*/ 1521660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67911 w 9662615"/>
              <a:gd name="connsiteY81" fmla="*/ 1526618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59871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30328 w 9662615"/>
              <a:gd name="connsiteY92" fmla="*/ 1499441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082104 w 9662615"/>
              <a:gd name="connsiteY49" fmla="*/ 1547781 h 1583140"/>
              <a:gd name="connsiteX50" fmla="*/ 5059484 w 9662615"/>
              <a:gd name="connsiteY50" fmla="*/ 1546802 h 1583140"/>
              <a:gd name="connsiteX51" fmla="*/ 5050958 w 9662615"/>
              <a:gd name="connsiteY51" fmla="*/ 1545776 h 1583140"/>
              <a:gd name="connsiteX52" fmla="*/ 5038524 w 9662615"/>
              <a:gd name="connsiteY52" fmla="*/ 1545675 h 1583140"/>
              <a:gd name="connsiteX53" fmla="*/ 5038223 w 9662615"/>
              <a:gd name="connsiteY53" fmla="*/ 1545881 h 1583140"/>
              <a:gd name="connsiteX54" fmla="*/ 5026564 w 9662615"/>
              <a:gd name="connsiteY54" fmla="*/ 1545376 h 1583140"/>
              <a:gd name="connsiteX55" fmla="*/ 4969433 w 9662615"/>
              <a:gd name="connsiteY55" fmla="*/ 1540263 h 1583140"/>
              <a:gd name="connsiteX56" fmla="*/ 4894799 w 9662615"/>
              <a:gd name="connsiteY56" fmla="*/ 1559476 h 1583140"/>
              <a:gd name="connsiteX57" fmla="*/ 4863775 w 9662615"/>
              <a:gd name="connsiteY57" fmla="*/ 1562633 h 1583140"/>
              <a:gd name="connsiteX58" fmla="*/ 4847242 w 9662615"/>
              <a:gd name="connsiteY58" fmla="*/ 1565435 h 1583140"/>
              <a:gd name="connsiteX59" fmla="*/ 4846237 w 9662615"/>
              <a:gd name="connsiteY59" fmla="*/ 1566331 h 1583140"/>
              <a:gd name="connsiteX60" fmla="*/ 4791466 w 9662615"/>
              <a:gd name="connsiteY60" fmla="*/ 1561324 h 1583140"/>
              <a:gd name="connsiteX61" fmla="*/ 4784247 w 9662615"/>
              <a:gd name="connsiteY61" fmla="*/ 1562342 h 1583140"/>
              <a:gd name="connsiteX62" fmla="*/ 4748477 w 9662615"/>
              <a:gd name="connsiteY62" fmla="*/ 1556925 h 1583140"/>
              <a:gd name="connsiteX63" fmla="*/ 4730033 w 9662615"/>
              <a:gd name="connsiteY63" fmla="*/ 1555274 h 1583140"/>
              <a:gd name="connsiteX64" fmla="*/ 4724747 w 9662615"/>
              <a:gd name="connsiteY64" fmla="*/ 1552439 h 1583140"/>
              <a:gd name="connsiteX65" fmla="*/ 4697562 w 9662615"/>
              <a:gd name="connsiteY65" fmla="*/ 1551206 h 1583140"/>
              <a:gd name="connsiteX66" fmla="*/ 4694469 w 9662615"/>
              <a:gd name="connsiteY66" fmla="*/ 1551958 h 1583140"/>
              <a:gd name="connsiteX67" fmla="*/ 4671940 w 9662615"/>
              <a:gd name="connsiteY67" fmla="*/ 1547617 h 1583140"/>
              <a:gd name="connsiteX68" fmla="*/ 4589320 w 9662615"/>
              <a:gd name="connsiteY68" fmla="*/ 1534660 h 1583140"/>
              <a:gd name="connsiteX69" fmla="*/ 4422155 w 9662615"/>
              <a:gd name="connsiteY69" fmla="*/ 1542059 h 1583140"/>
              <a:gd name="connsiteX70" fmla="*/ 4221826 w 9662615"/>
              <a:gd name="connsiteY70" fmla="*/ 1508923 h 1583140"/>
              <a:gd name="connsiteX71" fmla="*/ 4096601 w 9662615"/>
              <a:gd name="connsiteY71" fmla="*/ 1521563 h 1583140"/>
              <a:gd name="connsiteX72" fmla="*/ 3970635 w 9662615"/>
              <a:gd name="connsiteY72" fmla="*/ 1544815 h 1583140"/>
              <a:gd name="connsiteX73" fmla="*/ 3833906 w 9662615"/>
              <a:gd name="connsiteY73" fmla="*/ 1516637 h 1583140"/>
              <a:gd name="connsiteX74" fmla="*/ 3696258 w 9662615"/>
              <a:gd name="connsiteY74" fmla="*/ 1537563 h 1583140"/>
              <a:gd name="connsiteX75" fmla="*/ 3594070 w 9662615"/>
              <a:gd name="connsiteY75" fmla="*/ 1509422 h 1583140"/>
              <a:gd name="connsiteX76" fmla="*/ 3565233 w 9662615"/>
              <a:gd name="connsiteY76" fmla="*/ 1515122 h 1583140"/>
              <a:gd name="connsiteX77" fmla="*/ 3560267 w 9662615"/>
              <a:gd name="connsiteY77" fmla="*/ 1516288 h 1583140"/>
              <a:gd name="connsiteX78" fmla="*/ 3540258 w 9662615"/>
              <a:gd name="connsiteY78" fmla="*/ 1516976 h 1583140"/>
              <a:gd name="connsiteX79" fmla="*/ 3534780 w 9662615"/>
              <a:gd name="connsiteY79" fmla="*/ 1522141 h 1583140"/>
              <a:gd name="connsiteX80" fmla="*/ 3504783 w 9662615"/>
              <a:gd name="connsiteY80" fmla="*/ 1526739 h 1583140"/>
              <a:gd name="connsiteX81" fmla="*/ 3430805 w 9662615"/>
              <a:gd name="connsiteY81" fmla="*/ 1542521 h 1583140"/>
              <a:gd name="connsiteX82" fmla="*/ 3292707 w 9662615"/>
              <a:gd name="connsiteY82" fmla="*/ 1520490 h 1583140"/>
              <a:gd name="connsiteX83" fmla="*/ 3187872 w 9662615"/>
              <a:gd name="connsiteY83" fmla="*/ 1519991 h 1583140"/>
              <a:gd name="connsiteX84" fmla="*/ 3148026 w 9662615"/>
              <a:gd name="connsiteY84" fmla="*/ 1524777 h 1583140"/>
              <a:gd name="connsiteX85" fmla="*/ 3092394 w 9662615"/>
              <a:gd name="connsiteY85" fmla="*/ 1528115 h 1583140"/>
              <a:gd name="connsiteX86" fmla="*/ 2994200 w 9662615"/>
              <a:gd name="connsiteY86" fmla="*/ 1537857 h 1583140"/>
              <a:gd name="connsiteX87" fmla="*/ 2862301 w 9662615"/>
              <a:gd name="connsiteY87" fmla="*/ 1544250 h 1583140"/>
              <a:gd name="connsiteX88" fmla="*/ 2766335 w 9662615"/>
              <a:gd name="connsiteY88" fmla="*/ 1527662 h 1583140"/>
              <a:gd name="connsiteX89" fmla="*/ 2757836 w 9662615"/>
              <a:gd name="connsiteY89" fmla="*/ 1531371 h 1583140"/>
              <a:gd name="connsiteX90" fmla="*/ 2691555 w 9662615"/>
              <a:gd name="connsiteY90" fmla="*/ 1530283 h 1583140"/>
              <a:gd name="connsiteX91" fmla="*/ 2491676 w 9662615"/>
              <a:gd name="connsiteY91" fmla="*/ 1500859 h 1583140"/>
              <a:gd name="connsiteX92" fmla="*/ 2378036 w 9662615"/>
              <a:gd name="connsiteY92" fmla="*/ 1520645 h 1583140"/>
              <a:gd name="connsiteX93" fmla="*/ 2284269 w 9662615"/>
              <a:gd name="connsiteY93" fmla="*/ 1503068 h 1583140"/>
              <a:gd name="connsiteX94" fmla="*/ 2207104 w 9662615"/>
              <a:gd name="connsiteY94" fmla="*/ 1508888 h 1583140"/>
              <a:gd name="connsiteX95" fmla="*/ 2149226 w 9662615"/>
              <a:gd name="connsiteY95" fmla="*/ 1523409 h 1583140"/>
              <a:gd name="connsiteX96" fmla="*/ 2084783 w 9662615"/>
              <a:gd name="connsiteY96" fmla="*/ 1524245 h 1583140"/>
              <a:gd name="connsiteX97" fmla="*/ 2070075 w 9662615"/>
              <a:gd name="connsiteY97" fmla="*/ 1511285 h 1583140"/>
              <a:gd name="connsiteX98" fmla="*/ 2001057 w 9662615"/>
              <a:gd name="connsiteY98" fmla="*/ 1516449 h 1583140"/>
              <a:gd name="connsiteX99" fmla="*/ 1896330 w 9662615"/>
              <a:gd name="connsiteY99" fmla="*/ 1525725 h 1583140"/>
              <a:gd name="connsiteX100" fmla="*/ 1835994 w 9662615"/>
              <a:gd name="connsiteY100" fmla="*/ 1527678 h 1583140"/>
              <a:gd name="connsiteX101" fmla="*/ 1671119 w 9662615"/>
              <a:gd name="connsiteY101" fmla="*/ 1536701 h 1583140"/>
              <a:gd name="connsiteX102" fmla="*/ 1601337 w 9662615"/>
              <a:gd name="connsiteY102" fmla="*/ 1548552 h 1583140"/>
              <a:gd name="connsiteX103" fmla="*/ 1407755 w 9662615"/>
              <a:gd name="connsiteY103" fmla="*/ 1571444 h 1583140"/>
              <a:gd name="connsiteX104" fmla="*/ 1271994 w 9662615"/>
              <a:gd name="connsiteY104" fmla="*/ 1579471 h 1583140"/>
              <a:gd name="connsiteX105" fmla="*/ 1249226 w 9662615"/>
              <a:gd name="connsiteY105" fmla="*/ 1583140 h 1583140"/>
              <a:gd name="connsiteX106" fmla="*/ 1217719 w 9662615"/>
              <a:gd name="connsiteY106" fmla="*/ 1580863 h 1583140"/>
              <a:gd name="connsiteX107" fmla="*/ 1091432 w 9662615"/>
              <a:gd name="connsiteY107" fmla="*/ 1571003 h 1583140"/>
              <a:gd name="connsiteX108" fmla="*/ 992039 w 9662615"/>
              <a:gd name="connsiteY108" fmla="*/ 1556662 h 1583140"/>
              <a:gd name="connsiteX109" fmla="*/ 868264 w 9662615"/>
              <a:gd name="connsiteY109" fmla="*/ 1566392 h 1583140"/>
              <a:gd name="connsiteX110" fmla="*/ 792765 w 9662615"/>
              <a:gd name="connsiteY110" fmla="*/ 1563102 h 1583140"/>
              <a:gd name="connsiteX111" fmla="*/ 669055 w 9662615"/>
              <a:gd name="connsiteY111" fmla="*/ 1543638 h 1583140"/>
              <a:gd name="connsiteX112" fmla="*/ 506152 w 9662615"/>
              <a:gd name="connsiteY112" fmla="*/ 1549124 h 1583140"/>
              <a:gd name="connsiteX113" fmla="*/ 472797 w 9662615"/>
              <a:gd name="connsiteY113" fmla="*/ 1568904 h 1583140"/>
              <a:gd name="connsiteX114" fmla="*/ 427864 w 9662615"/>
              <a:gd name="connsiteY114" fmla="*/ 1580848 h 1583140"/>
              <a:gd name="connsiteX115" fmla="*/ 408381 w 9662615"/>
              <a:gd name="connsiteY115" fmla="*/ 1552940 h 1583140"/>
              <a:gd name="connsiteX116" fmla="*/ 267163 w 9662615"/>
              <a:gd name="connsiteY116" fmla="*/ 1531913 h 1583140"/>
              <a:gd name="connsiteX117" fmla="*/ 196644 w 9662615"/>
              <a:gd name="connsiteY117" fmla="*/ 1524565 h 1583140"/>
              <a:gd name="connsiteX118" fmla="*/ 86819 w 9662615"/>
              <a:gd name="connsiteY118" fmla="*/ 1519517 h 1583140"/>
              <a:gd name="connsiteX119" fmla="*/ 53369 w 9662615"/>
              <a:gd name="connsiteY119" fmla="*/ 1516853 h 1583140"/>
              <a:gd name="connsiteX120" fmla="*/ 2359 w 9662615"/>
              <a:gd name="connsiteY120" fmla="*/ 1515247 h 1583140"/>
              <a:gd name="connsiteX121" fmla="*/ 0 w 9662615"/>
              <a:gd name="connsiteY121" fmla="*/ 1514932 h 1583140"/>
              <a:gd name="connsiteX122" fmla="*/ 0 w 9662615"/>
              <a:gd name="connsiteY122" fmla="*/ 0 h 1583140"/>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89320 w 9662615"/>
              <a:gd name="connsiteY68" fmla="*/ 1534660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71940 w 9662615"/>
              <a:gd name="connsiteY67" fmla="*/ 1547617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94469 w 9662615"/>
              <a:gd name="connsiteY66" fmla="*/ 1551958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894799 w 9662615"/>
              <a:gd name="connsiteY56" fmla="*/ 1559476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87534"/>
              <a:gd name="connsiteX1" fmla="*/ 9662615 w 9662615"/>
              <a:gd name="connsiteY1" fmla="*/ 0 h 1587534"/>
              <a:gd name="connsiteX2" fmla="*/ 9662615 w 9662615"/>
              <a:gd name="connsiteY2" fmla="*/ 1280346 h 1587534"/>
              <a:gd name="connsiteX3" fmla="*/ 9658420 w 9662615"/>
              <a:gd name="connsiteY3" fmla="*/ 1280106 h 1587534"/>
              <a:gd name="connsiteX4" fmla="*/ 9469546 w 9662615"/>
              <a:gd name="connsiteY4" fmla="*/ 1289837 h 1587534"/>
              <a:gd name="connsiteX5" fmla="*/ 9385895 w 9662615"/>
              <a:gd name="connsiteY5" fmla="*/ 1269203 h 1587534"/>
              <a:gd name="connsiteX6" fmla="*/ 9144767 w 9662615"/>
              <a:gd name="connsiteY6" fmla="*/ 1264120 h 1587534"/>
              <a:gd name="connsiteX7" fmla="*/ 8837252 w 9662615"/>
              <a:gd name="connsiteY7" fmla="*/ 1350515 h 1587534"/>
              <a:gd name="connsiteX8" fmla="*/ 8705466 w 9662615"/>
              <a:gd name="connsiteY8" fmla="*/ 1342419 h 1587534"/>
              <a:gd name="connsiteX9" fmla="*/ 8652221 w 9662615"/>
              <a:gd name="connsiteY9" fmla="*/ 1326906 h 1587534"/>
              <a:gd name="connsiteX10" fmla="*/ 8632312 w 9662615"/>
              <a:gd name="connsiteY10" fmla="*/ 1326025 h 1587534"/>
              <a:gd name="connsiteX11" fmla="*/ 8591582 w 9662615"/>
              <a:gd name="connsiteY11" fmla="*/ 1341666 h 1587534"/>
              <a:gd name="connsiteX12" fmla="*/ 8537336 w 9662615"/>
              <a:gd name="connsiteY12" fmla="*/ 1341684 h 1587534"/>
              <a:gd name="connsiteX13" fmla="*/ 8472508 w 9662615"/>
              <a:gd name="connsiteY13" fmla="*/ 1363109 h 1587534"/>
              <a:gd name="connsiteX14" fmla="*/ 8258477 w 9662615"/>
              <a:gd name="connsiteY14" fmla="*/ 1370666 h 1587534"/>
              <a:gd name="connsiteX15" fmla="*/ 8197961 w 9662615"/>
              <a:gd name="connsiteY15" fmla="*/ 1392804 h 1587534"/>
              <a:gd name="connsiteX16" fmla="*/ 8171196 w 9662615"/>
              <a:gd name="connsiteY16" fmla="*/ 1397216 h 1587534"/>
              <a:gd name="connsiteX17" fmla="*/ 8127667 w 9662615"/>
              <a:gd name="connsiteY17" fmla="*/ 1418254 h 1587534"/>
              <a:gd name="connsiteX18" fmla="*/ 7974579 w 9662615"/>
              <a:gd name="connsiteY18" fmla="*/ 1383439 h 1587534"/>
              <a:gd name="connsiteX19" fmla="*/ 7768351 w 9662615"/>
              <a:gd name="connsiteY19" fmla="*/ 1395051 h 1587534"/>
              <a:gd name="connsiteX20" fmla="*/ 7635985 w 9662615"/>
              <a:gd name="connsiteY20" fmla="*/ 1386363 h 1587534"/>
              <a:gd name="connsiteX21" fmla="*/ 7466069 w 9662615"/>
              <a:gd name="connsiteY21" fmla="*/ 1377654 h 1587534"/>
              <a:gd name="connsiteX22" fmla="*/ 7355642 w 9662615"/>
              <a:gd name="connsiteY22" fmla="*/ 1407761 h 1587534"/>
              <a:gd name="connsiteX23" fmla="*/ 7151610 w 9662615"/>
              <a:gd name="connsiteY23" fmla="*/ 1397856 h 1587534"/>
              <a:gd name="connsiteX24" fmla="*/ 7082147 w 9662615"/>
              <a:gd name="connsiteY24" fmla="*/ 1406113 h 1587534"/>
              <a:gd name="connsiteX25" fmla="*/ 7014958 w 9662615"/>
              <a:gd name="connsiteY25" fmla="*/ 1396883 h 1587534"/>
              <a:gd name="connsiteX26" fmla="*/ 6907567 w 9662615"/>
              <a:gd name="connsiteY26" fmla="*/ 1419149 h 1587534"/>
              <a:gd name="connsiteX27" fmla="*/ 6748428 w 9662615"/>
              <a:gd name="connsiteY27" fmla="*/ 1420308 h 1587534"/>
              <a:gd name="connsiteX28" fmla="*/ 6654257 w 9662615"/>
              <a:gd name="connsiteY28" fmla="*/ 1424143 h 1587534"/>
              <a:gd name="connsiteX29" fmla="*/ 6620123 w 9662615"/>
              <a:gd name="connsiteY29" fmla="*/ 1430535 h 1587534"/>
              <a:gd name="connsiteX30" fmla="*/ 6571355 w 9662615"/>
              <a:gd name="connsiteY30" fmla="*/ 1436144 h 1587534"/>
              <a:gd name="connsiteX31" fmla="*/ 6486557 w 9662615"/>
              <a:gd name="connsiteY31" fmla="*/ 1449861 h 1587534"/>
              <a:gd name="connsiteX32" fmla="*/ 6370419 w 9662615"/>
              <a:gd name="connsiteY32" fmla="*/ 1461649 h 1587534"/>
              <a:gd name="connsiteX33" fmla="*/ 6278839 w 9662615"/>
              <a:gd name="connsiteY33" fmla="*/ 1449160 h 1587534"/>
              <a:gd name="connsiteX34" fmla="*/ 6272455 w 9662615"/>
              <a:gd name="connsiteY34" fmla="*/ 1453191 h 1587534"/>
              <a:gd name="connsiteX35" fmla="*/ 6212659 w 9662615"/>
              <a:gd name="connsiteY35" fmla="*/ 1454850 h 1587534"/>
              <a:gd name="connsiteX36" fmla="*/ 6069317 w 9662615"/>
              <a:gd name="connsiteY36" fmla="*/ 1445838 h 1587534"/>
              <a:gd name="connsiteX37" fmla="*/ 5878477 w 9662615"/>
              <a:gd name="connsiteY37" fmla="*/ 1439180 h 1587534"/>
              <a:gd name="connsiteX38" fmla="*/ 5838387 w 9662615"/>
              <a:gd name="connsiteY38" fmla="*/ 1444679 h 1587534"/>
              <a:gd name="connsiteX39" fmla="*/ 5771136 w 9662615"/>
              <a:gd name="connsiteY39" fmla="*/ 1453639 h 1587534"/>
              <a:gd name="connsiteX40" fmla="*/ 5724081 w 9662615"/>
              <a:gd name="connsiteY40" fmla="*/ 1470431 h 1587534"/>
              <a:gd name="connsiteX41" fmla="*/ 5666577 w 9662615"/>
              <a:gd name="connsiteY41" fmla="*/ 1473921 h 1587534"/>
              <a:gd name="connsiteX42" fmla="*/ 5649068 w 9662615"/>
              <a:gd name="connsiteY42" fmla="*/ 1461676 h 1587534"/>
              <a:gd name="connsiteX43" fmla="*/ 5588902 w 9662615"/>
              <a:gd name="connsiteY43" fmla="*/ 1469647 h 1587534"/>
              <a:gd name="connsiteX44" fmla="*/ 5498090 w 9662615"/>
              <a:gd name="connsiteY44" fmla="*/ 1483173 h 1587534"/>
              <a:gd name="connsiteX45" fmla="*/ 5444641 w 9662615"/>
              <a:gd name="connsiteY45" fmla="*/ 1487602 h 1587534"/>
              <a:gd name="connsiteX46" fmla="*/ 5299812 w 9662615"/>
              <a:gd name="connsiteY46" fmla="*/ 1503362 h 1587534"/>
              <a:gd name="connsiteX47" fmla="*/ 5213947 w 9662615"/>
              <a:gd name="connsiteY47" fmla="*/ 1516637 h 1587534"/>
              <a:gd name="connsiteX48" fmla="*/ 5090342 w 9662615"/>
              <a:gd name="connsiteY48" fmla="*/ 1546680 h 1587534"/>
              <a:gd name="connsiteX49" fmla="*/ 5082104 w 9662615"/>
              <a:gd name="connsiteY49" fmla="*/ 1547781 h 1587534"/>
              <a:gd name="connsiteX50" fmla="*/ 5059484 w 9662615"/>
              <a:gd name="connsiteY50" fmla="*/ 1546802 h 1587534"/>
              <a:gd name="connsiteX51" fmla="*/ 5050958 w 9662615"/>
              <a:gd name="connsiteY51" fmla="*/ 1545776 h 1587534"/>
              <a:gd name="connsiteX52" fmla="*/ 5038524 w 9662615"/>
              <a:gd name="connsiteY52" fmla="*/ 1545675 h 1587534"/>
              <a:gd name="connsiteX53" fmla="*/ 5038223 w 9662615"/>
              <a:gd name="connsiteY53" fmla="*/ 1545881 h 1587534"/>
              <a:gd name="connsiteX54" fmla="*/ 5026564 w 9662615"/>
              <a:gd name="connsiteY54" fmla="*/ 1545376 h 1587534"/>
              <a:gd name="connsiteX55" fmla="*/ 4969433 w 9662615"/>
              <a:gd name="connsiteY55" fmla="*/ 1540263 h 1587534"/>
              <a:gd name="connsiteX56" fmla="*/ 4921303 w 9662615"/>
              <a:gd name="connsiteY56" fmla="*/ 1575379 h 1587534"/>
              <a:gd name="connsiteX57" fmla="*/ 4863775 w 9662615"/>
              <a:gd name="connsiteY57" fmla="*/ 1562633 h 1587534"/>
              <a:gd name="connsiteX58" fmla="*/ 4847242 w 9662615"/>
              <a:gd name="connsiteY58" fmla="*/ 1565435 h 1587534"/>
              <a:gd name="connsiteX59" fmla="*/ 4830335 w 9662615"/>
              <a:gd name="connsiteY59" fmla="*/ 1587534 h 1587534"/>
              <a:gd name="connsiteX60" fmla="*/ 4791466 w 9662615"/>
              <a:gd name="connsiteY60" fmla="*/ 1561324 h 1587534"/>
              <a:gd name="connsiteX61" fmla="*/ 4784247 w 9662615"/>
              <a:gd name="connsiteY61" fmla="*/ 1562342 h 1587534"/>
              <a:gd name="connsiteX62" fmla="*/ 4748477 w 9662615"/>
              <a:gd name="connsiteY62" fmla="*/ 1556925 h 1587534"/>
              <a:gd name="connsiteX63" fmla="*/ 4730033 w 9662615"/>
              <a:gd name="connsiteY63" fmla="*/ 1555274 h 1587534"/>
              <a:gd name="connsiteX64" fmla="*/ 4724747 w 9662615"/>
              <a:gd name="connsiteY64" fmla="*/ 1552439 h 1587534"/>
              <a:gd name="connsiteX65" fmla="*/ 4697562 w 9662615"/>
              <a:gd name="connsiteY65" fmla="*/ 1551206 h 1587534"/>
              <a:gd name="connsiteX66" fmla="*/ 4662664 w 9662615"/>
              <a:gd name="connsiteY66" fmla="*/ 1573162 h 1587534"/>
              <a:gd name="connsiteX67" fmla="*/ 4603028 w 9662615"/>
              <a:gd name="connsiteY67" fmla="*/ 1568821 h 1587534"/>
              <a:gd name="connsiteX68" fmla="*/ 4541612 w 9662615"/>
              <a:gd name="connsiteY68" fmla="*/ 1545262 h 1587534"/>
              <a:gd name="connsiteX69" fmla="*/ 4422155 w 9662615"/>
              <a:gd name="connsiteY69" fmla="*/ 1542059 h 1587534"/>
              <a:gd name="connsiteX70" fmla="*/ 4221826 w 9662615"/>
              <a:gd name="connsiteY70" fmla="*/ 1508923 h 1587534"/>
              <a:gd name="connsiteX71" fmla="*/ 4096601 w 9662615"/>
              <a:gd name="connsiteY71" fmla="*/ 1521563 h 1587534"/>
              <a:gd name="connsiteX72" fmla="*/ 3970635 w 9662615"/>
              <a:gd name="connsiteY72" fmla="*/ 1544815 h 1587534"/>
              <a:gd name="connsiteX73" fmla="*/ 3833906 w 9662615"/>
              <a:gd name="connsiteY73" fmla="*/ 1516637 h 1587534"/>
              <a:gd name="connsiteX74" fmla="*/ 3696258 w 9662615"/>
              <a:gd name="connsiteY74" fmla="*/ 1537563 h 1587534"/>
              <a:gd name="connsiteX75" fmla="*/ 3594070 w 9662615"/>
              <a:gd name="connsiteY75" fmla="*/ 1509422 h 1587534"/>
              <a:gd name="connsiteX76" fmla="*/ 3565233 w 9662615"/>
              <a:gd name="connsiteY76" fmla="*/ 1515122 h 1587534"/>
              <a:gd name="connsiteX77" fmla="*/ 3560267 w 9662615"/>
              <a:gd name="connsiteY77" fmla="*/ 1516288 h 1587534"/>
              <a:gd name="connsiteX78" fmla="*/ 3540258 w 9662615"/>
              <a:gd name="connsiteY78" fmla="*/ 1516976 h 1587534"/>
              <a:gd name="connsiteX79" fmla="*/ 3534780 w 9662615"/>
              <a:gd name="connsiteY79" fmla="*/ 1522141 h 1587534"/>
              <a:gd name="connsiteX80" fmla="*/ 3504783 w 9662615"/>
              <a:gd name="connsiteY80" fmla="*/ 1526739 h 1587534"/>
              <a:gd name="connsiteX81" fmla="*/ 3430805 w 9662615"/>
              <a:gd name="connsiteY81" fmla="*/ 1542521 h 1587534"/>
              <a:gd name="connsiteX82" fmla="*/ 3292707 w 9662615"/>
              <a:gd name="connsiteY82" fmla="*/ 1520490 h 1587534"/>
              <a:gd name="connsiteX83" fmla="*/ 3187872 w 9662615"/>
              <a:gd name="connsiteY83" fmla="*/ 1519991 h 1587534"/>
              <a:gd name="connsiteX84" fmla="*/ 3148026 w 9662615"/>
              <a:gd name="connsiteY84" fmla="*/ 1524777 h 1587534"/>
              <a:gd name="connsiteX85" fmla="*/ 3092394 w 9662615"/>
              <a:gd name="connsiteY85" fmla="*/ 1528115 h 1587534"/>
              <a:gd name="connsiteX86" fmla="*/ 2994200 w 9662615"/>
              <a:gd name="connsiteY86" fmla="*/ 1537857 h 1587534"/>
              <a:gd name="connsiteX87" fmla="*/ 2862301 w 9662615"/>
              <a:gd name="connsiteY87" fmla="*/ 1544250 h 1587534"/>
              <a:gd name="connsiteX88" fmla="*/ 2766335 w 9662615"/>
              <a:gd name="connsiteY88" fmla="*/ 1527662 h 1587534"/>
              <a:gd name="connsiteX89" fmla="*/ 2757836 w 9662615"/>
              <a:gd name="connsiteY89" fmla="*/ 1531371 h 1587534"/>
              <a:gd name="connsiteX90" fmla="*/ 2691555 w 9662615"/>
              <a:gd name="connsiteY90" fmla="*/ 1530283 h 1587534"/>
              <a:gd name="connsiteX91" fmla="*/ 2491676 w 9662615"/>
              <a:gd name="connsiteY91" fmla="*/ 1500859 h 1587534"/>
              <a:gd name="connsiteX92" fmla="*/ 2378036 w 9662615"/>
              <a:gd name="connsiteY92" fmla="*/ 1520645 h 1587534"/>
              <a:gd name="connsiteX93" fmla="*/ 2284269 w 9662615"/>
              <a:gd name="connsiteY93" fmla="*/ 1503068 h 1587534"/>
              <a:gd name="connsiteX94" fmla="*/ 2207104 w 9662615"/>
              <a:gd name="connsiteY94" fmla="*/ 1508888 h 1587534"/>
              <a:gd name="connsiteX95" fmla="*/ 2149226 w 9662615"/>
              <a:gd name="connsiteY95" fmla="*/ 1523409 h 1587534"/>
              <a:gd name="connsiteX96" fmla="*/ 2084783 w 9662615"/>
              <a:gd name="connsiteY96" fmla="*/ 1524245 h 1587534"/>
              <a:gd name="connsiteX97" fmla="*/ 2070075 w 9662615"/>
              <a:gd name="connsiteY97" fmla="*/ 1511285 h 1587534"/>
              <a:gd name="connsiteX98" fmla="*/ 2001057 w 9662615"/>
              <a:gd name="connsiteY98" fmla="*/ 1516449 h 1587534"/>
              <a:gd name="connsiteX99" fmla="*/ 1896330 w 9662615"/>
              <a:gd name="connsiteY99" fmla="*/ 1525725 h 1587534"/>
              <a:gd name="connsiteX100" fmla="*/ 1835994 w 9662615"/>
              <a:gd name="connsiteY100" fmla="*/ 1527678 h 1587534"/>
              <a:gd name="connsiteX101" fmla="*/ 1671119 w 9662615"/>
              <a:gd name="connsiteY101" fmla="*/ 1536701 h 1587534"/>
              <a:gd name="connsiteX102" fmla="*/ 1601337 w 9662615"/>
              <a:gd name="connsiteY102" fmla="*/ 1548552 h 1587534"/>
              <a:gd name="connsiteX103" fmla="*/ 1407755 w 9662615"/>
              <a:gd name="connsiteY103" fmla="*/ 1571444 h 1587534"/>
              <a:gd name="connsiteX104" fmla="*/ 1271994 w 9662615"/>
              <a:gd name="connsiteY104" fmla="*/ 1579471 h 1587534"/>
              <a:gd name="connsiteX105" fmla="*/ 1249226 w 9662615"/>
              <a:gd name="connsiteY105" fmla="*/ 1583140 h 1587534"/>
              <a:gd name="connsiteX106" fmla="*/ 1217719 w 9662615"/>
              <a:gd name="connsiteY106" fmla="*/ 1580863 h 1587534"/>
              <a:gd name="connsiteX107" fmla="*/ 1091432 w 9662615"/>
              <a:gd name="connsiteY107" fmla="*/ 1571003 h 1587534"/>
              <a:gd name="connsiteX108" fmla="*/ 992039 w 9662615"/>
              <a:gd name="connsiteY108" fmla="*/ 1556662 h 1587534"/>
              <a:gd name="connsiteX109" fmla="*/ 868264 w 9662615"/>
              <a:gd name="connsiteY109" fmla="*/ 1566392 h 1587534"/>
              <a:gd name="connsiteX110" fmla="*/ 792765 w 9662615"/>
              <a:gd name="connsiteY110" fmla="*/ 1563102 h 1587534"/>
              <a:gd name="connsiteX111" fmla="*/ 669055 w 9662615"/>
              <a:gd name="connsiteY111" fmla="*/ 1543638 h 1587534"/>
              <a:gd name="connsiteX112" fmla="*/ 506152 w 9662615"/>
              <a:gd name="connsiteY112" fmla="*/ 1549124 h 1587534"/>
              <a:gd name="connsiteX113" fmla="*/ 472797 w 9662615"/>
              <a:gd name="connsiteY113" fmla="*/ 1568904 h 1587534"/>
              <a:gd name="connsiteX114" fmla="*/ 427864 w 9662615"/>
              <a:gd name="connsiteY114" fmla="*/ 1580848 h 1587534"/>
              <a:gd name="connsiteX115" fmla="*/ 408381 w 9662615"/>
              <a:gd name="connsiteY115" fmla="*/ 1552940 h 1587534"/>
              <a:gd name="connsiteX116" fmla="*/ 267163 w 9662615"/>
              <a:gd name="connsiteY116" fmla="*/ 1531913 h 1587534"/>
              <a:gd name="connsiteX117" fmla="*/ 196644 w 9662615"/>
              <a:gd name="connsiteY117" fmla="*/ 1524565 h 1587534"/>
              <a:gd name="connsiteX118" fmla="*/ 86819 w 9662615"/>
              <a:gd name="connsiteY118" fmla="*/ 1519517 h 1587534"/>
              <a:gd name="connsiteX119" fmla="*/ 53369 w 9662615"/>
              <a:gd name="connsiteY119" fmla="*/ 1516853 h 1587534"/>
              <a:gd name="connsiteX120" fmla="*/ 2359 w 9662615"/>
              <a:gd name="connsiteY120" fmla="*/ 1515247 h 1587534"/>
              <a:gd name="connsiteX121" fmla="*/ 0 w 9662615"/>
              <a:gd name="connsiteY121" fmla="*/ 1514932 h 1587534"/>
              <a:gd name="connsiteX122" fmla="*/ 0 w 9662615"/>
              <a:gd name="connsiteY122" fmla="*/ 0 h 1587534"/>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082104 w 9662615"/>
              <a:gd name="connsiteY49" fmla="*/ 1547781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38223 w 9662615"/>
              <a:gd name="connsiteY53" fmla="*/ 1545881 h 1598136"/>
              <a:gd name="connsiteX54" fmla="*/ 5026564 w 9662615"/>
              <a:gd name="connsiteY54" fmla="*/ 1545376 h 1598136"/>
              <a:gd name="connsiteX55" fmla="*/ 4969433 w 9662615"/>
              <a:gd name="connsiteY55" fmla="*/ 1540263 h 1598136"/>
              <a:gd name="connsiteX56" fmla="*/ 4921303 w 9662615"/>
              <a:gd name="connsiteY56" fmla="*/ 1575379 h 1598136"/>
              <a:gd name="connsiteX57" fmla="*/ 4863775 w 9662615"/>
              <a:gd name="connsiteY57" fmla="*/ 1562633 h 1598136"/>
              <a:gd name="connsiteX58" fmla="*/ 4847242 w 9662615"/>
              <a:gd name="connsiteY58" fmla="*/ 1565435 h 1598136"/>
              <a:gd name="connsiteX59" fmla="*/ 4856839 w 9662615"/>
              <a:gd name="connsiteY59" fmla="*/ 1598136 h 1598136"/>
              <a:gd name="connsiteX60" fmla="*/ 4791466 w 9662615"/>
              <a:gd name="connsiteY60" fmla="*/ 1561324 h 1598136"/>
              <a:gd name="connsiteX61" fmla="*/ 4784247 w 9662615"/>
              <a:gd name="connsiteY61" fmla="*/ 1562342 h 1598136"/>
              <a:gd name="connsiteX62" fmla="*/ 4748477 w 9662615"/>
              <a:gd name="connsiteY62" fmla="*/ 1556925 h 1598136"/>
              <a:gd name="connsiteX63" fmla="*/ 4730033 w 9662615"/>
              <a:gd name="connsiteY63" fmla="*/ 1555274 h 1598136"/>
              <a:gd name="connsiteX64" fmla="*/ 4724747 w 9662615"/>
              <a:gd name="connsiteY64" fmla="*/ 1552439 h 1598136"/>
              <a:gd name="connsiteX65" fmla="*/ 4697562 w 9662615"/>
              <a:gd name="connsiteY65" fmla="*/ 1551206 h 1598136"/>
              <a:gd name="connsiteX66" fmla="*/ 4662664 w 9662615"/>
              <a:gd name="connsiteY66" fmla="*/ 1573162 h 1598136"/>
              <a:gd name="connsiteX67" fmla="*/ 4603028 w 9662615"/>
              <a:gd name="connsiteY67" fmla="*/ 1568821 h 1598136"/>
              <a:gd name="connsiteX68" fmla="*/ 4541612 w 9662615"/>
              <a:gd name="connsiteY68" fmla="*/ 1545262 h 1598136"/>
              <a:gd name="connsiteX69" fmla="*/ 4422155 w 9662615"/>
              <a:gd name="connsiteY69" fmla="*/ 1542059 h 1598136"/>
              <a:gd name="connsiteX70" fmla="*/ 4221826 w 9662615"/>
              <a:gd name="connsiteY70" fmla="*/ 1508923 h 1598136"/>
              <a:gd name="connsiteX71" fmla="*/ 4096601 w 9662615"/>
              <a:gd name="connsiteY71" fmla="*/ 1521563 h 1598136"/>
              <a:gd name="connsiteX72" fmla="*/ 3970635 w 9662615"/>
              <a:gd name="connsiteY72" fmla="*/ 1544815 h 1598136"/>
              <a:gd name="connsiteX73" fmla="*/ 3833906 w 9662615"/>
              <a:gd name="connsiteY73" fmla="*/ 1516637 h 1598136"/>
              <a:gd name="connsiteX74" fmla="*/ 3696258 w 9662615"/>
              <a:gd name="connsiteY74" fmla="*/ 1537563 h 1598136"/>
              <a:gd name="connsiteX75" fmla="*/ 3594070 w 9662615"/>
              <a:gd name="connsiteY75" fmla="*/ 1509422 h 1598136"/>
              <a:gd name="connsiteX76" fmla="*/ 3565233 w 9662615"/>
              <a:gd name="connsiteY76" fmla="*/ 1515122 h 1598136"/>
              <a:gd name="connsiteX77" fmla="*/ 3560267 w 9662615"/>
              <a:gd name="connsiteY77" fmla="*/ 1516288 h 1598136"/>
              <a:gd name="connsiteX78" fmla="*/ 3540258 w 9662615"/>
              <a:gd name="connsiteY78" fmla="*/ 1516976 h 1598136"/>
              <a:gd name="connsiteX79" fmla="*/ 3534780 w 9662615"/>
              <a:gd name="connsiteY79" fmla="*/ 1522141 h 1598136"/>
              <a:gd name="connsiteX80" fmla="*/ 3504783 w 9662615"/>
              <a:gd name="connsiteY80" fmla="*/ 1526739 h 1598136"/>
              <a:gd name="connsiteX81" fmla="*/ 3430805 w 9662615"/>
              <a:gd name="connsiteY81" fmla="*/ 1542521 h 1598136"/>
              <a:gd name="connsiteX82" fmla="*/ 3292707 w 9662615"/>
              <a:gd name="connsiteY82" fmla="*/ 1520490 h 1598136"/>
              <a:gd name="connsiteX83" fmla="*/ 3187872 w 9662615"/>
              <a:gd name="connsiteY83" fmla="*/ 1519991 h 1598136"/>
              <a:gd name="connsiteX84" fmla="*/ 3148026 w 9662615"/>
              <a:gd name="connsiteY84" fmla="*/ 1524777 h 1598136"/>
              <a:gd name="connsiteX85" fmla="*/ 3092394 w 9662615"/>
              <a:gd name="connsiteY85" fmla="*/ 1528115 h 1598136"/>
              <a:gd name="connsiteX86" fmla="*/ 2994200 w 9662615"/>
              <a:gd name="connsiteY86" fmla="*/ 1537857 h 1598136"/>
              <a:gd name="connsiteX87" fmla="*/ 2862301 w 9662615"/>
              <a:gd name="connsiteY87" fmla="*/ 1544250 h 1598136"/>
              <a:gd name="connsiteX88" fmla="*/ 2766335 w 9662615"/>
              <a:gd name="connsiteY88" fmla="*/ 1527662 h 1598136"/>
              <a:gd name="connsiteX89" fmla="*/ 2757836 w 9662615"/>
              <a:gd name="connsiteY89" fmla="*/ 1531371 h 1598136"/>
              <a:gd name="connsiteX90" fmla="*/ 2691555 w 9662615"/>
              <a:gd name="connsiteY90" fmla="*/ 1530283 h 1598136"/>
              <a:gd name="connsiteX91" fmla="*/ 2491676 w 9662615"/>
              <a:gd name="connsiteY91" fmla="*/ 1500859 h 1598136"/>
              <a:gd name="connsiteX92" fmla="*/ 2378036 w 9662615"/>
              <a:gd name="connsiteY92" fmla="*/ 1520645 h 1598136"/>
              <a:gd name="connsiteX93" fmla="*/ 2284269 w 9662615"/>
              <a:gd name="connsiteY93" fmla="*/ 1503068 h 1598136"/>
              <a:gd name="connsiteX94" fmla="*/ 2207104 w 9662615"/>
              <a:gd name="connsiteY94" fmla="*/ 1508888 h 1598136"/>
              <a:gd name="connsiteX95" fmla="*/ 2149226 w 9662615"/>
              <a:gd name="connsiteY95" fmla="*/ 1523409 h 1598136"/>
              <a:gd name="connsiteX96" fmla="*/ 2084783 w 9662615"/>
              <a:gd name="connsiteY96" fmla="*/ 1524245 h 1598136"/>
              <a:gd name="connsiteX97" fmla="*/ 2070075 w 9662615"/>
              <a:gd name="connsiteY97" fmla="*/ 1511285 h 1598136"/>
              <a:gd name="connsiteX98" fmla="*/ 2001057 w 9662615"/>
              <a:gd name="connsiteY98" fmla="*/ 1516449 h 1598136"/>
              <a:gd name="connsiteX99" fmla="*/ 1896330 w 9662615"/>
              <a:gd name="connsiteY99" fmla="*/ 1525725 h 1598136"/>
              <a:gd name="connsiteX100" fmla="*/ 1835994 w 9662615"/>
              <a:gd name="connsiteY100" fmla="*/ 1527678 h 1598136"/>
              <a:gd name="connsiteX101" fmla="*/ 1671119 w 9662615"/>
              <a:gd name="connsiteY101" fmla="*/ 1536701 h 1598136"/>
              <a:gd name="connsiteX102" fmla="*/ 1601337 w 9662615"/>
              <a:gd name="connsiteY102" fmla="*/ 1548552 h 1598136"/>
              <a:gd name="connsiteX103" fmla="*/ 1407755 w 9662615"/>
              <a:gd name="connsiteY103" fmla="*/ 1571444 h 1598136"/>
              <a:gd name="connsiteX104" fmla="*/ 1271994 w 9662615"/>
              <a:gd name="connsiteY104" fmla="*/ 1579471 h 1598136"/>
              <a:gd name="connsiteX105" fmla="*/ 1249226 w 9662615"/>
              <a:gd name="connsiteY105" fmla="*/ 1583140 h 1598136"/>
              <a:gd name="connsiteX106" fmla="*/ 1217719 w 9662615"/>
              <a:gd name="connsiteY106" fmla="*/ 1580863 h 1598136"/>
              <a:gd name="connsiteX107" fmla="*/ 1091432 w 9662615"/>
              <a:gd name="connsiteY107" fmla="*/ 1571003 h 1598136"/>
              <a:gd name="connsiteX108" fmla="*/ 992039 w 9662615"/>
              <a:gd name="connsiteY108" fmla="*/ 1556662 h 1598136"/>
              <a:gd name="connsiteX109" fmla="*/ 868264 w 9662615"/>
              <a:gd name="connsiteY109" fmla="*/ 1566392 h 1598136"/>
              <a:gd name="connsiteX110" fmla="*/ 792765 w 9662615"/>
              <a:gd name="connsiteY110" fmla="*/ 1563102 h 1598136"/>
              <a:gd name="connsiteX111" fmla="*/ 669055 w 9662615"/>
              <a:gd name="connsiteY111" fmla="*/ 1543638 h 1598136"/>
              <a:gd name="connsiteX112" fmla="*/ 506152 w 9662615"/>
              <a:gd name="connsiteY112" fmla="*/ 1549124 h 1598136"/>
              <a:gd name="connsiteX113" fmla="*/ 472797 w 9662615"/>
              <a:gd name="connsiteY113" fmla="*/ 1568904 h 1598136"/>
              <a:gd name="connsiteX114" fmla="*/ 427864 w 9662615"/>
              <a:gd name="connsiteY114" fmla="*/ 1580848 h 1598136"/>
              <a:gd name="connsiteX115" fmla="*/ 408381 w 9662615"/>
              <a:gd name="connsiteY115" fmla="*/ 1552940 h 1598136"/>
              <a:gd name="connsiteX116" fmla="*/ 267163 w 9662615"/>
              <a:gd name="connsiteY116" fmla="*/ 1531913 h 1598136"/>
              <a:gd name="connsiteX117" fmla="*/ 196644 w 9662615"/>
              <a:gd name="connsiteY117" fmla="*/ 1524565 h 1598136"/>
              <a:gd name="connsiteX118" fmla="*/ 86819 w 9662615"/>
              <a:gd name="connsiteY118" fmla="*/ 1519517 h 1598136"/>
              <a:gd name="connsiteX119" fmla="*/ 53369 w 9662615"/>
              <a:gd name="connsiteY119" fmla="*/ 1516853 h 1598136"/>
              <a:gd name="connsiteX120" fmla="*/ 2359 w 9662615"/>
              <a:gd name="connsiteY120" fmla="*/ 1515247 h 1598136"/>
              <a:gd name="connsiteX121" fmla="*/ 0 w 9662615"/>
              <a:gd name="connsiteY121" fmla="*/ 1514932 h 1598136"/>
              <a:gd name="connsiteX122" fmla="*/ 0 w 9662615"/>
              <a:gd name="connsiteY122"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50958 w 9662615"/>
              <a:gd name="connsiteY51" fmla="*/ 1545776 h 1598136"/>
              <a:gd name="connsiteX52" fmla="*/ 5038524 w 9662615"/>
              <a:gd name="connsiteY52" fmla="*/ 1545675 h 1598136"/>
              <a:gd name="connsiteX53" fmla="*/ 5026564 w 9662615"/>
              <a:gd name="connsiteY53" fmla="*/ 1545376 h 1598136"/>
              <a:gd name="connsiteX54" fmla="*/ 4969433 w 9662615"/>
              <a:gd name="connsiteY54" fmla="*/ 1540263 h 1598136"/>
              <a:gd name="connsiteX55" fmla="*/ 4921303 w 9662615"/>
              <a:gd name="connsiteY55" fmla="*/ 1575379 h 1598136"/>
              <a:gd name="connsiteX56" fmla="*/ 4863775 w 9662615"/>
              <a:gd name="connsiteY56" fmla="*/ 1562633 h 1598136"/>
              <a:gd name="connsiteX57" fmla="*/ 4847242 w 9662615"/>
              <a:gd name="connsiteY57" fmla="*/ 1565435 h 1598136"/>
              <a:gd name="connsiteX58" fmla="*/ 4856839 w 9662615"/>
              <a:gd name="connsiteY58" fmla="*/ 1598136 h 1598136"/>
              <a:gd name="connsiteX59" fmla="*/ 4791466 w 9662615"/>
              <a:gd name="connsiteY59" fmla="*/ 1561324 h 1598136"/>
              <a:gd name="connsiteX60" fmla="*/ 4784247 w 9662615"/>
              <a:gd name="connsiteY60" fmla="*/ 1562342 h 1598136"/>
              <a:gd name="connsiteX61" fmla="*/ 4748477 w 9662615"/>
              <a:gd name="connsiteY61" fmla="*/ 1556925 h 1598136"/>
              <a:gd name="connsiteX62" fmla="*/ 4730033 w 9662615"/>
              <a:gd name="connsiteY62" fmla="*/ 1555274 h 1598136"/>
              <a:gd name="connsiteX63" fmla="*/ 4724747 w 9662615"/>
              <a:gd name="connsiteY63" fmla="*/ 1552439 h 1598136"/>
              <a:gd name="connsiteX64" fmla="*/ 4697562 w 9662615"/>
              <a:gd name="connsiteY64" fmla="*/ 1551206 h 1598136"/>
              <a:gd name="connsiteX65" fmla="*/ 4662664 w 9662615"/>
              <a:gd name="connsiteY65" fmla="*/ 1573162 h 1598136"/>
              <a:gd name="connsiteX66" fmla="*/ 4603028 w 9662615"/>
              <a:gd name="connsiteY66" fmla="*/ 1568821 h 1598136"/>
              <a:gd name="connsiteX67" fmla="*/ 4541612 w 9662615"/>
              <a:gd name="connsiteY67" fmla="*/ 1545262 h 1598136"/>
              <a:gd name="connsiteX68" fmla="*/ 4422155 w 9662615"/>
              <a:gd name="connsiteY68" fmla="*/ 1542059 h 1598136"/>
              <a:gd name="connsiteX69" fmla="*/ 4221826 w 9662615"/>
              <a:gd name="connsiteY69" fmla="*/ 1508923 h 1598136"/>
              <a:gd name="connsiteX70" fmla="*/ 4096601 w 9662615"/>
              <a:gd name="connsiteY70" fmla="*/ 1521563 h 1598136"/>
              <a:gd name="connsiteX71" fmla="*/ 3970635 w 9662615"/>
              <a:gd name="connsiteY71" fmla="*/ 1544815 h 1598136"/>
              <a:gd name="connsiteX72" fmla="*/ 3833906 w 9662615"/>
              <a:gd name="connsiteY72" fmla="*/ 1516637 h 1598136"/>
              <a:gd name="connsiteX73" fmla="*/ 3696258 w 9662615"/>
              <a:gd name="connsiteY73" fmla="*/ 1537563 h 1598136"/>
              <a:gd name="connsiteX74" fmla="*/ 3594070 w 9662615"/>
              <a:gd name="connsiteY74" fmla="*/ 1509422 h 1598136"/>
              <a:gd name="connsiteX75" fmla="*/ 3565233 w 9662615"/>
              <a:gd name="connsiteY75" fmla="*/ 1515122 h 1598136"/>
              <a:gd name="connsiteX76" fmla="*/ 3560267 w 9662615"/>
              <a:gd name="connsiteY76" fmla="*/ 1516288 h 1598136"/>
              <a:gd name="connsiteX77" fmla="*/ 3540258 w 9662615"/>
              <a:gd name="connsiteY77" fmla="*/ 1516976 h 1598136"/>
              <a:gd name="connsiteX78" fmla="*/ 3534780 w 9662615"/>
              <a:gd name="connsiteY78" fmla="*/ 1522141 h 1598136"/>
              <a:gd name="connsiteX79" fmla="*/ 3504783 w 9662615"/>
              <a:gd name="connsiteY79" fmla="*/ 1526739 h 1598136"/>
              <a:gd name="connsiteX80" fmla="*/ 3430805 w 9662615"/>
              <a:gd name="connsiteY80" fmla="*/ 1542521 h 1598136"/>
              <a:gd name="connsiteX81" fmla="*/ 3292707 w 9662615"/>
              <a:gd name="connsiteY81" fmla="*/ 1520490 h 1598136"/>
              <a:gd name="connsiteX82" fmla="*/ 3187872 w 9662615"/>
              <a:gd name="connsiteY82" fmla="*/ 1519991 h 1598136"/>
              <a:gd name="connsiteX83" fmla="*/ 3148026 w 9662615"/>
              <a:gd name="connsiteY83" fmla="*/ 1524777 h 1598136"/>
              <a:gd name="connsiteX84" fmla="*/ 3092394 w 9662615"/>
              <a:gd name="connsiteY84" fmla="*/ 1528115 h 1598136"/>
              <a:gd name="connsiteX85" fmla="*/ 2994200 w 9662615"/>
              <a:gd name="connsiteY85" fmla="*/ 1537857 h 1598136"/>
              <a:gd name="connsiteX86" fmla="*/ 2862301 w 9662615"/>
              <a:gd name="connsiteY86" fmla="*/ 1544250 h 1598136"/>
              <a:gd name="connsiteX87" fmla="*/ 2766335 w 9662615"/>
              <a:gd name="connsiteY87" fmla="*/ 1527662 h 1598136"/>
              <a:gd name="connsiteX88" fmla="*/ 2757836 w 9662615"/>
              <a:gd name="connsiteY88" fmla="*/ 1531371 h 1598136"/>
              <a:gd name="connsiteX89" fmla="*/ 2691555 w 9662615"/>
              <a:gd name="connsiteY89" fmla="*/ 1530283 h 1598136"/>
              <a:gd name="connsiteX90" fmla="*/ 2491676 w 9662615"/>
              <a:gd name="connsiteY90" fmla="*/ 1500859 h 1598136"/>
              <a:gd name="connsiteX91" fmla="*/ 2378036 w 9662615"/>
              <a:gd name="connsiteY91" fmla="*/ 1520645 h 1598136"/>
              <a:gd name="connsiteX92" fmla="*/ 2284269 w 9662615"/>
              <a:gd name="connsiteY92" fmla="*/ 1503068 h 1598136"/>
              <a:gd name="connsiteX93" fmla="*/ 2207104 w 9662615"/>
              <a:gd name="connsiteY93" fmla="*/ 1508888 h 1598136"/>
              <a:gd name="connsiteX94" fmla="*/ 2149226 w 9662615"/>
              <a:gd name="connsiteY94" fmla="*/ 1523409 h 1598136"/>
              <a:gd name="connsiteX95" fmla="*/ 2084783 w 9662615"/>
              <a:gd name="connsiteY95" fmla="*/ 1524245 h 1598136"/>
              <a:gd name="connsiteX96" fmla="*/ 2070075 w 9662615"/>
              <a:gd name="connsiteY96" fmla="*/ 1511285 h 1598136"/>
              <a:gd name="connsiteX97" fmla="*/ 2001057 w 9662615"/>
              <a:gd name="connsiteY97" fmla="*/ 1516449 h 1598136"/>
              <a:gd name="connsiteX98" fmla="*/ 1896330 w 9662615"/>
              <a:gd name="connsiteY98" fmla="*/ 1525725 h 1598136"/>
              <a:gd name="connsiteX99" fmla="*/ 1835994 w 9662615"/>
              <a:gd name="connsiteY99" fmla="*/ 1527678 h 1598136"/>
              <a:gd name="connsiteX100" fmla="*/ 1671119 w 9662615"/>
              <a:gd name="connsiteY100" fmla="*/ 1536701 h 1598136"/>
              <a:gd name="connsiteX101" fmla="*/ 1601337 w 9662615"/>
              <a:gd name="connsiteY101" fmla="*/ 1548552 h 1598136"/>
              <a:gd name="connsiteX102" fmla="*/ 1407755 w 9662615"/>
              <a:gd name="connsiteY102" fmla="*/ 1571444 h 1598136"/>
              <a:gd name="connsiteX103" fmla="*/ 1271994 w 9662615"/>
              <a:gd name="connsiteY103" fmla="*/ 1579471 h 1598136"/>
              <a:gd name="connsiteX104" fmla="*/ 1249226 w 9662615"/>
              <a:gd name="connsiteY104" fmla="*/ 1583140 h 1598136"/>
              <a:gd name="connsiteX105" fmla="*/ 1217719 w 9662615"/>
              <a:gd name="connsiteY105" fmla="*/ 1580863 h 1598136"/>
              <a:gd name="connsiteX106" fmla="*/ 1091432 w 9662615"/>
              <a:gd name="connsiteY106" fmla="*/ 1571003 h 1598136"/>
              <a:gd name="connsiteX107" fmla="*/ 992039 w 9662615"/>
              <a:gd name="connsiteY107" fmla="*/ 1556662 h 1598136"/>
              <a:gd name="connsiteX108" fmla="*/ 868264 w 9662615"/>
              <a:gd name="connsiteY108" fmla="*/ 1566392 h 1598136"/>
              <a:gd name="connsiteX109" fmla="*/ 792765 w 9662615"/>
              <a:gd name="connsiteY109" fmla="*/ 1563102 h 1598136"/>
              <a:gd name="connsiteX110" fmla="*/ 669055 w 9662615"/>
              <a:gd name="connsiteY110" fmla="*/ 1543638 h 1598136"/>
              <a:gd name="connsiteX111" fmla="*/ 506152 w 9662615"/>
              <a:gd name="connsiteY111" fmla="*/ 1549124 h 1598136"/>
              <a:gd name="connsiteX112" fmla="*/ 472797 w 9662615"/>
              <a:gd name="connsiteY112" fmla="*/ 1568904 h 1598136"/>
              <a:gd name="connsiteX113" fmla="*/ 427864 w 9662615"/>
              <a:gd name="connsiteY113" fmla="*/ 1580848 h 1598136"/>
              <a:gd name="connsiteX114" fmla="*/ 408381 w 9662615"/>
              <a:gd name="connsiteY114" fmla="*/ 1552940 h 1598136"/>
              <a:gd name="connsiteX115" fmla="*/ 267163 w 9662615"/>
              <a:gd name="connsiteY115" fmla="*/ 1531913 h 1598136"/>
              <a:gd name="connsiteX116" fmla="*/ 196644 w 9662615"/>
              <a:gd name="connsiteY116" fmla="*/ 1524565 h 1598136"/>
              <a:gd name="connsiteX117" fmla="*/ 86819 w 9662615"/>
              <a:gd name="connsiteY117" fmla="*/ 1519517 h 1598136"/>
              <a:gd name="connsiteX118" fmla="*/ 53369 w 9662615"/>
              <a:gd name="connsiteY118" fmla="*/ 1516853 h 1598136"/>
              <a:gd name="connsiteX119" fmla="*/ 2359 w 9662615"/>
              <a:gd name="connsiteY119" fmla="*/ 1515247 h 1598136"/>
              <a:gd name="connsiteX120" fmla="*/ 0 w 9662615"/>
              <a:gd name="connsiteY120" fmla="*/ 1514932 h 1598136"/>
              <a:gd name="connsiteX121" fmla="*/ 0 w 9662615"/>
              <a:gd name="connsiteY121"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40263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8136"/>
              <a:gd name="connsiteX1" fmla="*/ 9662615 w 9662615"/>
              <a:gd name="connsiteY1" fmla="*/ 0 h 1598136"/>
              <a:gd name="connsiteX2" fmla="*/ 9662615 w 9662615"/>
              <a:gd name="connsiteY2" fmla="*/ 1280346 h 1598136"/>
              <a:gd name="connsiteX3" fmla="*/ 9658420 w 9662615"/>
              <a:gd name="connsiteY3" fmla="*/ 1280106 h 1598136"/>
              <a:gd name="connsiteX4" fmla="*/ 9469546 w 9662615"/>
              <a:gd name="connsiteY4" fmla="*/ 1289837 h 1598136"/>
              <a:gd name="connsiteX5" fmla="*/ 9385895 w 9662615"/>
              <a:gd name="connsiteY5" fmla="*/ 1269203 h 1598136"/>
              <a:gd name="connsiteX6" fmla="*/ 9144767 w 9662615"/>
              <a:gd name="connsiteY6" fmla="*/ 1264120 h 1598136"/>
              <a:gd name="connsiteX7" fmla="*/ 8837252 w 9662615"/>
              <a:gd name="connsiteY7" fmla="*/ 1350515 h 1598136"/>
              <a:gd name="connsiteX8" fmla="*/ 8705466 w 9662615"/>
              <a:gd name="connsiteY8" fmla="*/ 1342419 h 1598136"/>
              <a:gd name="connsiteX9" fmla="*/ 8652221 w 9662615"/>
              <a:gd name="connsiteY9" fmla="*/ 1326906 h 1598136"/>
              <a:gd name="connsiteX10" fmla="*/ 8632312 w 9662615"/>
              <a:gd name="connsiteY10" fmla="*/ 1326025 h 1598136"/>
              <a:gd name="connsiteX11" fmla="*/ 8591582 w 9662615"/>
              <a:gd name="connsiteY11" fmla="*/ 1341666 h 1598136"/>
              <a:gd name="connsiteX12" fmla="*/ 8537336 w 9662615"/>
              <a:gd name="connsiteY12" fmla="*/ 1341684 h 1598136"/>
              <a:gd name="connsiteX13" fmla="*/ 8472508 w 9662615"/>
              <a:gd name="connsiteY13" fmla="*/ 1363109 h 1598136"/>
              <a:gd name="connsiteX14" fmla="*/ 8258477 w 9662615"/>
              <a:gd name="connsiteY14" fmla="*/ 1370666 h 1598136"/>
              <a:gd name="connsiteX15" fmla="*/ 8197961 w 9662615"/>
              <a:gd name="connsiteY15" fmla="*/ 1392804 h 1598136"/>
              <a:gd name="connsiteX16" fmla="*/ 8171196 w 9662615"/>
              <a:gd name="connsiteY16" fmla="*/ 1397216 h 1598136"/>
              <a:gd name="connsiteX17" fmla="*/ 8127667 w 9662615"/>
              <a:gd name="connsiteY17" fmla="*/ 1418254 h 1598136"/>
              <a:gd name="connsiteX18" fmla="*/ 7974579 w 9662615"/>
              <a:gd name="connsiteY18" fmla="*/ 1383439 h 1598136"/>
              <a:gd name="connsiteX19" fmla="*/ 7768351 w 9662615"/>
              <a:gd name="connsiteY19" fmla="*/ 1395051 h 1598136"/>
              <a:gd name="connsiteX20" fmla="*/ 7635985 w 9662615"/>
              <a:gd name="connsiteY20" fmla="*/ 1386363 h 1598136"/>
              <a:gd name="connsiteX21" fmla="*/ 7466069 w 9662615"/>
              <a:gd name="connsiteY21" fmla="*/ 1377654 h 1598136"/>
              <a:gd name="connsiteX22" fmla="*/ 7355642 w 9662615"/>
              <a:gd name="connsiteY22" fmla="*/ 1407761 h 1598136"/>
              <a:gd name="connsiteX23" fmla="*/ 7151610 w 9662615"/>
              <a:gd name="connsiteY23" fmla="*/ 1397856 h 1598136"/>
              <a:gd name="connsiteX24" fmla="*/ 7082147 w 9662615"/>
              <a:gd name="connsiteY24" fmla="*/ 1406113 h 1598136"/>
              <a:gd name="connsiteX25" fmla="*/ 7014958 w 9662615"/>
              <a:gd name="connsiteY25" fmla="*/ 1396883 h 1598136"/>
              <a:gd name="connsiteX26" fmla="*/ 6907567 w 9662615"/>
              <a:gd name="connsiteY26" fmla="*/ 1419149 h 1598136"/>
              <a:gd name="connsiteX27" fmla="*/ 6748428 w 9662615"/>
              <a:gd name="connsiteY27" fmla="*/ 1420308 h 1598136"/>
              <a:gd name="connsiteX28" fmla="*/ 6654257 w 9662615"/>
              <a:gd name="connsiteY28" fmla="*/ 1424143 h 1598136"/>
              <a:gd name="connsiteX29" fmla="*/ 6620123 w 9662615"/>
              <a:gd name="connsiteY29" fmla="*/ 1430535 h 1598136"/>
              <a:gd name="connsiteX30" fmla="*/ 6571355 w 9662615"/>
              <a:gd name="connsiteY30" fmla="*/ 1436144 h 1598136"/>
              <a:gd name="connsiteX31" fmla="*/ 6486557 w 9662615"/>
              <a:gd name="connsiteY31" fmla="*/ 1449861 h 1598136"/>
              <a:gd name="connsiteX32" fmla="*/ 6370419 w 9662615"/>
              <a:gd name="connsiteY32" fmla="*/ 1461649 h 1598136"/>
              <a:gd name="connsiteX33" fmla="*/ 6278839 w 9662615"/>
              <a:gd name="connsiteY33" fmla="*/ 1449160 h 1598136"/>
              <a:gd name="connsiteX34" fmla="*/ 6272455 w 9662615"/>
              <a:gd name="connsiteY34" fmla="*/ 1453191 h 1598136"/>
              <a:gd name="connsiteX35" fmla="*/ 6212659 w 9662615"/>
              <a:gd name="connsiteY35" fmla="*/ 1454850 h 1598136"/>
              <a:gd name="connsiteX36" fmla="*/ 6069317 w 9662615"/>
              <a:gd name="connsiteY36" fmla="*/ 1445838 h 1598136"/>
              <a:gd name="connsiteX37" fmla="*/ 5878477 w 9662615"/>
              <a:gd name="connsiteY37" fmla="*/ 1439180 h 1598136"/>
              <a:gd name="connsiteX38" fmla="*/ 5838387 w 9662615"/>
              <a:gd name="connsiteY38" fmla="*/ 1444679 h 1598136"/>
              <a:gd name="connsiteX39" fmla="*/ 5771136 w 9662615"/>
              <a:gd name="connsiteY39" fmla="*/ 1453639 h 1598136"/>
              <a:gd name="connsiteX40" fmla="*/ 5724081 w 9662615"/>
              <a:gd name="connsiteY40" fmla="*/ 1470431 h 1598136"/>
              <a:gd name="connsiteX41" fmla="*/ 5666577 w 9662615"/>
              <a:gd name="connsiteY41" fmla="*/ 1473921 h 1598136"/>
              <a:gd name="connsiteX42" fmla="*/ 5649068 w 9662615"/>
              <a:gd name="connsiteY42" fmla="*/ 1461676 h 1598136"/>
              <a:gd name="connsiteX43" fmla="*/ 5588902 w 9662615"/>
              <a:gd name="connsiteY43" fmla="*/ 1469647 h 1598136"/>
              <a:gd name="connsiteX44" fmla="*/ 5498090 w 9662615"/>
              <a:gd name="connsiteY44" fmla="*/ 1483173 h 1598136"/>
              <a:gd name="connsiteX45" fmla="*/ 5444641 w 9662615"/>
              <a:gd name="connsiteY45" fmla="*/ 1487602 h 1598136"/>
              <a:gd name="connsiteX46" fmla="*/ 5299812 w 9662615"/>
              <a:gd name="connsiteY46" fmla="*/ 1503362 h 1598136"/>
              <a:gd name="connsiteX47" fmla="*/ 5213947 w 9662615"/>
              <a:gd name="connsiteY47" fmla="*/ 1516637 h 1598136"/>
              <a:gd name="connsiteX48" fmla="*/ 5090342 w 9662615"/>
              <a:gd name="connsiteY48" fmla="*/ 1546680 h 1598136"/>
              <a:gd name="connsiteX49" fmla="*/ 5129812 w 9662615"/>
              <a:gd name="connsiteY49" fmla="*/ 1521277 h 1598136"/>
              <a:gd name="connsiteX50" fmla="*/ 5059484 w 9662615"/>
              <a:gd name="connsiteY50" fmla="*/ 1546802 h 1598136"/>
              <a:gd name="connsiteX51" fmla="*/ 5038524 w 9662615"/>
              <a:gd name="connsiteY51" fmla="*/ 1545675 h 1598136"/>
              <a:gd name="connsiteX52" fmla="*/ 5026564 w 9662615"/>
              <a:gd name="connsiteY52" fmla="*/ 1545376 h 1598136"/>
              <a:gd name="connsiteX53" fmla="*/ 4969433 w 9662615"/>
              <a:gd name="connsiteY53" fmla="*/ 1550865 h 1598136"/>
              <a:gd name="connsiteX54" fmla="*/ 4921303 w 9662615"/>
              <a:gd name="connsiteY54" fmla="*/ 1575379 h 1598136"/>
              <a:gd name="connsiteX55" fmla="*/ 4863775 w 9662615"/>
              <a:gd name="connsiteY55" fmla="*/ 1562633 h 1598136"/>
              <a:gd name="connsiteX56" fmla="*/ 4847242 w 9662615"/>
              <a:gd name="connsiteY56" fmla="*/ 1565435 h 1598136"/>
              <a:gd name="connsiteX57" fmla="*/ 4856839 w 9662615"/>
              <a:gd name="connsiteY57" fmla="*/ 1598136 h 1598136"/>
              <a:gd name="connsiteX58" fmla="*/ 4791466 w 9662615"/>
              <a:gd name="connsiteY58" fmla="*/ 1561324 h 1598136"/>
              <a:gd name="connsiteX59" fmla="*/ 4784247 w 9662615"/>
              <a:gd name="connsiteY59" fmla="*/ 1562342 h 1598136"/>
              <a:gd name="connsiteX60" fmla="*/ 4748477 w 9662615"/>
              <a:gd name="connsiteY60" fmla="*/ 1556925 h 1598136"/>
              <a:gd name="connsiteX61" fmla="*/ 4730033 w 9662615"/>
              <a:gd name="connsiteY61" fmla="*/ 1555274 h 1598136"/>
              <a:gd name="connsiteX62" fmla="*/ 4724747 w 9662615"/>
              <a:gd name="connsiteY62" fmla="*/ 1552439 h 1598136"/>
              <a:gd name="connsiteX63" fmla="*/ 4697562 w 9662615"/>
              <a:gd name="connsiteY63" fmla="*/ 1551206 h 1598136"/>
              <a:gd name="connsiteX64" fmla="*/ 4662664 w 9662615"/>
              <a:gd name="connsiteY64" fmla="*/ 1573162 h 1598136"/>
              <a:gd name="connsiteX65" fmla="*/ 4603028 w 9662615"/>
              <a:gd name="connsiteY65" fmla="*/ 1568821 h 1598136"/>
              <a:gd name="connsiteX66" fmla="*/ 4541612 w 9662615"/>
              <a:gd name="connsiteY66" fmla="*/ 1545262 h 1598136"/>
              <a:gd name="connsiteX67" fmla="*/ 4422155 w 9662615"/>
              <a:gd name="connsiteY67" fmla="*/ 1542059 h 1598136"/>
              <a:gd name="connsiteX68" fmla="*/ 4221826 w 9662615"/>
              <a:gd name="connsiteY68" fmla="*/ 1508923 h 1598136"/>
              <a:gd name="connsiteX69" fmla="*/ 4096601 w 9662615"/>
              <a:gd name="connsiteY69" fmla="*/ 1521563 h 1598136"/>
              <a:gd name="connsiteX70" fmla="*/ 3970635 w 9662615"/>
              <a:gd name="connsiteY70" fmla="*/ 1544815 h 1598136"/>
              <a:gd name="connsiteX71" fmla="*/ 3833906 w 9662615"/>
              <a:gd name="connsiteY71" fmla="*/ 1516637 h 1598136"/>
              <a:gd name="connsiteX72" fmla="*/ 3696258 w 9662615"/>
              <a:gd name="connsiteY72" fmla="*/ 1537563 h 1598136"/>
              <a:gd name="connsiteX73" fmla="*/ 3594070 w 9662615"/>
              <a:gd name="connsiteY73" fmla="*/ 1509422 h 1598136"/>
              <a:gd name="connsiteX74" fmla="*/ 3565233 w 9662615"/>
              <a:gd name="connsiteY74" fmla="*/ 1515122 h 1598136"/>
              <a:gd name="connsiteX75" fmla="*/ 3560267 w 9662615"/>
              <a:gd name="connsiteY75" fmla="*/ 1516288 h 1598136"/>
              <a:gd name="connsiteX76" fmla="*/ 3540258 w 9662615"/>
              <a:gd name="connsiteY76" fmla="*/ 1516976 h 1598136"/>
              <a:gd name="connsiteX77" fmla="*/ 3534780 w 9662615"/>
              <a:gd name="connsiteY77" fmla="*/ 1522141 h 1598136"/>
              <a:gd name="connsiteX78" fmla="*/ 3504783 w 9662615"/>
              <a:gd name="connsiteY78" fmla="*/ 1526739 h 1598136"/>
              <a:gd name="connsiteX79" fmla="*/ 3430805 w 9662615"/>
              <a:gd name="connsiteY79" fmla="*/ 1542521 h 1598136"/>
              <a:gd name="connsiteX80" fmla="*/ 3292707 w 9662615"/>
              <a:gd name="connsiteY80" fmla="*/ 1520490 h 1598136"/>
              <a:gd name="connsiteX81" fmla="*/ 3187872 w 9662615"/>
              <a:gd name="connsiteY81" fmla="*/ 1519991 h 1598136"/>
              <a:gd name="connsiteX82" fmla="*/ 3148026 w 9662615"/>
              <a:gd name="connsiteY82" fmla="*/ 1524777 h 1598136"/>
              <a:gd name="connsiteX83" fmla="*/ 3092394 w 9662615"/>
              <a:gd name="connsiteY83" fmla="*/ 1528115 h 1598136"/>
              <a:gd name="connsiteX84" fmla="*/ 2994200 w 9662615"/>
              <a:gd name="connsiteY84" fmla="*/ 1537857 h 1598136"/>
              <a:gd name="connsiteX85" fmla="*/ 2862301 w 9662615"/>
              <a:gd name="connsiteY85" fmla="*/ 1544250 h 1598136"/>
              <a:gd name="connsiteX86" fmla="*/ 2766335 w 9662615"/>
              <a:gd name="connsiteY86" fmla="*/ 1527662 h 1598136"/>
              <a:gd name="connsiteX87" fmla="*/ 2757836 w 9662615"/>
              <a:gd name="connsiteY87" fmla="*/ 1531371 h 1598136"/>
              <a:gd name="connsiteX88" fmla="*/ 2691555 w 9662615"/>
              <a:gd name="connsiteY88" fmla="*/ 1530283 h 1598136"/>
              <a:gd name="connsiteX89" fmla="*/ 2491676 w 9662615"/>
              <a:gd name="connsiteY89" fmla="*/ 1500859 h 1598136"/>
              <a:gd name="connsiteX90" fmla="*/ 2378036 w 9662615"/>
              <a:gd name="connsiteY90" fmla="*/ 1520645 h 1598136"/>
              <a:gd name="connsiteX91" fmla="*/ 2284269 w 9662615"/>
              <a:gd name="connsiteY91" fmla="*/ 1503068 h 1598136"/>
              <a:gd name="connsiteX92" fmla="*/ 2207104 w 9662615"/>
              <a:gd name="connsiteY92" fmla="*/ 1508888 h 1598136"/>
              <a:gd name="connsiteX93" fmla="*/ 2149226 w 9662615"/>
              <a:gd name="connsiteY93" fmla="*/ 1523409 h 1598136"/>
              <a:gd name="connsiteX94" fmla="*/ 2084783 w 9662615"/>
              <a:gd name="connsiteY94" fmla="*/ 1524245 h 1598136"/>
              <a:gd name="connsiteX95" fmla="*/ 2070075 w 9662615"/>
              <a:gd name="connsiteY95" fmla="*/ 1511285 h 1598136"/>
              <a:gd name="connsiteX96" fmla="*/ 2001057 w 9662615"/>
              <a:gd name="connsiteY96" fmla="*/ 1516449 h 1598136"/>
              <a:gd name="connsiteX97" fmla="*/ 1896330 w 9662615"/>
              <a:gd name="connsiteY97" fmla="*/ 1525725 h 1598136"/>
              <a:gd name="connsiteX98" fmla="*/ 1835994 w 9662615"/>
              <a:gd name="connsiteY98" fmla="*/ 1527678 h 1598136"/>
              <a:gd name="connsiteX99" fmla="*/ 1671119 w 9662615"/>
              <a:gd name="connsiteY99" fmla="*/ 1536701 h 1598136"/>
              <a:gd name="connsiteX100" fmla="*/ 1601337 w 9662615"/>
              <a:gd name="connsiteY100" fmla="*/ 1548552 h 1598136"/>
              <a:gd name="connsiteX101" fmla="*/ 1407755 w 9662615"/>
              <a:gd name="connsiteY101" fmla="*/ 1571444 h 1598136"/>
              <a:gd name="connsiteX102" fmla="*/ 1271994 w 9662615"/>
              <a:gd name="connsiteY102" fmla="*/ 1579471 h 1598136"/>
              <a:gd name="connsiteX103" fmla="*/ 1249226 w 9662615"/>
              <a:gd name="connsiteY103" fmla="*/ 1583140 h 1598136"/>
              <a:gd name="connsiteX104" fmla="*/ 1217719 w 9662615"/>
              <a:gd name="connsiteY104" fmla="*/ 1580863 h 1598136"/>
              <a:gd name="connsiteX105" fmla="*/ 1091432 w 9662615"/>
              <a:gd name="connsiteY105" fmla="*/ 1571003 h 1598136"/>
              <a:gd name="connsiteX106" fmla="*/ 992039 w 9662615"/>
              <a:gd name="connsiteY106" fmla="*/ 1556662 h 1598136"/>
              <a:gd name="connsiteX107" fmla="*/ 868264 w 9662615"/>
              <a:gd name="connsiteY107" fmla="*/ 1566392 h 1598136"/>
              <a:gd name="connsiteX108" fmla="*/ 792765 w 9662615"/>
              <a:gd name="connsiteY108" fmla="*/ 1563102 h 1598136"/>
              <a:gd name="connsiteX109" fmla="*/ 669055 w 9662615"/>
              <a:gd name="connsiteY109" fmla="*/ 1543638 h 1598136"/>
              <a:gd name="connsiteX110" fmla="*/ 506152 w 9662615"/>
              <a:gd name="connsiteY110" fmla="*/ 1549124 h 1598136"/>
              <a:gd name="connsiteX111" fmla="*/ 472797 w 9662615"/>
              <a:gd name="connsiteY111" fmla="*/ 1568904 h 1598136"/>
              <a:gd name="connsiteX112" fmla="*/ 427864 w 9662615"/>
              <a:gd name="connsiteY112" fmla="*/ 1580848 h 1598136"/>
              <a:gd name="connsiteX113" fmla="*/ 408381 w 9662615"/>
              <a:gd name="connsiteY113" fmla="*/ 1552940 h 1598136"/>
              <a:gd name="connsiteX114" fmla="*/ 267163 w 9662615"/>
              <a:gd name="connsiteY114" fmla="*/ 1531913 h 1598136"/>
              <a:gd name="connsiteX115" fmla="*/ 196644 w 9662615"/>
              <a:gd name="connsiteY115" fmla="*/ 1524565 h 1598136"/>
              <a:gd name="connsiteX116" fmla="*/ 86819 w 9662615"/>
              <a:gd name="connsiteY116" fmla="*/ 1519517 h 1598136"/>
              <a:gd name="connsiteX117" fmla="*/ 53369 w 9662615"/>
              <a:gd name="connsiteY117" fmla="*/ 1516853 h 1598136"/>
              <a:gd name="connsiteX118" fmla="*/ 2359 w 9662615"/>
              <a:gd name="connsiteY118" fmla="*/ 1515247 h 1598136"/>
              <a:gd name="connsiteX119" fmla="*/ 0 w 9662615"/>
              <a:gd name="connsiteY119" fmla="*/ 1514932 h 1598136"/>
              <a:gd name="connsiteX120" fmla="*/ 0 w 9662615"/>
              <a:gd name="connsiteY120" fmla="*/ 0 h 1598136"/>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724747 w 9662615"/>
              <a:gd name="connsiteY62" fmla="*/ 1552439 h 1592835"/>
              <a:gd name="connsiteX63" fmla="*/ 4697562 w 9662615"/>
              <a:gd name="connsiteY63" fmla="*/ 1551206 h 1592835"/>
              <a:gd name="connsiteX64" fmla="*/ 4662664 w 9662615"/>
              <a:gd name="connsiteY64" fmla="*/ 1573162 h 1592835"/>
              <a:gd name="connsiteX65" fmla="*/ 4603028 w 9662615"/>
              <a:gd name="connsiteY65" fmla="*/ 1568821 h 1592835"/>
              <a:gd name="connsiteX66" fmla="*/ 4541612 w 9662615"/>
              <a:gd name="connsiteY66" fmla="*/ 1545262 h 1592835"/>
              <a:gd name="connsiteX67" fmla="*/ 4422155 w 9662615"/>
              <a:gd name="connsiteY67" fmla="*/ 1542059 h 1592835"/>
              <a:gd name="connsiteX68" fmla="*/ 4221826 w 9662615"/>
              <a:gd name="connsiteY68" fmla="*/ 1508923 h 1592835"/>
              <a:gd name="connsiteX69" fmla="*/ 4096601 w 9662615"/>
              <a:gd name="connsiteY69" fmla="*/ 1521563 h 1592835"/>
              <a:gd name="connsiteX70" fmla="*/ 3970635 w 9662615"/>
              <a:gd name="connsiteY70" fmla="*/ 1544815 h 1592835"/>
              <a:gd name="connsiteX71" fmla="*/ 3833906 w 9662615"/>
              <a:gd name="connsiteY71" fmla="*/ 1516637 h 1592835"/>
              <a:gd name="connsiteX72" fmla="*/ 3696258 w 9662615"/>
              <a:gd name="connsiteY72" fmla="*/ 1537563 h 1592835"/>
              <a:gd name="connsiteX73" fmla="*/ 3594070 w 9662615"/>
              <a:gd name="connsiteY73" fmla="*/ 1509422 h 1592835"/>
              <a:gd name="connsiteX74" fmla="*/ 3565233 w 9662615"/>
              <a:gd name="connsiteY74" fmla="*/ 1515122 h 1592835"/>
              <a:gd name="connsiteX75" fmla="*/ 3560267 w 9662615"/>
              <a:gd name="connsiteY75" fmla="*/ 1516288 h 1592835"/>
              <a:gd name="connsiteX76" fmla="*/ 3540258 w 9662615"/>
              <a:gd name="connsiteY76" fmla="*/ 1516976 h 1592835"/>
              <a:gd name="connsiteX77" fmla="*/ 3534780 w 9662615"/>
              <a:gd name="connsiteY77" fmla="*/ 1522141 h 1592835"/>
              <a:gd name="connsiteX78" fmla="*/ 3504783 w 9662615"/>
              <a:gd name="connsiteY78" fmla="*/ 1526739 h 1592835"/>
              <a:gd name="connsiteX79" fmla="*/ 3430805 w 9662615"/>
              <a:gd name="connsiteY79" fmla="*/ 1542521 h 1592835"/>
              <a:gd name="connsiteX80" fmla="*/ 3292707 w 9662615"/>
              <a:gd name="connsiteY80" fmla="*/ 1520490 h 1592835"/>
              <a:gd name="connsiteX81" fmla="*/ 3187872 w 9662615"/>
              <a:gd name="connsiteY81" fmla="*/ 1519991 h 1592835"/>
              <a:gd name="connsiteX82" fmla="*/ 3148026 w 9662615"/>
              <a:gd name="connsiteY82" fmla="*/ 1524777 h 1592835"/>
              <a:gd name="connsiteX83" fmla="*/ 3092394 w 9662615"/>
              <a:gd name="connsiteY83" fmla="*/ 1528115 h 1592835"/>
              <a:gd name="connsiteX84" fmla="*/ 2994200 w 9662615"/>
              <a:gd name="connsiteY84" fmla="*/ 1537857 h 1592835"/>
              <a:gd name="connsiteX85" fmla="*/ 2862301 w 9662615"/>
              <a:gd name="connsiteY85" fmla="*/ 1544250 h 1592835"/>
              <a:gd name="connsiteX86" fmla="*/ 2766335 w 9662615"/>
              <a:gd name="connsiteY86" fmla="*/ 1527662 h 1592835"/>
              <a:gd name="connsiteX87" fmla="*/ 2757836 w 9662615"/>
              <a:gd name="connsiteY87" fmla="*/ 1531371 h 1592835"/>
              <a:gd name="connsiteX88" fmla="*/ 2691555 w 9662615"/>
              <a:gd name="connsiteY88" fmla="*/ 1530283 h 1592835"/>
              <a:gd name="connsiteX89" fmla="*/ 2491676 w 9662615"/>
              <a:gd name="connsiteY89" fmla="*/ 1500859 h 1592835"/>
              <a:gd name="connsiteX90" fmla="*/ 2378036 w 9662615"/>
              <a:gd name="connsiteY90" fmla="*/ 1520645 h 1592835"/>
              <a:gd name="connsiteX91" fmla="*/ 2284269 w 9662615"/>
              <a:gd name="connsiteY91" fmla="*/ 1503068 h 1592835"/>
              <a:gd name="connsiteX92" fmla="*/ 2207104 w 9662615"/>
              <a:gd name="connsiteY92" fmla="*/ 1508888 h 1592835"/>
              <a:gd name="connsiteX93" fmla="*/ 2149226 w 9662615"/>
              <a:gd name="connsiteY93" fmla="*/ 1523409 h 1592835"/>
              <a:gd name="connsiteX94" fmla="*/ 2084783 w 9662615"/>
              <a:gd name="connsiteY94" fmla="*/ 1524245 h 1592835"/>
              <a:gd name="connsiteX95" fmla="*/ 2070075 w 9662615"/>
              <a:gd name="connsiteY95" fmla="*/ 1511285 h 1592835"/>
              <a:gd name="connsiteX96" fmla="*/ 2001057 w 9662615"/>
              <a:gd name="connsiteY96" fmla="*/ 1516449 h 1592835"/>
              <a:gd name="connsiteX97" fmla="*/ 1896330 w 9662615"/>
              <a:gd name="connsiteY97" fmla="*/ 1525725 h 1592835"/>
              <a:gd name="connsiteX98" fmla="*/ 1835994 w 9662615"/>
              <a:gd name="connsiteY98" fmla="*/ 1527678 h 1592835"/>
              <a:gd name="connsiteX99" fmla="*/ 1671119 w 9662615"/>
              <a:gd name="connsiteY99" fmla="*/ 1536701 h 1592835"/>
              <a:gd name="connsiteX100" fmla="*/ 1601337 w 9662615"/>
              <a:gd name="connsiteY100" fmla="*/ 1548552 h 1592835"/>
              <a:gd name="connsiteX101" fmla="*/ 1407755 w 9662615"/>
              <a:gd name="connsiteY101" fmla="*/ 1571444 h 1592835"/>
              <a:gd name="connsiteX102" fmla="*/ 1271994 w 9662615"/>
              <a:gd name="connsiteY102" fmla="*/ 1579471 h 1592835"/>
              <a:gd name="connsiteX103" fmla="*/ 1249226 w 9662615"/>
              <a:gd name="connsiteY103" fmla="*/ 1583140 h 1592835"/>
              <a:gd name="connsiteX104" fmla="*/ 1217719 w 9662615"/>
              <a:gd name="connsiteY104" fmla="*/ 1580863 h 1592835"/>
              <a:gd name="connsiteX105" fmla="*/ 1091432 w 9662615"/>
              <a:gd name="connsiteY105" fmla="*/ 1571003 h 1592835"/>
              <a:gd name="connsiteX106" fmla="*/ 992039 w 9662615"/>
              <a:gd name="connsiteY106" fmla="*/ 1556662 h 1592835"/>
              <a:gd name="connsiteX107" fmla="*/ 868264 w 9662615"/>
              <a:gd name="connsiteY107" fmla="*/ 1566392 h 1592835"/>
              <a:gd name="connsiteX108" fmla="*/ 792765 w 9662615"/>
              <a:gd name="connsiteY108" fmla="*/ 1563102 h 1592835"/>
              <a:gd name="connsiteX109" fmla="*/ 669055 w 9662615"/>
              <a:gd name="connsiteY109" fmla="*/ 1543638 h 1592835"/>
              <a:gd name="connsiteX110" fmla="*/ 506152 w 9662615"/>
              <a:gd name="connsiteY110" fmla="*/ 1549124 h 1592835"/>
              <a:gd name="connsiteX111" fmla="*/ 472797 w 9662615"/>
              <a:gd name="connsiteY111" fmla="*/ 1568904 h 1592835"/>
              <a:gd name="connsiteX112" fmla="*/ 427864 w 9662615"/>
              <a:gd name="connsiteY112" fmla="*/ 1580848 h 1592835"/>
              <a:gd name="connsiteX113" fmla="*/ 408381 w 9662615"/>
              <a:gd name="connsiteY113" fmla="*/ 1552940 h 1592835"/>
              <a:gd name="connsiteX114" fmla="*/ 267163 w 9662615"/>
              <a:gd name="connsiteY114" fmla="*/ 1531913 h 1592835"/>
              <a:gd name="connsiteX115" fmla="*/ 196644 w 9662615"/>
              <a:gd name="connsiteY115" fmla="*/ 1524565 h 1592835"/>
              <a:gd name="connsiteX116" fmla="*/ 86819 w 9662615"/>
              <a:gd name="connsiteY116" fmla="*/ 1519517 h 1592835"/>
              <a:gd name="connsiteX117" fmla="*/ 53369 w 9662615"/>
              <a:gd name="connsiteY117" fmla="*/ 1516853 h 1592835"/>
              <a:gd name="connsiteX118" fmla="*/ 2359 w 9662615"/>
              <a:gd name="connsiteY118" fmla="*/ 1515247 h 1592835"/>
              <a:gd name="connsiteX119" fmla="*/ 0 w 9662615"/>
              <a:gd name="connsiteY119" fmla="*/ 1514932 h 1592835"/>
              <a:gd name="connsiteX120" fmla="*/ 0 w 9662615"/>
              <a:gd name="connsiteY120"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48477 w 9662615"/>
              <a:gd name="connsiteY60" fmla="*/ 1556925 h 1592835"/>
              <a:gd name="connsiteX61" fmla="*/ 4730033 w 9662615"/>
              <a:gd name="connsiteY61" fmla="*/ 1555274 h 1592835"/>
              <a:gd name="connsiteX62" fmla="*/ 4697562 w 9662615"/>
              <a:gd name="connsiteY62" fmla="*/ 1551206 h 1592835"/>
              <a:gd name="connsiteX63" fmla="*/ 4662664 w 9662615"/>
              <a:gd name="connsiteY63" fmla="*/ 1573162 h 1592835"/>
              <a:gd name="connsiteX64" fmla="*/ 4603028 w 9662615"/>
              <a:gd name="connsiteY64" fmla="*/ 1568821 h 1592835"/>
              <a:gd name="connsiteX65" fmla="*/ 4541612 w 9662615"/>
              <a:gd name="connsiteY65" fmla="*/ 1545262 h 1592835"/>
              <a:gd name="connsiteX66" fmla="*/ 4422155 w 9662615"/>
              <a:gd name="connsiteY66" fmla="*/ 1542059 h 1592835"/>
              <a:gd name="connsiteX67" fmla="*/ 4221826 w 9662615"/>
              <a:gd name="connsiteY67" fmla="*/ 1508923 h 1592835"/>
              <a:gd name="connsiteX68" fmla="*/ 4096601 w 9662615"/>
              <a:gd name="connsiteY68" fmla="*/ 1521563 h 1592835"/>
              <a:gd name="connsiteX69" fmla="*/ 3970635 w 9662615"/>
              <a:gd name="connsiteY69" fmla="*/ 1544815 h 1592835"/>
              <a:gd name="connsiteX70" fmla="*/ 3833906 w 9662615"/>
              <a:gd name="connsiteY70" fmla="*/ 1516637 h 1592835"/>
              <a:gd name="connsiteX71" fmla="*/ 3696258 w 9662615"/>
              <a:gd name="connsiteY71" fmla="*/ 1537563 h 1592835"/>
              <a:gd name="connsiteX72" fmla="*/ 3594070 w 9662615"/>
              <a:gd name="connsiteY72" fmla="*/ 1509422 h 1592835"/>
              <a:gd name="connsiteX73" fmla="*/ 3565233 w 9662615"/>
              <a:gd name="connsiteY73" fmla="*/ 1515122 h 1592835"/>
              <a:gd name="connsiteX74" fmla="*/ 3560267 w 9662615"/>
              <a:gd name="connsiteY74" fmla="*/ 1516288 h 1592835"/>
              <a:gd name="connsiteX75" fmla="*/ 3540258 w 9662615"/>
              <a:gd name="connsiteY75" fmla="*/ 1516976 h 1592835"/>
              <a:gd name="connsiteX76" fmla="*/ 3534780 w 9662615"/>
              <a:gd name="connsiteY76" fmla="*/ 1522141 h 1592835"/>
              <a:gd name="connsiteX77" fmla="*/ 3504783 w 9662615"/>
              <a:gd name="connsiteY77" fmla="*/ 1526739 h 1592835"/>
              <a:gd name="connsiteX78" fmla="*/ 3430805 w 9662615"/>
              <a:gd name="connsiteY78" fmla="*/ 1542521 h 1592835"/>
              <a:gd name="connsiteX79" fmla="*/ 3292707 w 9662615"/>
              <a:gd name="connsiteY79" fmla="*/ 1520490 h 1592835"/>
              <a:gd name="connsiteX80" fmla="*/ 3187872 w 9662615"/>
              <a:gd name="connsiteY80" fmla="*/ 1519991 h 1592835"/>
              <a:gd name="connsiteX81" fmla="*/ 3148026 w 9662615"/>
              <a:gd name="connsiteY81" fmla="*/ 1524777 h 1592835"/>
              <a:gd name="connsiteX82" fmla="*/ 3092394 w 9662615"/>
              <a:gd name="connsiteY82" fmla="*/ 1528115 h 1592835"/>
              <a:gd name="connsiteX83" fmla="*/ 2994200 w 9662615"/>
              <a:gd name="connsiteY83" fmla="*/ 1537857 h 1592835"/>
              <a:gd name="connsiteX84" fmla="*/ 2862301 w 9662615"/>
              <a:gd name="connsiteY84" fmla="*/ 1544250 h 1592835"/>
              <a:gd name="connsiteX85" fmla="*/ 2766335 w 9662615"/>
              <a:gd name="connsiteY85" fmla="*/ 1527662 h 1592835"/>
              <a:gd name="connsiteX86" fmla="*/ 2757836 w 9662615"/>
              <a:gd name="connsiteY86" fmla="*/ 1531371 h 1592835"/>
              <a:gd name="connsiteX87" fmla="*/ 2691555 w 9662615"/>
              <a:gd name="connsiteY87" fmla="*/ 1530283 h 1592835"/>
              <a:gd name="connsiteX88" fmla="*/ 2491676 w 9662615"/>
              <a:gd name="connsiteY88" fmla="*/ 1500859 h 1592835"/>
              <a:gd name="connsiteX89" fmla="*/ 2378036 w 9662615"/>
              <a:gd name="connsiteY89" fmla="*/ 1520645 h 1592835"/>
              <a:gd name="connsiteX90" fmla="*/ 2284269 w 9662615"/>
              <a:gd name="connsiteY90" fmla="*/ 1503068 h 1592835"/>
              <a:gd name="connsiteX91" fmla="*/ 2207104 w 9662615"/>
              <a:gd name="connsiteY91" fmla="*/ 1508888 h 1592835"/>
              <a:gd name="connsiteX92" fmla="*/ 2149226 w 9662615"/>
              <a:gd name="connsiteY92" fmla="*/ 1523409 h 1592835"/>
              <a:gd name="connsiteX93" fmla="*/ 2084783 w 9662615"/>
              <a:gd name="connsiteY93" fmla="*/ 1524245 h 1592835"/>
              <a:gd name="connsiteX94" fmla="*/ 2070075 w 9662615"/>
              <a:gd name="connsiteY94" fmla="*/ 1511285 h 1592835"/>
              <a:gd name="connsiteX95" fmla="*/ 2001057 w 9662615"/>
              <a:gd name="connsiteY95" fmla="*/ 1516449 h 1592835"/>
              <a:gd name="connsiteX96" fmla="*/ 1896330 w 9662615"/>
              <a:gd name="connsiteY96" fmla="*/ 1525725 h 1592835"/>
              <a:gd name="connsiteX97" fmla="*/ 1835994 w 9662615"/>
              <a:gd name="connsiteY97" fmla="*/ 1527678 h 1592835"/>
              <a:gd name="connsiteX98" fmla="*/ 1671119 w 9662615"/>
              <a:gd name="connsiteY98" fmla="*/ 1536701 h 1592835"/>
              <a:gd name="connsiteX99" fmla="*/ 1601337 w 9662615"/>
              <a:gd name="connsiteY99" fmla="*/ 1548552 h 1592835"/>
              <a:gd name="connsiteX100" fmla="*/ 1407755 w 9662615"/>
              <a:gd name="connsiteY100" fmla="*/ 1571444 h 1592835"/>
              <a:gd name="connsiteX101" fmla="*/ 1271994 w 9662615"/>
              <a:gd name="connsiteY101" fmla="*/ 1579471 h 1592835"/>
              <a:gd name="connsiteX102" fmla="*/ 1249226 w 9662615"/>
              <a:gd name="connsiteY102" fmla="*/ 1583140 h 1592835"/>
              <a:gd name="connsiteX103" fmla="*/ 1217719 w 9662615"/>
              <a:gd name="connsiteY103" fmla="*/ 1580863 h 1592835"/>
              <a:gd name="connsiteX104" fmla="*/ 1091432 w 9662615"/>
              <a:gd name="connsiteY104" fmla="*/ 1571003 h 1592835"/>
              <a:gd name="connsiteX105" fmla="*/ 992039 w 9662615"/>
              <a:gd name="connsiteY105" fmla="*/ 1556662 h 1592835"/>
              <a:gd name="connsiteX106" fmla="*/ 868264 w 9662615"/>
              <a:gd name="connsiteY106" fmla="*/ 1566392 h 1592835"/>
              <a:gd name="connsiteX107" fmla="*/ 792765 w 9662615"/>
              <a:gd name="connsiteY107" fmla="*/ 1563102 h 1592835"/>
              <a:gd name="connsiteX108" fmla="*/ 669055 w 9662615"/>
              <a:gd name="connsiteY108" fmla="*/ 1543638 h 1592835"/>
              <a:gd name="connsiteX109" fmla="*/ 506152 w 9662615"/>
              <a:gd name="connsiteY109" fmla="*/ 1549124 h 1592835"/>
              <a:gd name="connsiteX110" fmla="*/ 472797 w 9662615"/>
              <a:gd name="connsiteY110" fmla="*/ 1568904 h 1592835"/>
              <a:gd name="connsiteX111" fmla="*/ 427864 w 9662615"/>
              <a:gd name="connsiteY111" fmla="*/ 1580848 h 1592835"/>
              <a:gd name="connsiteX112" fmla="*/ 408381 w 9662615"/>
              <a:gd name="connsiteY112" fmla="*/ 1552940 h 1592835"/>
              <a:gd name="connsiteX113" fmla="*/ 267163 w 9662615"/>
              <a:gd name="connsiteY113" fmla="*/ 1531913 h 1592835"/>
              <a:gd name="connsiteX114" fmla="*/ 196644 w 9662615"/>
              <a:gd name="connsiteY114" fmla="*/ 1524565 h 1592835"/>
              <a:gd name="connsiteX115" fmla="*/ 86819 w 9662615"/>
              <a:gd name="connsiteY115" fmla="*/ 1519517 h 1592835"/>
              <a:gd name="connsiteX116" fmla="*/ 53369 w 9662615"/>
              <a:gd name="connsiteY116" fmla="*/ 1516853 h 1592835"/>
              <a:gd name="connsiteX117" fmla="*/ 2359 w 9662615"/>
              <a:gd name="connsiteY117" fmla="*/ 1515247 h 1592835"/>
              <a:gd name="connsiteX118" fmla="*/ 0 w 9662615"/>
              <a:gd name="connsiteY118" fmla="*/ 1514932 h 1592835"/>
              <a:gd name="connsiteX119" fmla="*/ 0 w 9662615"/>
              <a:gd name="connsiteY119"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0033 w 9662615"/>
              <a:gd name="connsiteY60" fmla="*/ 1555274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592835"/>
              <a:gd name="connsiteX1" fmla="*/ 9662615 w 9662615"/>
              <a:gd name="connsiteY1" fmla="*/ 0 h 1592835"/>
              <a:gd name="connsiteX2" fmla="*/ 9662615 w 9662615"/>
              <a:gd name="connsiteY2" fmla="*/ 1280346 h 1592835"/>
              <a:gd name="connsiteX3" fmla="*/ 9658420 w 9662615"/>
              <a:gd name="connsiteY3" fmla="*/ 1280106 h 1592835"/>
              <a:gd name="connsiteX4" fmla="*/ 9469546 w 9662615"/>
              <a:gd name="connsiteY4" fmla="*/ 1289837 h 1592835"/>
              <a:gd name="connsiteX5" fmla="*/ 9385895 w 9662615"/>
              <a:gd name="connsiteY5" fmla="*/ 1269203 h 1592835"/>
              <a:gd name="connsiteX6" fmla="*/ 9144767 w 9662615"/>
              <a:gd name="connsiteY6" fmla="*/ 1264120 h 1592835"/>
              <a:gd name="connsiteX7" fmla="*/ 8837252 w 9662615"/>
              <a:gd name="connsiteY7" fmla="*/ 1350515 h 1592835"/>
              <a:gd name="connsiteX8" fmla="*/ 8705466 w 9662615"/>
              <a:gd name="connsiteY8" fmla="*/ 1342419 h 1592835"/>
              <a:gd name="connsiteX9" fmla="*/ 8652221 w 9662615"/>
              <a:gd name="connsiteY9" fmla="*/ 1326906 h 1592835"/>
              <a:gd name="connsiteX10" fmla="*/ 8632312 w 9662615"/>
              <a:gd name="connsiteY10" fmla="*/ 1326025 h 1592835"/>
              <a:gd name="connsiteX11" fmla="*/ 8591582 w 9662615"/>
              <a:gd name="connsiteY11" fmla="*/ 1341666 h 1592835"/>
              <a:gd name="connsiteX12" fmla="*/ 8537336 w 9662615"/>
              <a:gd name="connsiteY12" fmla="*/ 1341684 h 1592835"/>
              <a:gd name="connsiteX13" fmla="*/ 8472508 w 9662615"/>
              <a:gd name="connsiteY13" fmla="*/ 1363109 h 1592835"/>
              <a:gd name="connsiteX14" fmla="*/ 8258477 w 9662615"/>
              <a:gd name="connsiteY14" fmla="*/ 1370666 h 1592835"/>
              <a:gd name="connsiteX15" fmla="*/ 8197961 w 9662615"/>
              <a:gd name="connsiteY15" fmla="*/ 1392804 h 1592835"/>
              <a:gd name="connsiteX16" fmla="*/ 8171196 w 9662615"/>
              <a:gd name="connsiteY16" fmla="*/ 1397216 h 1592835"/>
              <a:gd name="connsiteX17" fmla="*/ 8127667 w 9662615"/>
              <a:gd name="connsiteY17" fmla="*/ 1418254 h 1592835"/>
              <a:gd name="connsiteX18" fmla="*/ 7974579 w 9662615"/>
              <a:gd name="connsiteY18" fmla="*/ 1383439 h 1592835"/>
              <a:gd name="connsiteX19" fmla="*/ 7768351 w 9662615"/>
              <a:gd name="connsiteY19" fmla="*/ 1395051 h 1592835"/>
              <a:gd name="connsiteX20" fmla="*/ 7635985 w 9662615"/>
              <a:gd name="connsiteY20" fmla="*/ 1386363 h 1592835"/>
              <a:gd name="connsiteX21" fmla="*/ 7466069 w 9662615"/>
              <a:gd name="connsiteY21" fmla="*/ 1377654 h 1592835"/>
              <a:gd name="connsiteX22" fmla="*/ 7355642 w 9662615"/>
              <a:gd name="connsiteY22" fmla="*/ 1407761 h 1592835"/>
              <a:gd name="connsiteX23" fmla="*/ 7151610 w 9662615"/>
              <a:gd name="connsiteY23" fmla="*/ 1397856 h 1592835"/>
              <a:gd name="connsiteX24" fmla="*/ 7082147 w 9662615"/>
              <a:gd name="connsiteY24" fmla="*/ 1406113 h 1592835"/>
              <a:gd name="connsiteX25" fmla="*/ 7014958 w 9662615"/>
              <a:gd name="connsiteY25" fmla="*/ 1396883 h 1592835"/>
              <a:gd name="connsiteX26" fmla="*/ 6907567 w 9662615"/>
              <a:gd name="connsiteY26" fmla="*/ 1419149 h 1592835"/>
              <a:gd name="connsiteX27" fmla="*/ 6748428 w 9662615"/>
              <a:gd name="connsiteY27" fmla="*/ 1420308 h 1592835"/>
              <a:gd name="connsiteX28" fmla="*/ 6654257 w 9662615"/>
              <a:gd name="connsiteY28" fmla="*/ 1424143 h 1592835"/>
              <a:gd name="connsiteX29" fmla="*/ 6620123 w 9662615"/>
              <a:gd name="connsiteY29" fmla="*/ 1430535 h 1592835"/>
              <a:gd name="connsiteX30" fmla="*/ 6571355 w 9662615"/>
              <a:gd name="connsiteY30" fmla="*/ 1436144 h 1592835"/>
              <a:gd name="connsiteX31" fmla="*/ 6486557 w 9662615"/>
              <a:gd name="connsiteY31" fmla="*/ 1449861 h 1592835"/>
              <a:gd name="connsiteX32" fmla="*/ 6370419 w 9662615"/>
              <a:gd name="connsiteY32" fmla="*/ 1461649 h 1592835"/>
              <a:gd name="connsiteX33" fmla="*/ 6278839 w 9662615"/>
              <a:gd name="connsiteY33" fmla="*/ 1449160 h 1592835"/>
              <a:gd name="connsiteX34" fmla="*/ 6272455 w 9662615"/>
              <a:gd name="connsiteY34" fmla="*/ 1453191 h 1592835"/>
              <a:gd name="connsiteX35" fmla="*/ 6212659 w 9662615"/>
              <a:gd name="connsiteY35" fmla="*/ 1454850 h 1592835"/>
              <a:gd name="connsiteX36" fmla="*/ 6069317 w 9662615"/>
              <a:gd name="connsiteY36" fmla="*/ 1445838 h 1592835"/>
              <a:gd name="connsiteX37" fmla="*/ 5878477 w 9662615"/>
              <a:gd name="connsiteY37" fmla="*/ 1439180 h 1592835"/>
              <a:gd name="connsiteX38" fmla="*/ 5838387 w 9662615"/>
              <a:gd name="connsiteY38" fmla="*/ 1444679 h 1592835"/>
              <a:gd name="connsiteX39" fmla="*/ 5771136 w 9662615"/>
              <a:gd name="connsiteY39" fmla="*/ 1453639 h 1592835"/>
              <a:gd name="connsiteX40" fmla="*/ 5724081 w 9662615"/>
              <a:gd name="connsiteY40" fmla="*/ 1470431 h 1592835"/>
              <a:gd name="connsiteX41" fmla="*/ 5666577 w 9662615"/>
              <a:gd name="connsiteY41" fmla="*/ 1473921 h 1592835"/>
              <a:gd name="connsiteX42" fmla="*/ 5649068 w 9662615"/>
              <a:gd name="connsiteY42" fmla="*/ 1461676 h 1592835"/>
              <a:gd name="connsiteX43" fmla="*/ 5588902 w 9662615"/>
              <a:gd name="connsiteY43" fmla="*/ 1469647 h 1592835"/>
              <a:gd name="connsiteX44" fmla="*/ 5498090 w 9662615"/>
              <a:gd name="connsiteY44" fmla="*/ 1483173 h 1592835"/>
              <a:gd name="connsiteX45" fmla="*/ 5444641 w 9662615"/>
              <a:gd name="connsiteY45" fmla="*/ 1487602 h 1592835"/>
              <a:gd name="connsiteX46" fmla="*/ 5299812 w 9662615"/>
              <a:gd name="connsiteY46" fmla="*/ 1503362 h 1592835"/>
              <a:gd name="connsiteX47" fmla="*/ 5213947 w 9662615"/>
              <a:gd name="connsiteY47" fmla="*/ 1516637 h 1592835"/>
              <a:gd name="connsiteX48" fmla="*/ 5090342 w 9662615"/>
              <a:gd name="connsiteY48" fmla="*/ 1546680 h 1592835"/>
              <a:gd name="connsiteX49" fmla="*/ 5129812 w 9662615"/>
              <a:gd name="connsiteY49" fmla="*/ 1521277 h 1592835"/>
              <a:gd name="connsiteX50" fmla="*/ 5059484 w 9662615"/>
              <a:gd name="connsiteY50" fmla="*/ 1546802 h 1592835"/>
              <a:gd name="connsiteX51" fmla="*/ 5038524 w 9662615"/>
              <a:gd name="connsiteY51" fmla="*/ 1545675 h 1592835"/>
              <a:gd name="connsiteX52" fmla="*/ 5026564 w 9662615"/>
              <a:gd name="connsiteY52" fmla="*/ 1545376 h 1592835"/>
              <a:gd name="connsiteX53" fmla="*/ 4969433 w 9662615"/>
              <a:gd name="connsiteY53" fmla="*/ 1550865 h 1592835"/>
              <a:gd name="connsiteX54" fmla="*/ 4921303 w 9662615"/>
              <a:gd name="connsiteY54" fmla="*/ 1575379 h 1592835"/>
              <a:gd name="connsiteX55" fmla="*/ 4863775 w 9662615"/>
              <a:gd name="connsiteY55" fmla="*/ 1562633 h 1592835"/>
              <a:gd name="connsiteX56" fmla="*/ 4847242 w 9662615"/>
              <a:gd name="connsiteY56" fmla="*/ 1565435 h 1592835"/>
              <a:gd name="connsiteX57" fmla="*/ 4856839 w 9662615"/>
              <a:gd name="connsiteY57" fmla="*/ 1592835 h 1592835"/>
              <a:gd name="connsiteX58" fmla="*/ 4791466 w 9662615"/>
              <a:gd name="connsiteY58" fmla="*/ 1561324 h 1592835"/>
              <a:gd name="connsiteX59" fmla="*/ 4784247 w 9662615"/>
              <a:gd name="connsiteY59" fmla="*/ 1562342 h 1592835"/>
              <a:gd name="connsiteX60" fmla="*/ 4735334 w 9662615"/>
              <a:gd name="connsiteY60" fmla="*/ 1581778 h 1592835"/>
              <a:gd name="connsiteX61" fmla="*/ 4697562 w 9662615"/>
              <a:gd name="connsiteY61" fmla="*/ 1551206 h 1592835"/>
              <a:gd name="connsiteX62" fmla="*/ 4662664 w 9662615"/>
              <a:gd name="connsiteY62" fmla="*/ 1573162 h 1592835"/>
              <a:gd name="connsiteX63" fmla="*/ 4603028 w 9662615"/>
              <a:gd name="connsiteY63" fmla="*/ 1568821 h 1592835"/>
              <a:gd name="connsiteX64" fmla="*/ 4541612 w 9662615"/>
              <a:gd name="connsiteY64" fmla="*/ 1545262 h 1592835"/>
              <a:gd name="connsiteX65" fmla="*/ 4422155 w 9662615"/>
              <a:gd name="connsiteY65" fmla="*/ 1542059 h 1592835"/>
              <a:gd name="connsiteX66" fmla="*/ 4221826 w 9662615"/>
              <a:gd name="connsiteY66" fmla="*/ 1508923 h 1592835"/>
              <a:gd name="connsiteX67" fmla="*/ 4096601 w 9662615"/>
              <a:gd name="connsiteY67" fmla="*/ 1521563 h 1592835"/>
              <a:gd name="connsiteX68" fmla="*/ 3970635 w 9662615"/>
              <a:gd name="connsiteY68" fmla="*/ 1544815 h 1592835"/>
              <a:gd name="connsiteX69" fmla="*/ 3833906 w 9662615"/>
              <a:gd name="connsiteY69" fmla="*/ 1516637 h 1592835"/>
              <a:gd name="connsiteX70" fmla="*/ 3696258 w 9662615"/>
              <a:gd name="connsiteY70" fmla="*/ 1537563 h 1592835"/>
              <a:gd name="connsiteX71" fmla="*/ 3594070 w 9662615"/>
              <a:gd name="connsiteY71" fmla="*/ 1509422 h 1592835"/>
              <a:gd name="connsiteX72" fmla="*/ 3565233 w 9662615"/>
              <a:gd name="connsiteY72" fmla="*/ 1515122 h 1592835"/>
              <a:gd name="connsiteX73" fmla="*/ 3560267 w 9662615"/>
              <a:gd name="connsiteY73" fmla="*/ 1516288 h 1592835"/>
              <a:gd name="connsiteX74" fmla="*/ 3540258 w 9662615"/>
              <a:gd name="connsiteY74" fmla="*/ 1516976 h 1592835"/>
              <a:gd name="connsiteX75" fmla="*/ 3534780 w 9662615"/>
              <a:gd name="connsiteY75" fmla="*/ 1522141 h 1592835"/>
              <a:gd name="connsiteX76" fmla="*/ 3504783 w 9662615"/>
              <a:gd name="connsiteY76" fmla="*/ 1526739 h 1592835"/>
              <a:gd name="connsiteX77" fmla="*/ 3430805 w 9662615"/>
              <a:gd name="connsiteY77" fmla="*/ 1542521 h 1592835"/>
              <a:gd name="connsiteX78" fmla="*/ 3292707 w 9662615"/>
              <a:gd name="connsiteY78" fmla="*/ 1520490 h 1592835"/>
              <a:gd name="connsiteX79" fmla="*/ 3187872 w 9662615"/>
              <a:gd name="connsiteY79" fmla="*/ 1519991 h 1592835"/>
              <a:gd name="connsiteX80" fmla="*/ 3148026 w 9662615"/>
              <a:gd name="connsiteY80" fmla="*/ 1524777 h 1592835"/>
              <a:gd name="connsiteX81" fmla="*/ 3092394 w 9662615"/>
              <a:gd name="connsiteY81" fmla="*/ 1528115 h 1592835"/>
              <a:gd name="connsiteX82" fmla="*/ 2994200 w 9662615"/>
              <a:gd name="connsiteY82" fmla="*/ 1537857 h 1592835"/>
              <a:gd name="connsiteX83" fmla="*/ 2862301 w 9662615"/>
              <a:gd name="connsiteY83" fmla="*/ 1544250 h 1592835"/>
              <a:gd name="connsiteX84" fmla="*/ 2766335 w 9662615"/>
              <a:gd name="connsiteY84" fmla="*/ 1527662 h 1592835"/>
              <a:gd name="connsiteX85" fmla="*/ 2757836 w 9662615"/>
              <a:gd name="connsiteY85" fmla="*/ 1531371 h 1592835"/>
              <a:gd name="connsiteX86" fmla="*/ 2691555 w 9662615"/>
              <a:gd name="connsiteY86" fmla="*/ 1530283 h 1592835"/>
              <a:gd name="connsiteX87" fmla="*/ 2491676 w 9662615"/>
              <a:gd name="connsiteY87" fmla="*/ 1500859 h 1592835"/>
              <a:gd name="connsiteX88" fmla="*/ 2378036 w 9662615"/>
              <a:gd name="connsiteY88" fmla="*/ 1520645 h 1592835"/>
              <a:gd name="connsiteX89" fmla="*/ 2284269 w 9662615"/>
              <a:gd name="connsiteY89" fmla="*/ 1503068 h 1592835"/>
              <a:gd name="connsiteX90" fmla="*/ 2207104 w 9662615"/>
              <a:gd name="connsiteY90" fmla="*/ 1508888 h 1592835"/>
              <a:gd name="connsiteX91" fmla="*/ 2149226 w 9662615"/>
              <a:gd name="connsiteY91" fmla="*/ 1523409 h 1592835"/>
              <a:gd name="connsiteX92" fmla="*/ 2084783 w 9662615"/>
              <a:gd name="connsiteY92" fmla="*/ 1524245 h 1592835"/>
              <a:gd name="connsiteX93" fmla="*/ 2070075 w 9662615"/>
              <a:gd name="connsiteY93" fmla="*/ 1511285 h 1592835"/>
              <a:gd name="connsiteX94" fmla="*/ 2001057 w 9662615"/>
              <a:gd name="connsiteY94" fmla="*/ 1516449 h 1592835"/>
              <a:gd name="connsiteX95" fmla="*/ 1896330 w 9662615"/>
              <a:gd name="connsiteY95" fmla="*/ 1525725 h 1592835"/>
              <a:gd name="connsiteX96" fmla="*/ 1835994 w 9662615"/>
              <a:gd name="connsiteY96" fmla="*/ 1527678 h 1592835"/>
              <a:gd name="connsiteX97" fmla="*/ 1671119 w 9662615"/>
              <a:gd name="connsiteY97" fmla="*/ 1536701 h 1592835"/>
              <a:gd name="connsiteX98" fmla="*/ 1601337 w 9662615"/>
              <a:gd name="connsiteY98" fmla="*/ 1548552 h 1592835"/>
              <a:gd name="connsiteX99" fmla="*/ 1407755 w 9662615"/>
              <a:gd name="connsiteY99" fmla="*/ 1571444 h 1592835"/>
              <a:gd name="connsiteX100" fmla="*/ 1271994 w 9662615"/>
              <a:gd name="connsiteY100" fmla="*/ 1579471 h 1592835"/>
              <a:gd name="connsiteX101" fmla="*/ 1249226 w 9662615"/>
              <a:gd name="connsiteY101" fmla="*/ 1583140 h 1592835"/>
              <a:gd name="connsiteX102" fmla="*/ 1217719 w 9662615"/>
              <a:gd name="connsiteY102" fmla="*/ 1580863 h 1592835"/>
              <a:gd name="connsiteX103" fmla="*/ 1091432 w 9662615"/>
              <a:gd name="connsiteY103" fmla="*/ 1571003 h 1592835"/>
              <a:gd name="connsiteX104" fmla="*/ 992039 w 9662615"/>
              <a:gd name="connsiteY104" fmla="*/ 1556662 h 1592835"/>
              <a:gd name="connsiteX105" fmla="*/ 868264 w 9662615"/>
              <a:gd name="connsiteY105" fmla="*/ 1566392 h 1592835"/>
              <a:gd name="connsiteX106" fmla="*/ 792765 w 9662615"/>
              <a:gd name="connsiteY106" fmla="*/ 1563102 h 1592835"/>
              <a:gd name="connsiteX107" fmla="*/ 669055 w 9662615"/>
              <a:gd name="connsiteY107" fmla="*/ 1543638 h 1592835"/>
              <a:gd name="connsiteX108" fmla="*/ 506152 w 9662615"/>
              <a:gd name="connsiteY108" fmla="*/ 1549124 h 1592835"/>
              <a:gd name="connsiteX109" fmla="*/ 472797 w 9662615"/>
              <a:gd name="connsiteY109" fmla="*/ 1568904 h 1592835"/>
              <a:gd name="connsiteX110" fmla="*/ 427864 w 9662615"/>
              <a:gd name="connsiteY110" fmla="*/ 1580848 h 1592835"/>
              <a:gd name="connsiteX111" fmla="*/ 408381 w 9662615"/>
              <a:gd name="connsiteY111" fmla="*/ 1552940 h 1592835"/>
              <a:gd name="connsiteX112" fmla="*/ 267163 w 9662615"/>
              <a:gd name="connsiteY112" fmla="*/ 1531913 h 1592835"/>
              <a:gd name="connsiteX113" fmla="*/ 196644 w 9662615"/>
              <a:gd name="connsiteY113" fmla="*/ 1524565 h 1592835"/>
              <a:gd name="connsiteX114" fmla="*/ 86819 w 9662615"/>
              <a:gd name="connsiteY114" fmla="*/ 1519517 h 1592835"/>
              <a:gd name="connsiteX115" fmla="*/ 53369 w 9662615"/>
              <a:gd name="connsiteY115" fmla="*/ 1516853 h 1592835"/>
              <a:gd name="connsiteX116" fmla="*/ 2359 w 9662615"/>
              <a:gd name="connsiteY116" fmla="*/ 1515247 h 1592835"/>
              <a:gd name="connsiteX117" fmla="*/ 0 w 9662615"/>
              <a:gd name="connsiteY117" fmla="*/ 1514932 h 1592835"/>
              <a:gd name="connsiteX118" fmla="*/ 0 w 9662615"/>
              <a:gd name="connsiteY118" fmla="*/ 0 h 1592835"/>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565435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63775 w 9662615"/>
              <a:gd name="connsiteY55" fmla="*/ 1562633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64826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92226"/>
              <a:gd name="connsiteX1" fmla="*/ 9662615 w 9662615"/>
              <a:gd name="connsiteY1" fmla="*/ 0 h 1692226"/>
              <a:gd name="connsiteX2" fmla="*/ 9662615 w 9662615"/>
              <a:gd name="connsiteY2" fmla="*/ 1280346 h 1692226"/>
              <a:gd name="connsiteX3" fmla="*/ 9658420 w 9662615"/>
              <a:gd name="connsiteY3" fmla="*/ 1280106 h 1692226"/>
              <a:gd name="connsiteX4" fmla="*/ 9469546 w 9662615"/>
              <a:gd name="connsiteY4" fmla="*/ 1289837 h 1692226"/>
              <a:gd name="connsiteX5" fmla="*/ 9385895 w 9662615"/>
              <a:gd name="connsiteY5" fmla="*/ 1269203 h 1692226"/>
              <a:gd name="connsiteX6" fmla="*/ 9144767 w 9662615"/>
              <a:gd name="connsiteY6" fmla="*/ 1264120 h 1692226"/>
              <a:gd name="connsiteX7" fmla="*/ 8837252 w 9662615"/>
              <a:gd name="connsiteY7" fmla="*/ 1350515 h 1692226"/>
              <a:gd name="connsiteX8" fmla="*/ 8705466 w 9662615"/>
              <a:gd name="connsiteY8" fmla="*/ 1342419 h 1692226"/>
              <a:gd name="connsiteX9" fmla="*/ 8652221 w 9662615"/>
              <a:gd name="connsiteY9" fmla="*/ 1326906 h 1692226"/>
              <a:gd name="connsiteX10" fmla="*/ 8632312 w 9662615"/>
              <a:gd name="connsiteY10" fmla="*/ 1326025 h 1692226"/>
              <a:gd name="connsiteX11" fmla="*/ 8591582 w 9662615"/>
              <a:gd name="connsiteY11" fmla="*/ 1341666 h 1692226"/>
              <a:gd name="connsiteX12" fmla="*/ 8537336 w 9662615"/>
              <a:gd name="connsiteY12" fmla="*/ 1341684 h 1692226"/>
              <a:gd name="connsiteX13" fmla="*/ 8472508 w 9662615"/>
              <a:gd name="connsiteY13" fmla="*/ 1363109 h 1692226"/>
              <a:gd name="connsiteX14" fmla="*/ 8258477 w 9662615"/>
              <a:gd name="connsiteY14" fmla="*/ 1370666 h 1692226"/>
              <a:gd name="connsiteX15" fmla="*/ 8197961 w 9662615"/>
              <a:gd name="connsiteY15" fmla="*/ 1392804 h 1692226"/>
              <a:gd name="connsiteX16" fmla="*/ 8171196 w 9662615"/>
              <a:gd name="connsiteY16" fmla="*/ 1397216 h 1692226"/>
              <a:gd name="connsiteX17" fmla="*/ 8127667 w 9662615"/>
              <a:gd name="connsiteY17" fmla="*/ 1418254 h 1692226"/>
              <a:gd name="connsiteX18" fmla="*/ 7974579 w 9662615"/>
              <a:gd name="connsiteY18" fmla="*/ 1383439 h 1692226"/>
              <a:gd name="connsiteX19" fmla="*/ 7768351 w 9662615"/>
              <a:gd name="connsiteY19" fmla="*/ 1395051 h 1692226"/>
              <a:gd name="connsiteX20" fmla="*/ 7635985 w 9662615"/>
              <a:gd name="connsiteY20" fmla="*/ 1386363 h 1692226"/>
              <a:gd name="connsiteX21" fmla="*/ 7466069 w 9662615"/>
              <a:gd name="connsiteY21" fmla="*/ 1377654 h 1692226"/>
              <a:gd name="connsiteX22" fmla="*/ 7355642 w 9662615"/>
              <a:gd name="connsiteY22" fmla="*/ 1407761 h 1692226"/>
              <a:gd name="connsiteX23" fmla="*/ 7151610 w 9662615"/>
              <a:gd name="connsiteY23" fmla="*/ 1397856 h 1692226"/>
              <a:gd name="connsiteX24" fmla="*/ 7082147 w 9662615"/>
              <a:gd name="connsiteY24" fmla="*/ 1406113 h 1692226"/>
              <a:gd name="connsiteX25" fmla="*/ 7014958 w 9662615"/>
              <a:gd name="connsiteY25" fmla="*/ 1396883 h 1692226"/>
              <a:gd name="connsiteX26" fmla="*/ 6907567 w 9662615"/>
              <a:gd name="connsiteY26" fmla="*/ 1419149 h 1692226"/>
              <a:gd name="connsiteX27" fmla="*/ 6748428 w 9662615"/>
              <a:gd name="connsiteY27" fmla="*/ 1420308 h 1692226"/>
              <a:gd name="connsiteX28" fmla="*/ 6654257 w 9662615"/>
              <a:gd name="connsiteY28" fmla="*/ 1424143 h 1692226"/>
              <a:gd name="connsiteX29" fmla="*/ 6620123 w 9662615"/>
              <a:gd name="connsiteY29" fmla="*/ 1430535 h 1692226"/>
              <a:gd name="connsiteX30" fmla="*/ 6571355 w 9662615"/>
              <a:gd name="connsiteY30" fmla="*/ 1436144 h 1692226"/>
              <a:gd name="connsiteX31" fmla="*/ 6486557 w 9662615"/>
              <a:gd name="connsiteY31" fmla="*/ 1449861 h 1692226"/>
              <a:gd name="connsiteX32" fmla="*/ 6370419 w 9662615"/>
              <a:gd name="connsiteY32" fmla="*/ 1461649 h 1692226"/>
              <a:gd name="connsiteX33" fmla="*/ 6278839 w 9662615"/>
              <a:gd name="connsiteY33" fmla="*/ 1449160 h 1692226"/>
              <a:gd name="connsiteX34" fmla="*/ 6272455 w 9662615"/>
              <a:gd name="connsiteY34" fmla="*/ 1453191 h 1692226"/>
              <a:gd name="connsiteX35" fmla="*/ 6212659 w 9662615"/>
              <a:gd name="connsiteY35" fmla="*/ 1454850 h 1692226"/>
              <a:gd name="connsiteX36" fmla="*/ 6069317 w 9662615"/>
              <a:gd name="connsiteY36" fmla="*/ 1445838 h 1692226"/>
              <a:gd name="connsiteX37" fmla="*/ 5878477 w 9662615"/>
              <a:gd name="connsiteY37" fmla="*/ 1439180 h 1692226"/>
              <a:gd name="connsiteX38" fmla="*/ 5838387 w 9662615"/>
              <a:gd name="connsiteY38" fmla="*/ 1444679 h 1692226"/>
              <a:gd name="connsiteX39" fmla="*/ 5771136 w 9662615"/>
              <a:gd name="connsiteY39" fmla="*/ 1453639 h 1692226"/>
              <a:gd name="connsiteX40" fmla="*/ 5724081 w 9662615"/>
              <a:gd name="connsiteY40" fmla="*/ 1470431 h 1692226"/>
              <a:gd name="connsiteX41" fmla="*/ 5666577 w 9662615"/>
              <a:gd name="connsiteY41" fmla="*/ 1473921 h 1692226"/>
              <a:gd name="connsiteX42" fmla="*/ 5649068 w 9662615"/>
              <a:gd name="connsiteY42" fmla="*/ 1461676 h 1692226"/>
              <a:gd name="connsiteX43" fmla="*/ 5588902 w 9662615"/>
              <a:gd name="connsiteY43" fmla="*/ 1469647 h 1692226"/>
              <a:gd name="connsiteX44" fmla="*/ 5498090 w 9662615"/>
              <a:gd name="connsiteY44" fmla="*/ 1483173 h 1692226"/>
              <a:gd name="connsiteX45" fmla="*/ 5444641 w 9662615"/>
              <a:gd name="connsiteY45" fmla="*/ 1487602 h 1692226"/>
              <a:gd name="connsiteX46" fmla="*/ 5299812 w 9662615"/>
              <a:gd name="connsiteY46" fmla="*/ 1503362 h 1692226"/>
              <a:gd name="connsiteX47" fmla="*/ 5213947 w 9662615"/>
              <a:gd name="connsiteY47" fmla="*/ 1516637 h 1692226"/>
              <a:gd name="connsiteX48" fmla="*/ 5090342 w 9662615"/>
              <a:gd name="connsiteY48" fmla="*/ 1546680 h 1692226"/>
              <a:gd name="connsiteX49" fmla="*/ 5129812 w 9662615"/>
              <a:gd name="connsiteY49" fmla="*/ 1521277 h 1692226"/>
              <a:gd name="connsiteX50" fmla="*/ 5059484 w 9662615"/>
              <a:gd name="connsiteY50" fmla="*/ 1546802 h 1692226"/>
              <a:gd name="connsiteX51" fmla="*/ 5038524 w 9662615"/>
              <a:gd name="connsiteY51" fmla="*/ 1545675 h 1692226"/>
              <a:gd name="connsiteX52" fmla="*/ 5026564 w 9662615"/>
              <a:gd name="connsiteY52" fmla="*/ 1545376 h 1692226"/>
              <a:gd name="connsiteX53" fmla="*/ 4969433 w 9662615"/>
              <a:gd name="connsiteY53" fmla="*/ 1550865 h 1692226"/>
              <a:gd name="connsiteX54" fmla="*/ 4921303 w 9662615"/>
              <a:gd name="connsiteY54" fmla="*/ 1575379 h 1692226"/>
              <a:gd name="connsiteX55" fmla="*/ 4871726 w 9662615"/>
              <a:gd name="connsiteY55" fmla="*/ 1570584 h 1692226"/>
              <a:gd name="connsiteX56" fmla="*/ 4847242 w 9662615"/>
              <a:gd name="connsiteY56" fmla="*/ 1621094 h 1692226"/>
              <a:gd name="connsiteX57" fmla="*/ 4809131 w 9662615"/>
              <a:gd name="connsiteY57" fmla="*/ 1692226 h 1692226"/>
              <a:gd name="connsiteX58" fmla="*/ 4791466 w 9662615"/>
              <a:gd name="connsiteY58" fmla="*/ 1561324 h 1692226"/>
              <a:gd name="connsiteX59" fmla="*/ 4784247 w 9662615"/>
              <a:gd name="connsiteY59" fmla="*/ 1562342 h 1692226"/>
              <a:gd name="connsiteX60" fmla="*/ 4735334 w 9662615"/>
              <a:gd name="connsiteY60" fmla="*/ 1581778 h 1692226"/>
              <a:gd name="connsiteX61" fmla="*/ 4697562 w 9662615"/>
              <a:gd name="connsiteY61" fmla="*/ 1551206 h 1692226"/>
              <a:gd name="connsiteX62" fmla="*/ 4662664 w 9662615"/>
              <a:gd name="connsiteY62" fmla="*/ 1573162 h 1692226"/>
              <a:gd name="connsiteX63" fmla="*/ 4603028 w 9662615"/>
              <a:gd name="connsiteY63" fmla="*/ 1568821 h 1692226"/>
              <a:gd name="connsiteX64" fmla="*/ 4541612 w 9662615"/>
              <a:gd name="connsiteY64" fmla="*/ 1545262 h 1692226"/>
              <a:gd name="connsiteX65" fmla="*/ 4422155 w 9662615"/>
              <a:gd name="connsiteY65" fmla="*/ 1542059 h 1692226"/>
              <a:gd name="connsiteX66" fmla="*/ 4221826 w 9662615"/>
              <a:gd name="connsiteY66" fmla="*/ 1508923 h 1692226"/>
              <a:gd name="connsiteX67" fmla="*/ 4096601 w 9662615"/>
              <a:gd name="connsiteY67" fmla="*/ 1521563 h 1692226"/>
              <a:gd name="connsiteX68" fmla="*/ 3970635 w 9662615"/>
              <a:gd name="connsiteY68" fmla="*/ 1544815 h 1692226"/>
              <a:gd name="connsiteX69" fmla="*/ 3833906 w 9662615"/>
              <a:gd name="connsiteY69" fmla="*/ 1516637 h 1692226"/>
              <a:gd name="connsiteX70" fmla="*/ 3696258 w 9662615"/>
              <a:gd name="connsiteY70" fmla="*/ 1537563 h 1692226"/>
              <a:gd name="connsiteX71" fmla="*/ 3594070 w 9662615"/>
              <a:gd name="connsiteY71" fmla="*/ 1509422 h 1692226"/>
              <a:gd name="connsiteX72" fmla="*/ 3565233 w 9662615"/>
              <a:gd name="connsiteY72" fmla="*/ 1515122 h 1692226"/>
              <a:gd name="connsiteX73" fmla="*/ 3560267 w 9662615"/>
              <a:gd name="connsiteY73" fmla="*/ 1516288 h 1692226"/>
              <a:gd name="connsiteX74" fmla="*/ 3540258 w 9662615"/>
              <a:gd name="connsiteY74" fmla="*/ 1516976 h 1692226"/>
              <a:gd name="connsiteX75" fmla="*/ 3534780 w 9662615"/>
              <a:gd name="connsiteY75" fmla="*/ 1522141 h 1692226"/>
              <a:gd name="connsiteX76" fmla="*/ 3504783 w 9662615"/>
              <a:gd name="connsiteY76" fmla="*/ 1526739 h 1692226"/>
              <a:gd name="connsiteX77" fmla="*/ 3430805 w 9662615"/>
              <a:gd name="connsiteY77" fmla="*/ 1542521 h 1692226"/>
              <a:gd name="connsiteX78" fmla="*/ 3292707 w 9662615"/>
              <a:gd name="connsiteY78" fmla="*/ 1520490 h 1692226"/>
              <a:gd name="connsiteX79" fmla="*/ 3187872 w 9662615"/>
              <a:gd name="connsiteY79" fmla="*/ 1519991 h 1692226"/>
              <a:gd name="connsiteX80" fmla="*/ 3148026 w 9662615"/>
              <a:gd name="connsiteY80" fmla="*/ 1524777 h 1692226"/>
              <a:gd name="connsiteX81" fmla="*/ 3092394 w 9662615"/>
              <a:gd name="connsiteY81" fmla="*/ 1528115 h 1692226"/>
              <a:gd name="connsiteX82" fmla="*/ 2994200 w 9662615"/>
              <a:gd name="connsiteY82" fmla="*/ 1537857 h 1692226"/>
              <a:gd name="connsiteX83" fmla="*/ 2862301 w 9662615"/>
              <a:gd name="connsiteY83" fmla="*/ 1544250 h 1692226"/>
              <a:gd name="connsiteX84" fmla="*/ 2766335 w 9662615"/>
              <a:gd name="connsiteY84" fmla="*/ 1527662 h 1692226"/>
              <a:gd name="connsiteX85" fmla="*/ 2757836 w 9662615"/>
              <a:gd name="connsiteY85" fmla="*/ 1531371 h 1692226"/>
              <a:gd name="connsiteX86" fmla="*/ 2691555 w 9662615"/>
              <a:gd name="connsiteY86" fmla="*/ 1530283 h 1692226"/>
              <a:gd name="connsiteX87" fmla="*/ 2491676 w 9662615"/>
              <a:gd name="connsiteY87" fmla="*/ 1500859 h 1692226"/>
              <a:gd name="connsiteX88" fmla="*/ 2378036 w 9662615"/>
              <a:gd name="connsiteY88" fmla="*/ 1520645 h 1692226"/>
              <a:gd name="connsiteX89" fmla="*/ 2284269 w 9662615"/>
              <a:gd name="connsiteY89" fmla="*/ 1503068 h 1692226"/>
              <a:gd name="connsiteX90" fmla="*/ 2207104 w 9662615"/>
              <a:gd name="connsiteY90" fmla="*/ 1508888 h 1692226"/>
              <a:gd name="connsiteX91" fmla="*/ 2149226 w 9662615"/>
              <a:gd name="connsiteY91" fmla="*/ 1523409 h 1692226"/>
              <a:gd name="connsiteX92" fmla="*/ 2084783 w 9662615"/>
              <a:gd name="connsiteY92" fmla="*/ 1524245 h 1692226"/>
              <a:gd name="connsiteX93" fmla="*/ 2070075 w 9662615"/>
              <a:gd name="connsiteY93" fmla="*/ 1511285 h 1692226"/>
              <a:gd name="connsiteX94" fmla="*/ 2001057 w 9662615"/>
              <a:gd name="connsiteY94" fmla="*/ 1516449 h 1692226"/>
              <a:gd name="connsiteX95" fmla="*/ 1896330 w 9662615"/>
              <a:gd name="connsiteY95" fmla="*/ 1525725 h 1692226"/>
              <a:gd name="connsiteX96" fmla="*/ 1835994 w 9662615"/>
              <a:gd name="connsiteY96" fmla="*/ 1527678 h 1692226"/>
              <a:gd name="connsiteX97" fmla="*/ 1671119 w 9662615"/>
              <a:gd name="connsiteY97" fmla="*/ 1536701 h 1692226"/>
              <a:gd name="connsiteX98" fmla="*/ 1601337 w 9662615"/>
              <a:gd name="connsiteY98" fmla="*/ 1548552 h 1692226"/>
              <a:gd name="connsiteX99" fmla="*/ 1407755 w 9662615"/>
              <a:gd name="connsiteY99" fmla="*/ 1571444 h 1692226"/>
              <a:gd name="connsiteX100" fmla="*/ 1271994 w 9662615"/>
              <a:gd name="connsiteY100" fmla="*/ 1579471 h 1692226"/>
              <a:gd name="connsiteX101" fmla="*/ 1249226 w 9662615"/>
              <a:gd name="connsiteY101" fmla="*/ 1583140 h 1692226"/>
              <a:gd name="connsiteX102" fmla="*/ 1217719 w 9662615"/>
              <a:gd name="connsiteY102" fmla="*/ 1580863 h 1692226"/>
              <a:gd name="connsiteX103" fmla="*/ 1091432 w 9662615"/>
              <a:gd name="connsiteY103" fmla="*/ 1571003 h 1692226"/>
              <a:gd name="connsiteX104" fmla="*/ 992039 w 9662615"/>
              <a:gd name="connsiteY104" fmla="*/ 1556662 h 1692226"/>
              <a:gd name="connsiteX105" fmla="*/ 868264 w 9662615"/>
              <a:gd name="connsiteY105" fmla="*/ 1566392 h 1692226"/>
              <a:gd name="connsiteX106" fmla="*/ 792765 w 9662615"/>
              <a:gd name="connsiteY106" fmla="*/ 1563102 h 1692226"/>
              <a:gd name="connsiteX107" fmla="*/ 669055 w 9662615"/>
              <a:gd name="connsiteY107" fmla="*/ 1543638 h 1692226"/>
              <a:gd name="connsiteX108" fmla="*/ 506152 w 9662615"/>
              <a:gd name="connsiteY108" fmla="*/ 1549124 h 1692226"/>
              <a:gd name="connsiteX109" fmla="*/ 472797 w 9662615"/>
              <a:gd name="connsiteY109" fmla="*/ 1568904 h 1692226"/>
              <a:gd name="connsiteX110" fmla="*/ 427864 w 9662615"/>
              <a:gd name="connsiteY110" fmla="*/ 1580848 h 1692226"/>
              <a:gd name="connsiteX111" fmla="*/ 408381 w 9662615"/>
              <a:gd name="connsiteY111" fmla="*/ 1552940 h 1692226"/>
              <a:gd name="connsiteX112" fmla="*/ 267163 w 9662615"/>
              <a:gd name="connsiteY112" fmla="*/ 1531913 h 1692226"/>
              <a:gd name="connsiteX113" fmla="*/ 196644 w 9662615"/>
              <a:gd name="connsiteY113" fmla="*/ 1524565 h 1692226"/>
              <a:gd name="connsiteX114" fmla="*/ 86819 w 9662615"/>
              <a:gd name="connsiteY114" fmla="*/ 1519517 h 1692226"/>
              <a:gd name="connsiteX115" fmla="*/ 53369 w 9662615"/>
              <a:gd name="connsiteY115" fmla="*/ 1516853 h 1692226"/>
              <a:gd name="connsiteX116" fmla="*/ 2359 w 9662615"/>
              <a:gd name="connsiteY116" fmla="*/ 1515247 h 1692226"/>
              <a:gd name="connsiteX117" fmla="*/ 0 w 9662615"/>
              <a:gd name="connsiteY117" fmla="*/ 1514932 h 1692226"/>
              <a:gd name="connsiteX118" fmla="*/ 0 w 9662615"/>
              <a:gd name="connsiteY118" fmla="*/ 0 h 1692226"/>
              <a:gd name="connsiteX0" fmla="*/ 0 w 9662615"/>
              <a:gd name="connsiteY0" fmla="*/ 0 h 1621094"/>
              <a:gd name="connsiteX1" fmla="*/ 9662615 w 9662615"/>
              <a:gd name="connsiteY1" fmla="*/ 0 h 1621094"/>
              <a:gd name="connsiteX2" fmla="*/ 9662615 w 9662615"/>
              <a:gd name="connsiteY2" fmla="*/ 1280346 h 1621094"/>
              <a:gd name="connsiteX3" fmla="*/ 9658420 w 9662615"/>
              <a:gd name="connsiteY3" fmla="*/ 1280106 h 1621094"/>
              <a:gd name="connsiteX4" fmla="*/ 9469546 w 9662615"/>
              <a:gd name="connsiteY4" fmla="*/ 1289837 h 1621094"/>
              <a:gd name="connsiteX5" fmla="*/ 9385895 w 9662615"/>
              <a:gd name="connsiteY5" fmla="*/ 1269203 h 1621094"/>
              <a:gd name="connsiteX6" fmla="*/ 9144767 w 9662615"/>
              <a:gd name="connsiteY6" fmla="*/ 1264120 h 1621094"/>
              <a:gd name="connsiteX7" fmla="*/ 8837252 w 9662615"/>
              <a:gd name="connsiteY7" fmla="*/ 1350515 h 1621094"/>
              <a:gd name="connsiteX8" fmla="*/ 8705466 w 9662615"/>
              <a:gd name="connsiteY8" fmla="*/ 1342419 h 1621094"/>
              <a:gd name="connsiteX9" fmla="*/ 8652221 w 9662615"/>
              <a:gd name="connsiteY9" fmla="*/ 1326906 h 1621094"/>
              <a:gd name="connsiteX10" fmla="*/ 8632312 w 9662615"/>
              <a:gd name="connsiteY10" fmla="*/ 1326025 h 1621094"/>
              <a:gd name="connsiteX11" fmla="*/ 8591582 w 9662615"/>
              <a:gd name="connsiteY11" fmla="*/ 1341666 h 1621094"/>
              <a:gd name="connsiteX12" fmla="*/ 8537336 w 9662615"/>
              <a:gd name="connsiteY12" fmla="*/ 1341684 h 1621094"/>
              <a:gd name="connsiteX13" fmla="*/ 8472508 w 9662615"/>
              <a:gd name="connsiteY13" fmla="*/ 1363109 h 1621094"/>
              <a:gd name="connsiteX14" fmla="*/ 8258477 w 9662615"/>
              <a:gd name="connsiteY14" fmla="*/ 1370666 h 1621094"/>
              <a:gd name="connsiteX15" fmla="*/ 8197961 w 9662615"/>
              <a:gd name="connsiteY15" fmla="*/ 1392804 h 1621094"/>
              <a:gd name="connsiteX16" fmla="*/ 8171196 w 9662615"/>
              <a:gd name="connsiteY16" fmla="*/ 1397216 h 1621094"/>
              <a:gd name="connsiteX17" fmla="*/ 8127667 w 9662615"/>
              <a:gd name="connsiteY17" fmla="*/ 1418254 h 1621094"/>
              <a:gd name="connsiteX18" fmla="*/ 7974579 w 9662615"/>
              <a:gd name="connsiteY18" fmla="*/ 1383439 h 1621094"/>
              <a:gd name="connsiteX19" fmla="*/ 7768351 w 9662615"/>
              <a:gd name="connsiteY19" fmla="*/ 1395051 h 1621094"/>
              <a:gd name="connsiteX20" fmla="*/ 7635985 w 9662615"/>
              <a:gd name="connsiteY20" fmla="*/ 1386363 h 1621094"/>
              <a:gd name="connsiteX21" fmla="*/ 7466069 w 9662615"/>
              <a:gd name="connsiteY21" fmla="*/ 1377654 h 1621094"/>
              <a:gd name="connsiteX22" fmla="*/ 7355642 w 9662615"/>
              <a:gd name="connsiteY22" fmla="*/ 1407761 h 1621094"/>
              <a:gd name="connsiteX23" fmla="*/ 7151610 w 9662615"/>
              <a:gd name="connsiteY23" fmla="*/ 1397856 h 1621094"/>
              <a:gd name="connsiteX24" fmla="*/ 7082147 w 9662615"/>
              <a:gd name="connsiteY24" fmla="*/ 1406113 h 1621094"/>
              <a:gd name="connsiteX25" fmla="*/ 7014958 w 9662615"/>
              <a:gd name="connsiteY25" fmla="*/ 1396883 h 1621094"/>
              <a:gd name="connsiteX26" fmla="*/ 6907567 w 9662615"/>
              <a:gd name="connsiteY26" fmla="*/ 1419149 h 1621094"/>
              <a:gd name="connsiteX27" fmla="*/ 6748428 w 9662615"/>
              <a:gd name="connsiteY27" fmla="*/ 1420308 h 1621094"/>
              <a:gd name="connsiteX28" fmla="*/ 6654257 w 9662615"/>
              <a:gd name="connsiteY28" fmla="*/ 1424143 h 1621094"/>
              <a:gd name="connsiteX29" fmla="*/ 6620123 w 9662615"/>
              <a:gd name="connsiteY29" fmla="*/ 1430535 h 1621094"/>
              <a:gd name="connsiteX30" fmla="*/ 6571355 w 9662615"/>
              <a:gd name="connsiteY30" fmla="*/ 1436144 h 1621094"/>
              <a:gd name="connsiteX31" fmla="*/ 6486557 w 9662615"/>
              <a:gd name="connsiteY31" fmla="*/ 1449861 h 1621094"/>
              <a:gd name="connsiteX32" fmla="*/ 6370419 w 9662615"/>
              <a:gd name="connsiteY32" fmla="*/ 1461649 h 1621094"/>
              <a:gd name="connsiteX33" fmla="*/ 6278839 w 9662615"/>
              <a:gd name="connsiteY33" fmla="*/ 1449160 h 1621094"/>
              <a:gd name="connsiteX34" fmla="*/ 6272455 w 9662615"/>
              <a:gd name="connsiteY34" fmla="*/ 1453191 h 1621094"/>
              <a:gd name="connsiteX35" fmla="*/ 6212659 w 9662615"/>
              <a:gd name="connsiteY35" fmla="*/ 1454850 h 1621094"/>
              <a:gd name="connsiteX36" fmla="*/ 6069317 w 9662615"/>
              <a:gd name="connsiteY36" fmla="*/ 1445838 h 1621094"/>
              <a:gd name="connsiteX37" fmla="*/ 5878477 w 9662615"/>
              <a:gd name="connsiteY37" fmla="*/ 1439180 h 1621094"/>
              <a:gd name="connsiteX38" fmla="*/ 5838387 w 9662615"/>
              <a:gd name="connsiteY38" fmla="*/ 1444679 h 1621094"/>
              <a:gd name="connsiteX39" fmla="*/ 5771136 w 9662615"/>
              <a:gd name="connsiteY39" fmla="*/ 1453639 h 1621094"/>
              <a:gd name="connsiteX40" fmla="*/ 5724081 w 9662615"/>
              <a:gd name="connsiteY40" fmla="*/ 1470431 h 1621094"/>
              <a:gd name="connsiteX41" fmla="*/ 5666577 w 9662615"/>
              <a:gd name="connsiteY41" fmla="*/ 1473921 h 1621094"/>
              <a:gd name="connsiteX42" fmla="*/ 5649068 w 9662615"/>
              <a:gd name="connsiteY42" fmla="*/ 1461676 h 1621094"/>
              <a:gd name="connsiteX43" fmla="*/ 5588902 w 9662615"/>
              <a:gd name="connsiteY43" fmla="*/ 1469647 h 1621094"/>
              <a:gd name="connsiteX44" fmla="*/ 5498090 w 9662615"/>
              <a:gd name="connsiteY44" fmla="*/ 1483173 h 1621094"/>
              <a:gd name="connsiteX45" fmla="*/ 5444641 w 9662615"/>
              <a:gd name="connsiteY45" fmla="*/ 1487602 h 1621094"/>
              <a:gd name="connsiteX46" fmla="*/ 5299812 w 9662615"/>
              <a:gd name="connsiteY46" fmla="*/ 1503362 h 1621094"/>
              <a:gd name="connsiteX47" fmla="*/ 5213947 w 9662615"/>
              <a:gd name="connsiteY47" fmla="*/ 1516637 h 1621094"/>
              <a:gd name="connsiteX48" fmla="*/ 5090342 w 9662615"/>
              <a:gd name="connsiteY48" fmla="*/ 1546680 h 1621094"/>
              <a:gd name="connsiteX49" fmla="*/ 5129812 w 9662615"/>
              <a:gd name="connsiteY49" fmla="*/ 1521277 h 1621094"/>
              <a:gd name="connsiteX50" fmla="*/ 5059484 w 9662615"/>
              <a:gd name="connsiteY50" fmla="*/ 1546802 h 1621094"/>
              <a:gd name="connsiteX51" fmla="*/ 5038524 w 9662615"/>
              <a:gd name="connsiteY51" fmla="*/ 1545675 h 1621094"/>
              <a:gd name="connsiteX52" fmla="*/ 5026564 w 9662615"/>
              <a:gd name="connsiteY52" fmla="*/ 1545376 h 1621094"/>
              <a:gd name="connsiteX53" fmla="*/ 4969433 w 9662615"/>
              <a:gd name="connsiteY53" fmla="*/ 1550865 h 1621094"/>
              <a:gd name="connsiteX54" fmla="*/ 4921303 w 9662615"/>
              <a:gd name="connsiteY54" fmla="*/ 1575379 h 1621094"/>
              <a:gd name="connsiteX55" fmla="*/ 4871726 w 9662615"/>
              <a:gd name="connsiteY55" fmla="*/ 1570584 h 1621094"/>
              <a:gd name="connsiteX56" fmla="*/ 4847242 w 9662615"/>
              <a:gd name="connsiteY56" fmla="*/ 1621094 h 1621094"/>
              <a:gd name="connsiteX57" fmla="*/ 4821058 w 9662615"/>
              <a:gd name="connsiteY57" fmla="*/ 1553078 h 1621094"/>
              <a:gd name="connsiteX58" fmla="*/ 4791466 w 9662615"/>
              <a:gd name="connsiteY58" fmla="*/ 1561324 h 1621094"/>
              <a:gd name="connsiteX59" fmla="*/ 4784247 w 9662615"/>
              <a:gd name="connsiteY59" fmla="*/ 1562342 h 1621094"/>
              <a:gd name="connsiteX60" fmla="*/ 4735334 w 9662615"/>
              <a:gd name="connsiteY60" fmla="*/ 1581778 h 1621094"/>
              <a:gd name="connsiteX61" fmla="*/ 4697562 w 9662615"/>
              <a:gd name="connsiteY61" fmla="*/ 1551206 h 1621094"/>
              <a:gd name="connsiteX62" fmla="*/ 4662664 w 9662615"/>
              <a:gd name="connsiteY62" fmla="*/ 1573162 h 1621094"/>
              <a:gd name="connsiteX63" fmla="*/ 4603028 w 9662615"/>
              <a:gd name="connsiteY63" fmla="*/ 1568821 h 1621094"/>
              <a:gd name="connsiteX64" fmla="*/ 4541612 w 9662615"/>
              <a:gd name="connsiteY64" fmla="*/ 1545262 h 1621094"/>
              <a:gd name="connsiteX65" fmla="*/ 4422155 w 9662615"/>
              <a:gd name="connsiteY65" fmla="*/ 1542059 h 1621094"/>
              <a:gd name="connsiteX66" fmla="*/ 4221826 w 9662615"/>
              <a:gd name="connsiteY66" fmla="*/ 1508923 h 1621094"/>
              <a:gd name="connsiteX67" fmla="*/ 4096601 w 9662615"/>
              <a:gd name="connsiteY67" fmla="*/ 1521563 h 1621094"/>
              <a:gd name="connsiteX68" fmla="*/ 3970635 w 9662615"/>
              <a:gd name="connsiteY68" fmla="*/ 1544815 h 1621094"/>
              <a:gd name="connsiteX69" fmla="*/ 3833906 w 9662615"/>
              <a:gd name="connsiteY69" fmla="*/ 1516637 h 1621094"/>
              <a:gd name="connsiteX70" fmla="*/ 3696258 w 9662615"/>
              <a:gd name="connsiteY70" fmla="*/ 1537563 h 1621094"/>
              <a:gd name="connsiteX71" fmla="*/ 3594070 w 9662615"/>
              <a:gd name="connsiteY71" fmla="*/ 1509422 h 1621094"/>
              <a:gd name="connsiteX72" fmla="*/ 3565233 w 9662615"/>
              <a:gd name="connsiteY72" fmla="*/ 1515122 h 1621094"/>
              <a:gd name="connsiteX73" fmla="*/ 3560267 w 9662615"/>
              <a:gd name="connsiteY73" fmla="*/ 1516288 h 1621094"/>
              <a:gd name="connsiteX74" fmla="*/ 3540258 w 9662615"/>
              <a:gd name="connsiteY74" fmla="*/ 1516976 h 1621094"/>
              <a:gd name="connsiteX75" fmla="*/ 3534780 w 9662615"/>
              <a:gd name="connsiteY75" fmla="*/ 1522141 h 1621094"/>
              <a:gd name="connsiteX76" fmla="*/ 3504783 w 9662615"/>
              <a:gd name="connsiteY76" fmla="*/ 1526739 h 1621094"/>
              <a:gd name="connsiteX77" fmla="*/ 3430805 w 9662615"/>
              <a:gd name="connsiteY77" fmla="*/ 1542521 h 1621094"/>
              <a:gd name="connsiteX78" fmla="*/ 3292707 w 9662615"/>
              <a:gd name="connsiteY78" fmla="*/ 1520490 h 1621094"/>
              <a:gd name="connsiteX79" fmla="*/ 3187872 w 9662615"/>
              <a:gd name="connsiteY79" fmla="*/ 1519991 h 1621094"/>
              <a:gd name="connsiteX80" fmla="*/ 3148026 w 9662615"/>
              <a:gd name="connsiteY80" fmla="*/ 1524777 h 1621094"/>
              <a:gd name="connsiteX81" fmla="*/ 3092394 w 9662615"/>
              <a:gd name="connsiteY81" fmla="*/ 1528115 h 1621094"/>
              <a:gd name="connsiteX82" fmla="*/ 2994200 w 9662615"/>
              <a:gd name="connsiteY82" fmla="*/ 1537857 h 1621094"/>
              <a:gd name="connsiteX83" fmla="*/ 2862301 w 9662615"/>
              <a:gd name="connsiteY83" fmla="*/ 1544250 h 1621094"/>
              <a:gd name="connsiteX84" fmla="*/ 2766335 w 9662615"/>
              <a:gd name="connsiteY84" fmla="*/ 1527662 h 1621094"/>
              <a:gd name="connsiteX85" fmla="*/ 2757836 w 9662615"/>
              <a:gd name="connsiteY85" fmla="*/ 1531371 h 1621094"/>
              <a:gd name="connsiteX86" fmla="*/ 2691555 w 9662615"/>
              <a:gd name="connsiteY86" fmla="*/ 1530283 h 1621094"/>
              <a:gd name="connsiteX87" fmla="*/ 2491676 w 9662615"/>
              <a:gd name="connsiteY87" fmla="*/ 1500859 h 1621094"/>
              <a:gd name="connsiteX88" fmla="*/ 2378036 w 9662615"/>
              <a:gd name="connsiteY88" fmla="*/ 1520645 h 1621094"/>
              <a:gd name="connsiteX89" fmla="*/ 2284269 w 9662615"/>
              <a:gd name="connsiteY89" fmla="*/ 1503068 h 1621094"/>
              <a:gd name="connsiteX90" fmla="*/ 2207104 w 9662615"/>
              <a:gd name="connsiteY90" fmla="*/ 1508888 h 1621094"/>
              <a:gd name="connsiteX91" fmla="*/ 2149226 w 9662615"/>
              <a:gd name="connsiteY91" fmla="*/ 1523409 h 1621094"/>
              <a:gd name="connsiteX92" fmla="*/ 2084783 w 9662615"/>
              <a:gd name="connsiteY92" fmla="*/ 1524245 h 1621094"/>
              <a:gd name="connsiteX93" fmla="*/ 2070075 w 9662615"/>
              <a:gd name="connsiteY93" fmla="*/ 1511285 h 1621094"/>
              <a:gd name="connsiteX94" fmla="*/ 2001057 w 9662615"/>
              <a:gd name="connsiteY94" fmla="*/ 1516449 h 1621094"/>
              <a:gd name="connsiteX95" fmla="*/ 1896330 w 9662615"/>
              <a:gd name="connsiteY95" fmla="*/ 1525725 h 1621094"/>
              <a:gd name="connsiteX96" fmla="*/ 1835994 w 9662615"/>
              <a:gd name="connsiteY96" fmla="*/ 1527678 h 1621094"/>
              <a:gd name="connsiteX97" fmla="*/ 1671119 w 9662615"/>
              <a:gd name="connsiteY97" fmla="*/ 1536701 h 1621094"/>
              <a:gd name="connsiteX98" fmla="*/ 1601337 w 9662615"/>
              <a:gd name="connsiteY98" fmla="*/ 1548552 h 1621094"/>
              <a:gd name="connsiteX99" fmla="*/ 1407755 w 9662615"/>
              <a:gd name="connsiteY99" fmla="*/ 1571444 h 1621094"/>
              <a:gd name="connsiteX100" fmla="*/ 1271994 w 9662615"/>
              <a:gd name="connsiteY100" fmla="*/ 1579471 h 1621094"/>
              <a:gd name="connsiteX101" fmla="*/ 1249226 w 9662615"/>
              <a:gd name="connsiteY101" fmla="*/ 1583140 h 1621094"/>
              <a:gd name="connsiteX102" fmla="*/ 1217719 w 9662615"/>
              <a:gd name="connsiteY102" fmla="*/ 1580863 h 1621094"/>
              <a:gd name="connsiteX103" fmla="*/ 1091432 w 9662615"/>
              <a:gd name="connsiteY103" fmla="*/ 1571003 h 1621094"/>
              <a:gd name="connsiteX104" fmla="*/ 992039 w 9662615"/>
              <a:gd name="connsiteY104" fmla="*/ 1556662 h 1621094"/>
              <a:gd name="connsiteX105" fmla="*/ 868264 w 9662615"/>
              <a:gd name="connsiteY105" fmla="*/ 1566392 h 1621094"/>
              <a:gd name="connsiteX106" fmla="*/ 792765 w 9662615"/>
              <a:gd name="connsiteY106" fmla="*/ 1563102 h 1621094"/>
              <a:gd name="connsiteX107" fmla="*/ 669055 w 9662615"/>
              <a:gd name="connsiteY107" fmla="*/ 1543638 h 1621094"/>
              <a:gd name="connsiteX108" fmla="*/ 506152 w 9662615"/>
              <a:gd name="connsiteY108" fmla="*/ 1549124 h 1621094"/>
              <a:gd name="connsiteX109" fmla="*/ 472797 w 9662615"/>
              <a:gd name="connsiteY109" fmla="*/ 1568904 h 1621094"/>
              <a:gd name="connsiteX110" fmla="*/ 427864 w 9662615"/>
              <a:gd name="connsiteY110" fmla="*/ 1580848 h 1621094"/>
              <a:gd name="connsiteX111" fmla="*/ 408381 w 9662615"/>
              <a:gd name="connsiteY111" fmla="*/ 1552940 h 1621094"/>
              <a:gd name="connsiteX112" fmla="*/ 267163 w 9662615"/>
              <a:gd name="connsiteY112" fmla="*/ 1531913 h 1621094"/>
              <a:gd name="connsiteX113" fmla="*/ 196644 w 9662615"/>
              <a:gd name="connsiteY113" fmla="*/ 1524565 h 1621094"/>
              <a:gd name="connsiteX114" fmla="*/ 86819 w 9662615"/>
              <a:gd name="connsiteY114" fmla="*/ 1519517 h 1621094"/>
              <a:gd name="connsiteX115" fmla="*/ 53369 w 9662615"/>
              <a:gd name="connsiteY115" fmla="*/ 1516853 h 1621094"/>
              <a:gd name="connsiteX116" fmla="*/ 2359 w 9662615"/>
              <a:gd name="connsiteY116" fmla="*/ 1515247 h 1621094"/>
              <a:gd name="connsiteX117" fmla="*/ 0 w 9662615"/>
              <a:gd name="connsiteY117" fmla="*/ 1514932 h 1621094"/>
              <a:gd name="connsiteX118" fmla="*/ 0 w 9662615"/>
              <a:gd name="connsiteY118" fmla="*/ 0 h 1621094"/>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1303 w 9662615"/>
              <a:gd name="connsiteY54" fmla="*/ 1575379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5334 w 9662615"/>
              <a:gd name="connsiteY60" fmla="*/ 158177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7680"/>
              <a:gd name="connsiteX1" fmla="*/ 9662615 w 9662615"/>
              <a:gd name="connsiteY1" fmla="*/ 0 h 1597680"/>
              <a:gd name="connsiteX2" fmla="*/ 9662615 w 9662615"/>
              <a:gd name="connsiteY2" fmla="*/ 1280346 h 1597680"/>
              <a:gd name="connsiteX3" fmla="*/ 9658420 w 9662615"/>
              <a:gd name="connsiteY3" fmla="*/ 1280106 h 1597680"/>
              <a:gd name="connsiteX4" fmla="*/ 9469546 w 9662615"/>
              <a:gd name="connsiteY4" fmla="*/ 1289837 h 1597680"/>
              <a:gd name="connsiteX5" fmla="*/ 9385895 w 9662615"/>
              <a:gd name="connsiteY5" fmla="*/ 1269203 h 1597680"/>
              <a:gd name="connsiteX6" fmla="*/ 9144767 w 9662615"/>
              <a:gd name="connsiteY6" fmla="*/ 1264120 h 1597680"/>
              <a:gd name="connsiteX7" fmla="*/ 8837252 w 9662615"/>
              <a:gd name="connsiteY7" fmla="*/ 1350515 h 1597680"/>
              <a:gd name="connsiteX8" fmla="*/ 8705466 w 9662615"/>
              <a:gd name="connsiteY8" fmla="*/ 1342419 h 1597680"/>
              <a:gd name="connsiteX9" fmla="*/ 8652221 w 9662615"/>
              <a:gd name="connsiteY9" fmla="*/ 1326906 h 1597680"/>
              <a:gd name="connsiteX10" fmla="*/ 8632312 w 9662615"/>
              <a:gd name="connsiteY10" fmla="*/ 1326025 h 1597680"/>
              <a:gd name="connsiteX11" fmla="*/ 8591582 w 9662615"/>
              <a:gd name="connsiteY11" fmla="*/ 1341666 h 1597680"/>
              <a:gd name="connsiteX12" fmla="*/ 8537336 w 9662615"/>
              <a:gd name="connsiteY12" fmla="*/ 1341684 h 1597680"/>
              <a:gd name="connsiteX13" fmla="*/ 8472508 w 9662615"/>
              <a:gd name="connsiteY13" fmla="*/ 1363109 h 1597680"/>
              <a:gd name="connsiteX14" fmla="*/ 8258477 w 9662615"/>
              <a:gd name="connsiteY14" fmla="*/ 1370666 h 1597680"/>
              <a:gd name="connsiteX15" fmla="*/ 8197961 w 9662615"/>
              <a:gd name="connsiteY15" fmla="*/ 1392804 h 1597680"/>
              <a:gd name="connsiteX16" fmla="*/ 8171196 w 9662615"/>
              <a:gd name="connsiteY16" fmla="*/ 1397216 h 1597680"/>
              <a:gd name="connsiteX17" fmla="*/ 8127667 w 9662615"/>
              <a:gd name="connsiteY17" fmla="*/ 1418254 h 1597680"/>
              <a:gd name="connsiteX18" fmla="*/ 7974579 w 9662615"/>
              <a:gd name="connsiteY18" fmla="*/ 1383439 h 1597680"/>
              <a:gd name="connsiteX19" fmla="*/ 7768351 w 9662615"/>
              <a:gd name="connsiteY19" fmla="*/ 1395051 h 1597680"/>
              <a:gd name="connsiteX20" fmla="*/ 7635985 w 9662615"/>
              <a:gd name="connsiteY20" fmla="*/ 1386363 h 1597680"/>
              <a:gd name="connsiteX21" fmla="*/ 7466069 w 9662615"/>
              <a:gd name="connsiteY21" fmla="*/ 1377654 h 1597680"/>
              <a:gd name="connsiteX22" fmla="*/ 7355642 w 9662615"/>
              <a:gd name="connsiteY22" fmla="*/ 1407761 h 1597680"/>
              <a:gd name="connsiteX23" fmla="*/ 7151610 w 9662615"/>
              <a:gd name="connsiteY23" fmla="*/ 1397856 h 1597680"/>
              <a:gd name="connsiteX24" fmla="*/ 7082147 w 9662615"/>
              <a:gd name="connsiteY24" fmla="*/ 1406113 h 1597680"/>
              <a:gd name="connsiteX25" fmla="*/ 7014958 w 9662615"/>
              <a:gd name="connsiteY25" fmla="*/ 1396883 h 1597680"/>
              <a:gd name="connsiteX26" fmla="*/ 6907567 w 9662615"/>
              <a:gd name="connsiteY26" fmla="*/ 1419149 h 1597680"/>
              <a:gd name="connsiteX27" fmla="*/ 6748428 w 9662615"/>
              <a:gd name="connsiteY27" fmla="*/ 1420308 h 1597680"/>
              <a:gd name="connsiteX28" fmla="*/ 6654257 w 9662615"/>
              <a:gd name="connsiteY28" fmla="*/ 1424143 h 1597680"/>
              <a:gd name="connsiteX29" fmla="*/ 6620123 w 9662615"/>
              <a:gd name="connsiteY29" fmla="*/ 1430535 h 1597680"/>
              <a:gd name="connsiteX30" fmla="*/ 6571355 w 9662615"/>
              <a:gd name="connsiteY30" fmla="*/ 1436144 h 1597680"/>
              <a:gd name="connsiteX31" fmla="*/ 6486557 w 9662615"/>
              <a:gd name="connsiteY31" fmla="*/ 1449861 h 1597680"/>
              <a:gd name="connsiteX32" fmla="*/ 6370419 w 9662615"/>
              <a:gd name="connsiteY32" fmla="*/ 1461649 h 1597680"/>
              <a:gd name="connsiteX33" fmla="*/ 6278839 w 9662615"/>
              <a:gd name="connsiteY33" fmla="*/ 1449160 h 1597680"/>
              <a:gd name="connsiteX34" fmla="*/ 6272455 w 9662615"/>
              <a:gd name="connsiteY34" fmla="*/ 1453191 h 1597680"/>
              <a:gd name="connsiteX35" fmla="*/ 6212659 w 9662615"/>
              <a:gd name="connsiteY35" fmla="*/ 1454850 h 1597680"/>
              <a:gd name="connsiteX36" fmla="*/ 6069317 w 9662615"/>
              <a:gd name="connsiteY36" fmla="*/ 1445838 h 1597680"/>
              <a:gd name="connsiteX37" fmla="*/ 5878477 w 9662615"/>
              <a:gd name="connsiteY37" fmla="*/ 1439180 h 1597680"/>
              <a:gd name="connsiteX38" fmla="*/ 5838387 w 9662615"/>
              <a:gd name="connsiteY38" fmla="*/ 1444679 h 1597680"/>
              <a:gd name="connsiteX39" fmla="*/ 5771136 w 9662615"/>
              <a:gd name="connsiteY39" fmla="*/ 1453639 h 1597680"/>
              <a:gd name="connsiteX40" fmla="*/ 5724081 w 9662615"/>
              <a:gd name="connsiteY40" fmla="*/ 1470431 h 1597680"/>
              <a:gd name="connsiteX41" fmla="*/ 5666577 w 9662615"/>
              <a:gd name="connsiteY41" fmla="*/ 1473921 h 1597680"/>
              <a:gd name="connsiteX42" fmla="*/ 5649068 w 9662615"/>
              <a:gd name="connsiteY42" fmla="*/ 1461676 h 1597680"/>
              <a:gd name="connsiteX43" fmla="*/ 5588902 w 9662615"/>
              <a:gd name="connsiteY43" fmla="*/ 1469647 h 1597680"/>
              <a:gd name="connsiteX44" fmla="*/ 5498090 w 9662615"/>
              <a:gd name="connsiteY44" fmla="*/ 1483173 h 1597680"/>
              <a:gd name="connsiteX45" fmla="*/ 5444641 w 9662615"/>
              <a:gd name="connsiteY45" fmla="*/ 1487602 h 1597680"/>
              <a:gd name="connsiteX46" fmla="*/ 5299812 w 9662615"/>
              <a:gd name="connsiteY46" fmla="*/ 1503362 h 1597680"/>
              <a:gd name="connsiteX47" fmla="*/ 5213947 w 9662615"/>
              <a:gd name="connsiteY47" fmla="*/ 1516637 h 1597680"/>
              <a:gd name="connsiteX48" fmla="*/ 5090342 w 9662615"/>
              <a:gd name="connsiteY48" fmla="*/ 1546680 h 1597680"/>
              <a:gd name="connsiteX49" fmla="*/ 5129812 w 9662615"/>
              <a:gd name="connsiteY49" fmla="*/ 1521277 h 1597680"/>
              <a:gd name="connsiteX50" fmla="*/ 5059484 w 9662615"/>
              <a:gd name="connsiteY50" fmla="*/ 1546802 h 1597680"/>
              <a:gd name="connsiteX51" fmla="*/ 5038524 w 9662615"/>
              <a:gd name="connsiteY51" fmla="*/ 1545675 h 1597680"/>
              <a:gd name="connsiteX52" fmla="*/ 5026564 w 9662615"/>
              <a:gd name="connsiteY52" fmla="*/ 1545376 h 1597680"/>
              <a:gd name="connsiteX53" fmla="*/ 4969433 w 9662615"/>
              <a:gd name="connsiteY53" fmla="*/ 1550865 h 1597680"/>
              <a:gd name="connsiteX54" fmla="*/ 4929254 w 9662615"/>
              <a:gd name="connsiteY54" fmla="*/ 1563452 h 1597680"/>
              <a:gd name="connsiteX55" fmla="*/ 4871726 w 9662615"/>
              <a:gd name="connsiteY55" fmla="*/ 1570584 h 1597680"/>
              <a:gd name="connsiteX56" fmla="*/ 4843267 w 9662615"/>
              <a:gd name="connsiteY56" fmla="*/ 1561459 h 1597680"/>
              <a:gd name="connsiteX57" fmla="*/ 4821058 w 9662615"/>
              <a:gd name="connsiteY57" fmla="*/ 1553078 h 1597680"/>
              <a:gd name="connsiteX58" fmla="*/ 4791466 w 9662615"/>
              <a:gd name="connsiteY58" fmla="*/ 1561324 h 1597680"/>
              <a:gd name="connsiteX59" fmla="*/ 4784247 w 9662615"/>
              <a:gd name="connsiteY59" fmla="*/ 1562342 h 1597680"/>
              <a:gd name="connsiteX60" fmla="*/ 4743285 w 9662615"/>
              <a:gd name="connsiteY60" fmla="*/ 1597680 h 1597680"/>
              <a:gd name="connsiteX61" fmla="*/ 4697562 w 9662615"/>
              <a:gd name="connsiteY61" fmla="*/ 1551206 h 1597680"/>
              <a:gd name="connsiteX62" fmla="*/ 4662664 w 9662615"/>
              <a:gd name="connsiteY62" fmla="*/ 1573162 h 1597680"/>
              <a:gd name="connsiteX63" fmla="*/ 4603028 w 9662615"/>
              <a:gd name="connsiteY63" fmla="*/ 1568821 h 1597680"/>
              <a:gd name="connsiteX64" fmla="*/ 4541612 w 9662615"/>
              <a:gd name="connsiteY64" fmla="*/ 1545262 h 1597680"/>
              <a:gd name="connsiteX65" fmla="*/ 4422155 w 9662615"/>
              <a:gd name="connsiteY65" fmla="*/ 1542059 h 1597680"/>
              <a:gd name="connsiteX66" fmla="*/ 4221826 w 9662615"/>
              <a:gd name="connsiteY66" fmla="*/ 1508923 h 1597680"/>
              <a:gd name="connsiteX67" fmla="*/ 4096601 w 9662615"/>
              <a:gd name="connsiteY67" fmla="*/ 1521563 h 1597680"/>
              <a:gd name="connsiteX68" fmla="*/ 3970635 w 9662615"/>
              <a:gd name="connsiteY68" fmla="*/ 1544815 h 1597680"/>
              <a:gd name="connsiteX69" fmla="*/ 3833906 w 9662615"/>
              <a:gd name="connsiteY69" fmla="*/ 1516637 h 1597680"/>
              <a:gd name="connsiteX70" fmla="*/ 3696258 w 9662615"/>
              <a:gd name="connsiteY70" fmla="*/ 1537563 h 1597680"/>
              <a:gd name="connsiteX71" fmla="*/ 3594070 w 9662615"/>
              <a:gd name="connsiteY71" fmla="*/ 1509422 h 1597680"/>
              <a:gd name="connsiteX72" fmla="*/ 3565233 w 9662615"/>
              <a:gd name="connsiteY72" fmla="*/ 1515122 h 1597680"/>
              <a:gd name="connsiteX73" fmla="*/ 3560267 w 9662615"/>
              <a:gd name="connsiteY73" fmla="*/ 1516288 h 1597680"/>
              <a:gd name="connsiteX74" fmla="*/ 3540258 w 9662615"/>
              <a:gd name="connsiteY74" fmla="*/ 1516976 h 1597680"/>
              <a:gd name="connsiteX75" fmla="*/ 3534780 w 9662615"/>
              <a:gd name="connsiteY75" fmla="*/ 1522141 h 1597680"/>
              <a:gd name="connsiteX76" fmla="*/ 3504783 w 9662615"/>
              <a:gd name="connsiteY76" fmla="*/ 1526739 h 1597680"/>
              <a:gd name="connsiteX77" fmla="*/ 3430805 w 9662615"/>
              <a:gd name="connsiteY77" fmla="*/ 1542521 h 1597680"/>
              <a:gd name="connsiteX78" fmla="*/ 3292707 w 9662615"/>
              <a:gd name="connsiteY78" fmla="*/ 1520490 h 1597680"/>
              <a:gd name="connsiteX79" fmla="*/ 3187872 w 9662615"/>
              <a:gd name="connsiteY79" fmla="*/ 1519991 h 1597680"/>
              <a:gd name="connsiteX80" fmla="*/ 3148026 w 9662615"/>
              <a:gd name="connsiteY80" fmla="*/ 1524777 h 1597680"/>
              <a:gd name="connsiteX81" fmla="*/ 3092394 w 9662615"/>
              <a:gd name="connsiteY81" fmla="*/ 1528115 h 1597680"/>
              <a:gd name="connsiteX82" fmla="*/ 2994200 w 9662615"/>
              <a:gd name="connsiteY82" fmla="*/ 1537857 h 1597680"/>
              <a:gd name="connsiteX83" fmla="*/ 2862301 w 9662615"/>
              <a:gd name="connsiteY83" fmla="*/ 1544250 h 1597680"/>
              <a:gd name="connsiteX84" fmla="*/ 2766335 w 9662615"/>
              <a:gd name="connsiteY84" fmla="*/ 1527662 h 1597680"/>
              <a:gd name="connsiteX85" fmla="*/ 2757836 w 9662615"/>
              <a:gd name="connsiteY85" fmla="*/ 1531371 h 1597680"/>
              <a:gd name="connsiteX86" fmla="*/ 2691555 w 9662615"/>
              <a:gd name="connsiteY86" fmla="*/ 1530283 h 1597680"/>
              <a:gd name="connsiteX87" fmla="*/ 2491676 w 9662615"/>
              <a:gd name="connsiteY87" fmla="*/ 1500859 h 1597680"/>
              <a:gd name="connsiteX88" fmla="*/ 2378036 w 9662615"/>
              <a:gd name="connsiteY88" fmla="*/ 1520645 h 1597680"/>
              <a:gd name="connsiteX89" fmla="*/ 2284269 w 9662615"/>
              <a:gd name="connsiteY89" fmla="*/ 1503068 h 1597680"/>
              <a:gd name="connsiteX90" fmla="*/ 2207104 w 9662615"/>
              <a:gd name="connsiteY90" fmla="*/ 1508888 h 1597680"/>
              <a:gd name="connsiteX91" fmla="*/ 2149226 w 9662615"/>
              <a:gd name="connsiteY91" fmla="*/ 1523409 h 1597680"/>
              <a:gd name="connsiteX92" fmla="*/ 2084783 w 9662615"/>
              <a:gd name="connsiteY92" fmla="*/ 1524245 h 1597680"/>
              <a:gd name="connsiteX93" fmla="*/ 2070075 w 9662615"/>
              <a:gd name="connsiteY93" fmla="*/ 1511285 h 1597680"/>
              <a:gd name="connsiteX94" fmla="*/ 2001057 w 9662615"/>
              <a:gd name="connsiteY94" fmla="*/ 1516449 h 1597680"/>
              <a:gd name="connsiteX95" fmla="*/ 1896330 w 9662615"/>
              <a:gd name="connsiteY95" fmla="*/ 1525725 h 1597680"/>
              <a:gd name="connsiteX96" fmla="*/ 1835994 w 9662615"/>
              <a:gd name="connsiteY96" fmla="*/ 1527678 h 1597680"/>
              <a:gd name="connsiteX97" fmla="*/ 1671119 w 9662615"/>
              <a:gd name="connsiteY97" fmla="*/ 1536701 h 1597680"/>
              <a:gd name="connsiteX98" fmla="*/ 1601337 w 9662615"/>
              <a:gd name="connsiteY98" fmla="*/ 1548552 h 1597680"/>
              <a:gd name="connsiteX99" fmla="*/ 1407755 w 9662615"/>
              <a:gd name="connsiteY99" fmla="*/ 1571444 h 1597680"/>
              <a:gd name="connsiteX100" fmla="*/ 1271994 w 9662615"/>
              <a:gd name="connsiteY100" fmla="*/ 1579471 h 1597680"/>
              <a:gd name="connsiteX101" fmla="*/ 1249226 w 9662615"/>
              <a:gd name="connsiteY101" fmla="*/ 1583140 h 1597680"/>
              <a:gd name="connsiteX102" fmla="*/ 1217719 w 9662615"/>
              <a:gd name="connsiteY102" fmla="*/ 1580863 h 1597680"/>
              <a:gd name="connsiteX103" fmla="*/ 1091432 w 9662615"/>
              <a:gd name="connsiteY103" fmla="*/ 1571003 h 1597680"/>
              <a:gd name="connsiteX104" fmla="*/ 992039 w 9662615"/>
              <a:gd name="connsiteY104" fmla="*/ 1556662 h 1597680"/>
              <a:gd name="connsiteX105" fmla="*/ 868264 w 9662615"/>
              <a:gd name="connsiteY105" fmla="*/ 1566392 h 1597680"/>
              <a:gd name="connsiteX106" fmla="*/ 792765 w 9662615"/>
              <a:gd name="connsiteY106" fmla="*/ 1563102 h 1597680"/>
              <a:gd name="connsiteX107" fmla="*/ 669055 w 9662615"/>
              <a:gd name="connsiteY107" fmla="*/ 1543638 h 1597680"/>
              <a:gd name="connsiteX108" fmla="*/ 506152 w 9662615"/>
              <a:gd name="connsiteY108" fmla="*/ 1549124 h 1597680"/>
              <a:gd name="connsiteX109" fmla="*/ 472797 w 9662615"/>
              <a:gd name="connsiteY109" fmla="*/ 1568904 h 1597680"/>
              <a:gd name="connsiteX110" fmla="*/ 427864 w 9662615"/>
              <a:gd name="connsiteY110" fmla="*/ 1580848 h 1597680"/>
              <a:gd name="connsiteX111" fmla="*/ 408381 w 9662615"/>
              <a:gd name="connsiteY111" fmla="*/ 1552940 h 1597680"/>
              <a:gd name="connsiteX112" fmla="*/ 267163 w 9662615"/>
              <a:gd name="connsiteY112" fmla="*/ 1531913 h 1597680"/>
              <a:gd name="connsiteX113" fmla="*/ 196644 w 9662615"/>
              <a:gd name="connsiteY113" fmla="*/ 1524565 h 1597680"/>
              <a:gd name="connsiteX114" fmla="*/ 86819 w 9662615"/>
              <a:gd name="connsiteY114" fmla="*/ 1519517 h 1597680"/>
              <a:gd name="connsiteX115" fmla="*/ 53369 w 9662615"/>
              <a:gd name="connsiteY115" fmla="*/ 1516853 h 1597680"/>
              <a:gd name="connsiteX116" fmla="*/ 2359 w 9662615"/>
              <a:gd name="connsiteY116" fmla="*/ 1515247 h 1597680"/>
              <a:gd name="connsiteX117" fmla="*/ 0 w 9662615"/>
              <a:gd name="connsiteY117" fmla="*/ 1514932 h 1597680"/>
              <a:gd name="connsiteX118" fmla="*/ 0 w 9662615"/>
              <a:gd name="connsiteY118" fmla="*/ 0 h 1597680"/>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603753"/>
              <a:gd name="connsiteX1" fmla="*/ 9662615 w 9662615"/>
              <a:gd name="connsiteY1" fmla="*/ 0 h 1603753"/>
              <a:gd name="connsiteX2" fmla="*/ 9662615 w 9662615"/>
              <a:gd name="connsiteY2" fmla="*/ 1280346 h 1603753"/>
              <a:gd name="connsiteX3" fmla="*/ 9658420 w 9662615"/>
              <a:gd name="connsiteY3" fmla="*/ 1280106 h 1603753"/>
              <a:gd name="connsiteX4" fmla="*/ 9469546 w 9662615"/>
              <a:gd name="connsiteY4" fmla="*/ 1289837 h 1603753"/>
              <a:gd name="connsiteX5" fmla="*/ 9385895 w 9662615"/>
              <a:gd name="connsiteY5" fmla="*/ 1269203 h 1603753"/>
              <a:gd name="connsiteX6" fmla="*/ 9144767 w 9662615"/>
              <a:gd name="connsiteY6" fmla="*/ 1264120 h 1603753"/>
              <a:gd name="connsiteX7" fmla="*/ 8837252 w 9662615"/>
              <a:gd name="connsiteY7" fmla="*/ 1350515 h 1603753"/>
              <a:gd name="connsiteX8" fmla="*/ 8705466 w 9662615"/>
              <a:gd name="connsiteY8" fmla="*/ 1342419 h 1603753"/>
              <a:gd name="connsiteX9" fmla="*/ 8652221 w 9662615"/>
              <a:gd name="connsiteY9" fmla="*/ 1326906 h 1603753"/>
              <a:gd name="connsiteX10" fmla="*/ 8632312 w 9662615"/>
              <a:gd name="connsiteY10" fmla="*/ 1326025 h 1603753"/>
              <a:gd name="connsiteX11" fmla="*/ 8591582 w 9662615"/>
              <a:gd name="connsiteY11" fmla="*/ 1341666 h 1603753"/>
              <a:gd name="connsiteX12" fmla="*/ 8537336 w 9662615"/>
              <a:gd name="connsiteY12" fmla="*/ 1341684 h 1603753"/>
              <a:gd name="connsiteX13" fmla="*/ 8472508 w 9662615"/>
              <a:gd name="connsiteY13" fmla="*/ 1363109 h 1603753"/>
              <a:gd name="connsiteX14" fmla="*/ 8258477 w 9662615"/>
              <a:gd name="connsiteY14" fmla="*/ 1370666 h 1603753"/>
              <a:gd name="connsiteX15" fmla="*/ 8197961 w 9662615"/>
              <a:gd name="connsiteY15" fmla="*/ 1392804 h 1603753"/>
              <a:gd name="connsiteX16" fmla="*/ 8171196 w 9662615"/>
              <a:gd name="connsiteY16" fmla="*/ 1397216 h 1603753"/>
              <a:gd name="connsiteX17" fmla="*/ 8127667 w 9662615"/>
              <a:gd name="connsiteY17" fmla="*/ 1418254 h 1603753"/>
              <a:gd name="connsiteX18" fmla="*/ 7974579 w 9662615"/>
              <a:gd name="connsiteY18" fmla="*/ 1383439 h 1603753"/>
              <a:gd name="connsiteX19" fmla="*/ 7768351 w 9662615"/>
              <a:gd name="connsiteY19" fmla="*/ 1395051 h 1603753"/>
              <a:gd name="connsiteX20" fmla="*/ 7635985 w 9662615"/>
              <a:gd name="connsiteY20" fmla="*/ 1386363 h 1603753"/>
              <a:gd name="connsiteX21" fmla="*/ 7466069 w 9662615"/>
              <a:gd name="connsiteY21" fmla="*/ 1377654 h 1603753"/>
              <a:gd name="connsiteX22" fmla="*/ 7355642 w 9662615"/>
              <a:gd name="connsiteY22" fmla="*/ 1407761 h 1603753"/>
              <a:gd name="connsiteX23" fmla="*/ 7151610 w 9662615"/>
              <a:gd name="connsiteY23" fmla="*/ 1397856 h 1603753"/>
              <a:gd name="connsiteX24" fmla="*/ 7082147 w 9662615"/>
              <a:gd name="connsiteY24" fmla="*/ 1406113 h 1603753"/>
              <a:gd name="connsiteX25" fmla="*/ 7014958 w 9662615"/>
              <a:gd name="connsiteY25" fmla="*/ 1396883 h 1603753"/>
              <a:gd name="connsiteX26" fmla="*/ 6907567 w 9662615"/>
              <a:gd name="connsiteY26" fmla="*/ 1419149 h 1603753"/>
              <a:gd name="connsiteX27" fmla="*/ 6748428 w 9662615"/>
              <a:gd name="connsiteY27" fmla="*/ 1420308 h 1603753"/>
              <a:gd name="connsiteX28" fmla="*/ 6654257 w 9662615"/>
              <a:gd name="connsiteY28" fmla="*/ 1424143 h 1603753"/>
              <a:gd name="connsiteX29" fmla="*/ 6620123 w 9662615"/>
              <a:gd name="connsiteY29" fmla="*/ 1430535 h 1603753"/>
              <a:gd name="connsiteX30" fmla="*/ 6571355 w 9662615"/>
              <a:gd name="connsiteY30" fmla="*/ 1436144 h 1603753"/>
              <a:gd name="connsiteX31" fmla="*/ 6486557 w 9662615"/>
              <a:gd name="connsiteY31" fmla="*/ 1449861 h 1603753"/>
              <a:gd name="connsiteX32" fmla="*/ 6370419 w 9662615"/>
              <a:gd name="connsiteY32" fmla="*/ 1461649 h 1603753"/>
              <a:gd name="connsiteX33" fmla="*/ 6278839 w 9662615"/>
              <a:gd name="connsiteY33" fmla="*/ 1449160 h 1603753"/>
              <a:gd name="connsiteX34" fmla="*/ 6272455 w 9662615"/>
              <a:gd name="connsiteY34" fmla="*/ 1453191 h 1603753"/>
              <a:gd name="connsiteX35" fmla="*/ 6212659 w 9662615"/>
              <a:gd name="connsiteY35" fmla="*/ 1454850 h 1603753"/>
              <a:gd name="connsiteX36" fmla="*/ 6069317 w 9662615"/>
              <a:gd name="connsiteY36" fmla="*/ 1445838 h 1603753"/>
              <a:gd name="connsiteX37" fmla="*/ 5878477 w 9662615"/>
              <a:gd name="connsiteY37" fmla="*/ 1439180 h 1603753"/>
              <a:gd name="connsiteX38" fmla="*/ 5838387 w 9662615"/>
              <a:gd name="connsiteY38" fmla="*/ 1444679 h 1603753"/>
              <a:gd name="connsiteX39" fmla="*/ 5771136 w 9662615"/>
              <a:gd name="connsiteY39" fmla="*/ 1453639 h 1603753"/>
              <a:gd name="connsiteX40" fmla="*/ 5724081 w 9662615"/>
              <a:gd name="connsiteY40" fmla="*/ 1470431 h 1603753"/>
              <a:gd name="connsiteX41" fmla="*/ 5666577 w 9662615"/>
              <a:gd name="connsiteY41" fmla="*/ 1473921 h 1603753"/>
              <a:gd name="connsiteX42" fmla="*/ 5649068 w 9662615"/>
              <a:gd name="connsiteY42" fmla="*/ 1461676 h 1603753"/>
              <a:gd name="connsiteX43" fmla="*/ 5588902 w 9662615"/>
              <a:gd name="connsiteY43" fmla="*/ 1469647 h 1603753"/>
              <a:gd name="connsiteX44" fmla="*/ 5498090 w 9662615"/>
              <a:gd name="connsiteY44" fmla="*/ 1483173 h 1603753"/>
              <a:gd name="connsiteX45" fmla="*/ 5444641 w 9662615"/>
              <a:gd name="connsiteY45" fmla="*/ 1487602 h 1603753"/>
              <a:gd name="connsiteX46" fmla="*/ 5299812 w 9662615"/>
              <a:gd name="connsiteY46" fmla="*/ 1503362 h 1603753"/>
              <a:gd name="connsiteX47" fmla="*/ 5213947 w 9662615"/>
              <a:gd name="connsiteY47" fmla="*/ 1516637 h 1603753"/>
              <a:gd name="connsiteX48" fmla="*/ 5090342 w 9662615"/>
              <a:gd name="connsiteY48" fmla="*/ 1546680 h 1603753"/>
              <a:gd name="connsiteX49" fmla="*/ 5129812 w 9662615"/>
              <a:gd name="connsiteY49" fmla="*/ 1521277 h 1603753"/>
              <a:gd name="connsiteX50" fmla="*/ 5059484 w 9662615"/>
              <a:gd name="connsiteY50" fmla="*/ 1546802 h 1603753"/>
              <a:gd name="connsiteX51" fmla="*/ 5038524 w 9662615"/>
              <a:gd name="connsiteY51" fmla="*/ 1545675 h 1603753"/>
              <a:gd name="connsiteX52" fmla="*/ 5026564 w 9662615"/>
              <a:gd name="connsiteY52" fmla="*/ 1545376 h 1603753"/>
              <a:gd name="connsiteX53" fmla="*/ 4969433 w 9662615"/>
              <a:gd name="connsiteY53" fmla="*/ 1550865 h 1603753"/>
              <a:gd name="connsiteX54" fmla="*/ 4929254 w 9662615"/>
              <a:gd name="connsiteY54" fmla="*/ 1563452 h 1603753"/>
              <a:gd name="connsiteX55" fmla="*/ 4871726 w 9662615"/>
              <a:gd name="connsiteY55" fmla="*/ 1570584 h 1603753"/>
              <a:gd name="connsiteX56" fmla="*/ 4843267 w 9662615"/>
              <a:gd name="connsiteY56" fmla="*/ 1561459 h 1603753"/>
              <a:gd name="connsiteX57" fmla="*/ 4821058 w 9662615"/>
              <a:gd name="connsiteY57" fmla="*/ 1553078 h 1603753"/>
              <a:gd name="connsiteX58" fmla="*/ 4791466 w 9662615"/>
              <a:gd name="connsiteY58" fmla="*/ 1561324 h 1603753"/>
              <a:gd name="connsiteX59" fmla="*/ 4784247 w 9662615"/>
              <a:gd name="connsiteY59" fmla="*/ 1562342 h 1603753"/>
              <a:gd name="connsiteX60" fmla="*/ 4743285 w 9662615"/>
              <a:gd name="connsiteY60" fmla="*/ 1597680 h 1603753"/>
              <a:gd name="connsiteX61" fmla="*/ 4697562 w 9662615"/>
              <a:gd name="connsiteY61" fmla="*/ 1551206 h 1603753"/>
              <a:gd name="connsiteX62" fmla="*/ 4662664 w 9662615"/>
              <a:gd name="connsiteY62" fmla="*/ 1573162 h 1603753"/>
              <a:gd name="connsiteX63" fmla="*/ 4603028 w 9662615"/>
              <a:gd name="connsiteY63" fmla="*/ 1568821 h 1603753"/>
              <a:gd name="connsiteX64" fmla="*/ 4541612 w 9662615"/>
              <a:gd name="connsiteY64" fmla="*/ 1545262 h 1603753"/>
              <a:gd name="connsiteX65" fmla="*/ 4422155 w 9662615"/>
              <a:gd name="connsiteY65" fmla="*/ 1542059 h 1603753"/>
              <a:gd name="connsiteX66" fmla="*/ 4221826 w 9662615"/>
              <a:gd name="connsiteY66" fmla="*/ 1508923 h 1603753"/>
              <a:gd name="connsiteX67" fmla="*/ 4096601 w 9662615"/>
              <a:gd name="connsiteY67" fmla="*/ 1521563 h 1603753"/>
              <a:gd name="connsiteX68" fmla="*/ 3970635 w 9662615"/>
              <a:gd name="connsiteY68" fmla="*/ 1544815 h 1603753"/>
              <a:gd name="connsiteX69" fmla="*/ 3833906 w 9662615"/>
              <a:gd name="connsiteY69" fmla="*/ 1516637 h 1603753"/>
              <a:gd name="connsiteX70" fmla="*/ 3696258 w 9662615"/>
              <a:gd name="connsiteY70" fmla="*/ 1537563 h 1603753"/>
              <a:gd name="connsiteX71" fmla="*/ 3594070 w 9662615"/>
              <a:gd name="connsiteY71" fmla="*/ 1509422 h 1603753"/>
              <a:gd name="connsiteX72" fmla="*/ 3565233 w 9662615"/>
              <a:gd name="connsiteY72" fmla="*/ 1515122 h 1603753"/>
              <a:gd name="connsiteX73" fmla="*/ 3560267 w 9662615"/>
              <a:gd name="connsiteY73" fmla="*/ 1516288 h 1603753"/>
              <a:gd name="connsiteX74" fmla="*/ 3540258 w 9662615"/>
              <a:gd name="connsiteY74" fmla="*/ 1516976 h 1603753"/>
              <a:gd name="connsiteX75" fmla="*/ 3534780 w 9662615"/>
              <a:gd name="connsiteY75" fmla="*/ 1522141 h 1603753"/>
              <a:gd name="connsiteX76" fmla="*/ 3504783 w 9662615"/>
              <a:gd name="connsiteY76" fmla="*/ 1526739 h 1603753"/>
              <a:gd name="connsiteX77" fmla="*/ 3430805 w 9662615"/>
              <a:gd name="connsiteY77" fmla="*/ 1542521 h 1603753"/>
              <a:gd name="connsiteX78" fmla="*/ 3292707 w 9662615"/>
              <a:gd name="connsiteY78" fmla="*/ 1520490 h 1603753"/>
              <a:gd name="connsiteX79" fmla="*/ 3187872 w 9662615"/>
              <a:gd name="connsiteY79" fmla="*/ 1519991 h 1603753"/>
              <a:gd name="connsiteX80" fmla="*/ 3148026 w 9662615"/>
              <a:gd name="connsiteY80" fmla="*/ 1524777 h 1603753"/>
              <a:gd name="connsiteX81" fmla="*/ 3092394 w 9662615"/>
              <a:gd name="connsiteY81" fmla="*/ 1528115 h 1603753"/>
              <a:gd name="connsiteX82" fmla="*/ 2994200 w 9662615"/>
              <a:gd name="connsiteY82" fmla="*/ 1537857 h 1603753"/>
              <a:gd name="connsiteX83" fmla="*/ 2862301 w 9662615"/>
              <a:gd name="connsiteY83" fmla="*/ 1544250 h 1603753"/>
              <a:gd name="connsiteX84" fmla="*/ 2766335 w 9662615"/>
              <a:gd name="connsiteY84" fmla="*/ 1527662 h 1603753"/>
              <a:gd name="connsiteX85" fmla="*/ 2757836 w 9662615"/>
              <a:gd name="connsiteY85" fmla="*/ 1531371 h 1603753"/>
              <a:gd name="connsiteX86" fmla="*/ 2691555 w 9662615"/>
              <a:gd name="connsiteY86" fmla="*/ 1530283 h 1603753"/>
              <a:gd name="connsiteX87" fmla="*/ 2491676 w 9662615"/>
              <a:gd name="connsiteY87" fmla="*/ 1500859 h 1603753"/>
              <a:gd name="connsiteX88" fmla="*/ 2378036 w 9662615"/>
              <a:gd name="connsiteY88" fmla="*/ 1520645 h 1603753"/>
              <a:gd name="connsiteX89" fmla="*/ 2284269 w 9662615"/>
              <a:gd name="connsiteY89" fmla="*/ 1503068 h 1603753"/>
              <a:gd name="connsiteX90" fmla="*/ 2207104 w 9662615"/>
              <a:gd name="connsiteY90" fmla="*/ 1508888 h 1603753"/>
              <a:gd name="connsiteX91" fmla="*/ 2149226 w 9662615"/>
              <a:gd name="connsiteY91" fmla="*/ 1523409 h 1603753"/>
              <a:gd name="connsiteX92" fmla="*/ 2084783 w 9662615"/>
              <a:gd name="connsiteY92" fmla="*/ 1524245 h 1603753"/>
              <a:gd name="connsiteX93" fmla="*/ 2070075 w 9662615"/>
              <a:gd name="connsiteY93" fmla="*/ 1511285 h 1603753"/>
              <a:gd name="connsiteX94" fmla="*/ 2001057 w 9662615"/>
              <a:gd name="connsiteY94" fmla="*/ 1516449 h 1603753"/>
              <a:gd name="connsiteX95" fmla="*/ 1896330 w 9662615"/>
              <a:gd name="connsiteY95" fmla="*/ 1525725 h 1603753"/>
              <a:gd name="connsiteX96" fmla="*/ 1835994 w 9662615"/>
              <a:gd name="connsiteY96" fmla="*/ 1527678 h 1603753"/>
              <a:gd name="connsiteX97" fmla="*/ 1671119 w 9662615"/>
              <a:gd name="connsiteY97" fmla="*/ 1536701 h 1603753"/>
              <a:gd name="connsiteX98" fmla="*/ 1601337 w 9662615"/>
              <a:gd name="connsiteY98" fmla="*/ 1548552 h 1603753"/>
              <a:gd name="connsiteX99" fmla="*/ 1407755 w 9662615"/>
              <a:gd name="connsiteY99" fmla="*/ 1571444 h 1603753"/>
              <a:gd name="connsiteX100" fmla="*/ 1271994 w 9662615"/>
              <a:gd name="connsiteY100" fmla="*/ 1579471 h 1603753"/>
              <a:gd name="connsiteX101" fmla="*/ 1249226 w 9662615"/>
              <a:gd name="connsiteY101" fmla="*/ 1583140 h 1603753"/>
              <a:gd name="connsiteX102" fmla="*/ 1217719 w 9662615"/>
              <a:gd name="connsiteY102" fmla="*/ 1580863 h 1603753"/>
              <a:gd name="connsiteX103" fmla="*/ 1091432 w 9662615"/>
              <a:gd name="connsiteY103" fmla="*/ 1571003 h 1603753"/>
              <a:gd name="connsiteX104" fmla="*/ 992039 w 9662615"/>
              <a:gd name="connsiteY104" fmla="*/ 1556662 h 1603753"/>
              <a:gd name="connsiteX105" fmla="*/ 868264 w 9662615"/>
              <a:gd name="connsiteY105" fmla="*/ 1566392 h 1603753"/>
              <a:gd name="connsiteX106" fmla="*/ 792765 w 9662615"/>
              <a:gd name="connsiteY106" fmla="*/ 1563102 h 1603753"/>
              <a:gd name="connsiteX107" fmla="*/ 669055 w 9662615"/>
              <a:gd name="connsiteY107" fmla="*/ 1543638 h 1603753"/>
              <a:gd name="connsiteX108" fmla="*/ 506152 w 9662615"/>
              <a:gd name="connsiteY108" fmla="*/ 1549124 h 1603753"/>
              <a:gd name="connsiteX109" fmla="*/ 472797 w 9662615"/>
              <a:gd name="connsiteY109" fmla="*/ 1568904 h 1603753"/>
              <a:gd name="connsiteX110" fmla="*/ 427864 w 9662615"/>
              <a:gd name="connsiteY110" fmla="*/ 1580848 h 1603753"/>
              <a:gd name="connsiteX111" fmla="*/ 408381 w 9662615"/>
              <a:gd name="connsiteY111" fmla="*/ 1552940 h 1603753"/>
              <a:gd name="connsiteX112" fmla="*/ 267163 w 9662615"/>
              <a:gd name="connsiteY112" fmla="*/ 1531913 h 1603753"/>
              <a:gd name="connsiteX113" fmla="*/ 196644 w 9662615"/>
              <a:gd name="connsiteY113" fmla="*/ 1524565 h 1603753"/>
              <a:gd name="connsiteX114" fmla="*/ 86819 w 9662615"/>
              <a:gd name="connsiteY114" fmla="*/ 1519517 h 1603753"/>
              <a:gd name="connsiteX115" fmla="*/ 53369 w 9662615"/>
              <a:gd name="connsiteY115" fmla="*/ 1516853 h 1603753"/>
              <a:gd name="connsiteX116" fmla="*/ 2359 w 9662615"/>
              <a:gd name="connsiteY116" fmla="*/ 1515247 h 1603753"/>
              <a:gd name="connsiteX117" fmla="*/ 0 w 9662615"/>
              <a:gd name="connsiteY117" fmla="*/ 1514932 h 1603753"/>
              <a:gd name="connsiteX118" fmla="*/ 0 w 9662615"/>
              <a:gd name="connsiteY118" fmla="*/ 0 h 1603753"/>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422155 w 9662615"/>
              <a:gd name="connsiteY65" fmla="*/ 1542059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41612 w 9662615"/>
              <a:gd name="connsiteY64" fmla="*/ 1545262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603028 w 9662615"/>
              <a:gd name="connsiteY63" fmla="*/ 1568821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95077 w 9662615"/>
              <a:gd name="connsiteY63" fmla="*/ 1552918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62664 w 9662615"/>
              <a:gd name="connsiteY62" fmla="*/ 1573162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8923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70635 w 9662615"/>
              <a:gd name="connsiteY68" fmla="*/ 1544815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3966659 w 9662615"/>
              <a:gd name="connsiteY68" fmla="*/ 1528913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96499"/>
              <a:gd name="connsiteX1" fmla="*/ 9662615 w 9662615"/>
              <a:gd name="connsiteY1" fmla="*/ 0 h 1596499"/>
              <a:gd name="connsiteX2" fmla="*/ 9662615 w 9662615"/>
              <a:gd name="connsiteY2" fmla="*/ 1280346 h 1596499"/>
              <a:gd name="connsiteX3" fmla="*/ 9658420 w 9662615"/>
              <a:gd name="connsiteY3" fmla="*/ 1280106 h 1596499"/>
              <a:gd name="connsiteX4" fmla="*/ 9469546 w 9662615"/>
              <a:gd name="connsiteY4" fmla="*/ 1289837 h 1596499"/>
              <a:gd name="connsiteX5" fmla="*/ 9385895 w 9662615"/>
              <a:gd name="connsiteY5" fmla="*/ 1269203 h 1596499"/>
              <a:gd name="connsiteX6" fmla="*/ 9144767 w 9662615"/>
              <a:gd name="connsiteY6" fmla="*/ 1264120 h 1596499"/>
              <a:gd name="connsiteX7" fmla="*/ 8837252 w 9662615"/>
              <a:gd name="connsiteY7" fmla="*/ 1350515 h 1596499"/>
              <a:gd name="connsiteX8" fmla="*/ 8705466 w 9662615"/>
              <a:gd name="connsiteY8" fmla="*/ 1342419 h 1596499"/>
              <a:gd name="connsiteX9" fmla="*/ 8652221 w 9662615"/>
              <a:gd name="connsiteY9" fmla="*/ 1326906 h 1596499"/>
              <a:gd name="connsiteX10" fmla="*/ 8632312 w 9662615"/>
              <a:gd name="connsiteY10" fmla="*/ 1326025 h 1596499"/>
              <a:gd name="connsiteX11" fmla="*/ 8591582 w 9662615"/>
              <a:gd name="connsiteY11" fmla="*/ 1341666 h 1596499"/>
              <a:gd name="connsiteX12" fmla="*/ 8537336 w 9662615"/>
              <a:gd name="connsiteY12" fmla="*/ 1341684 h 1596499"/>
              <a:gd name="connsiteX13" fmla="*/ 8472508 w 9662615"/>
              <a:gd name="connsiteY13" fmla="*/ 1363109 h 1596499"/>
              <a:gd name="connsiteX14" fmla="*/ 8258477 w 9662615"/>
              <a:gd name="connsiteY14" fmla="*/ 1370666 h 1596499"/>
              <a:gd name="connsiteX15" fmla="*/ 8197961 w 9662615"/>
              <a:gd name="connsiteY15" fmla="*/ 1392804 h 1596499"/>
              <a:gd name="connsiteX16" fmla="*/ 8171196 w 9662615"/>
              <a:gd name="connsiteY16" fmla="*/ 1397216 h 1596499"/>
              <a:gd name="connsiteX17" fmla="*/ 8127667 w 9662615"/>
              <a:gd name="connsiteY17" fmla="*/ 1418254 h 1596499"/>
              <a:gd name="connsiteX18" fmla="*/ 7974579 w 9662615"/>
              <a:gd name="connsiteY18" fmla="*/ 1383439 h 1596499"/>
              <a:gd name="connsiteX19" fmla="*/ 7768351 w 9662615"/>
              <a:gd name="connsiteY19" fmla="*/ 1395051 h 1596499"/>
              <a:gd name="connsiteX20" fmla="*/ 7635985 w 9662615"/>
              <a:gd name="connsiteY20" fmla="*/ 1386363 h 1596499"/>
              <a:gd name="connsiteX21" fmla="*/ 7466069 w 9662615"/>
              <a:gd name="connsiteY21" fmla="*/ 1377654 h 1596499"/>
              <a:gd name="connsiteX22" fmla="*/ 7355642 w 9662615"/>
              <a:gd name="connsiteY22" fmla="*/ 1407761 h 1596499"/>
              <a:gd name="connsiteX23" fmla="*/ 7151610 w 9662615"/>
              <a:gd name="connsiteY23" fmla="*/ 1397856 h 1596499"/>
              <a:gd name="connsiteX24" fmla="*/ 7082147 w 9662615"/>
              <a:gd name="connsiteY24" fmla="*/ 1406113 h 1596499"/>
              <a:gd name="connsiteX25" fmla="*/ 7014958 w 9662615"/>
              <a:gd name="connsiteY25" fmla="*/ 1396883 h 1596499"/>
              <a:gd name="connsiteX26" fmla="*/ 6907567 w 9662615"/>
              <a:gd name="connsiteY26" fmla="*/ 1419149 h 1596499"/>
              <a:gd name="connsiteX27" fmla="*/ 6748428 w 9662615"/>
              <a:gd name="connsiteY27" fmla="*/ 1420308 h 1596499"/>
              <a:gd name="connsiteX28" fmla="*/ 6654257 w 9662615"/>
              <a:gd name="connsiteY28" fmla="*/ 1424143 h 1596499"/>
              <a:gd name="connsiteX29" fmla="*/ 6620123 w 9662615"/>
              <a:gd name="connsiteY29" fmla="*/ 1430535 h 1596499"/>
              <a:gd name="connsiteX30" fmla="*/ 6571355 w 9662615"/>
              <a:gd name="connsiteY30" fmla="*/ 1436144 h 1596499"/>
              <a:gd name="connsiteX31" fmla="*/ 6486557 w 9662615"/>
              <a:gd name="connsiteY31" fmla="*/ 1449861 h 1596499"/>
              <a:gd name="connsiteX32" fmla="*/ 6370419 w 9662615"/>
              <a:gd name="connsiteY32" fmla="*/ 1461649 h 1596499"/>
              <a:gd name="connsiteX33" fmla="*/ 6278839 w 9662615"/>
              <a:gd name="connsiteY33" fmla="*/ 1449160 h 1596499"/>
              <a:gd name="connsiteX34" fmla="*/ 6272455 w 9662615"/>
              <a:gd name="connsiteY34" fmla="*/ 1453191 h 1596499"/>
              <a:gd name="connsiteX35" fmla="*/ 6212659 w 9662615"/>
              <a:gd name="connsiteY35" fmla="*/ 1454850 h 1596499"/>
              <a:gd name="connsiteX36" fmla="*/ 6069317 w 9662615"/>
              <a:gd name="connsiteY36" fmla="*/ 1445838 h 1596499"/>
              <a:gd name="connsiteX37" fmla="*/ 5878477 w 9662615"/>
              <a:gd name="connsiteY37" fmla="*/ 1439180 h 1596499"/>
              <a:gd name="connsiteX38" fmla="*/ 5838387 w 9662615"/>
              <a:gd name="connsiteY38" fmla="*/ 1444679 h 1596499"/>
              <a:gd name="connsiteX39" fmla="*/ 5771136 w 9662615"/>
              <a:gd name="connsiteY39" fmla="*/ 1453639 h 1596499"/>
              <a:gd name="connsiteX40" fmla="*/ 5724081 w 9662615"/>
              <a:gd name="connsiteY40" fmla="*/ 1470431 h 1596499"/>
              <a:gd name="connsiteX41" fmla="*/ 5666577 w 9662615"/>
              <a:gd name="connsiteY41" fmla="*/ 1473921 h 1596499"/>
              <a:gd name="connsiteX42" fmla="*/ 5649068 w 9662615"/>
              <a:gd name="connsiteY42" fmla="*/ 1461676 h 1596499"/>
              <a:gd name="connsiteX43" fmla="*/ 5588902 w 9662615"/>
              <a:gd name="connsiteY43" fmla="*/ 1469647 h 1596499"/>
              <a:gd name="connsiteX44" fmla="*/ 5498090 w 9662615"/>
              <a:gd name="connsiteY44" fmla="*/ 1483173 h 1596499"/>
              <a:gd name="connsiteX45" fmla="*/ 5444641 w 9662615"/>
              <a:gd name="connsiteY45" fmla="*/ 1487602 h 1596499"/>
              <a:gd name="connsiteX46" fmla="*/ 5299812 w 9662615"/>
              <a:gd name="connsiteY46" fmla="*/ 1503362 h 1596499"/>
              <a:gd name="connsiteX47" fmla="*/ 5213947 w 9662615"/>
              <a:gd name="connsiteY47" fmla="*/ 1516637 h 1596499"/>
              <a:gd name="connsiteX48" fmla="*/ 5090342 w 9662615"/>
              <a:gd name="connsiteY48" fmla="*/ 1546680 h 1596499"/>
              <a:gd name="connsiteX49" fmla="*/ 5129812 w 9662615"/>
              <a:gd name="connsiteY49" fmla="*/ 1521277 h 1596499"/>
              <a:gd name="connsiteX50" fmla="*/ 5059484 w 9662615"/>
              <a:gd name="connsiteY50" fmla="*/ 1546802 h 1596499"/>
              <a:gd name="connsiteX51" fmla="*/ 5038524 w 9662615"/>
              <a:gd name="connsiteY51" fmla="*/ 1545675 h 1596499"/>
              <a:gd name="connsiteX52" fmla="*/ 5026564 w 9662615"/>
              <a:gd name="connsiteY52" fmla="*/ 1545376 h 1596499"/>
              <a:gd name="connsiteX53" fmla="*/ 4969433 w 9662615"/>
              <a:gd name="connsiteY53" fmla="*/ 1550865 h 1596499"/>
              <a:gd name="connsiteX54" fmla="*/ 4929254 w 9662615"/>
              <a:gd name="connsiteY54" fmla="*/ 1563452 h 1596499"/>
              <a:gd name="connsiteX55" fmla="*/ 4871726 w 9662615"/>
              <a:gd name="connsiteY55" fmla="*/ 1570584 h 1596499"/>
              <a:gd name="connsiteX56" fmla="*/ 4843267 w 9662615"/>
              <a:gd name="connsiteY56" fmla="*/ 1561459 h 1596499"/>
              <a:gd name="connsiteX57" fmla="*/ 4821058 w 9662615"/>
              <a:gd name="connsiteY57" fmla="*/ 1553078 h 1596499"/>
              <a:gd name="connsiteX58" fmla="*/ 4791466 w 9662615"/>
              <a:gd name="connsiteY58" fmla="*/ 1561324 h 1596499"/>
              <a:gd name="connsiteX59" fmla="*/ 4784247 w 9662615"/>
              <a:gd name="connsiteY59" fmla="*/ 1562342 h 1596499"/>
              <a:gd name="connsiteX60" fmla="*/ 4739309 w 9662615"/>
              <a:gd name="connsiteY60" fmla="*/ 1553948 h 1596499"/>
              <a:gd name="connsiteX61" fmla="*/ 4697562 w 9662615"/>
              <a:gd name="connsiteY61" fmla="*/ 1551206 h 1596499"/>
              <a:gd name="connsiteX62" fmla="*/ 4650737 w 9662615"/>
              <a:gd name="connsiteY62" fmla="*/ 1537381 h 1596499"/>
              <a:gd name="connsiteX63" fmla="*/ 4583150 w 9662615"/>
              <a:gd name="connsiteY63" fmla="*/ 1529064 h 1596499"/>
              <a:gd name="connsiteX64" fmla="*/ 4521734 w 9662615"/>
              <a:gd name="connsiteY64" fmla="*/ 1529359 h 1596499"/>
              <a:gd name="connsiteX65" fmla="*/ 4382398 w 9662615"/>
              <a:gd name="connsiteY65" fmla="*/ 1534108 h 1596499"/>
              <a:gd name="connsiteX66" fmla="*/ 4221826 w 9662615"/>
              <a:gd name="connsiteY66" fmla="*/ 1500972 h 1596499"/>
              <a:gd name="connsiteX67" fmla="*/ 4096601 w 9662615"/>
              <a:gd name="connsiteY67" fmla="*/ 1521563 h 1596499"/>
              <a:gd name="connsiteX68" fmla="*/ 3978586 w 9662615"/>
              <a:gd name="connsiteY68" fmla="*/ 1596499 h 1596499"/>
              <a:gd name="connsiteX69" fmla="*/ 3833906 w 9662615"/>
              <a:gd name="connsiteY69" fmla="*/ 1516637 h 1596499"/>
              <a:gd name="connsiteX70" fmla="*/ 3696258 w 9662615"/>
              <a:gd name="connsiteY70" fmla="*/ 1537563 h 1596499"/>
              <a:gd name="connsiteX71" fmla="*/ 3594070 w 9662615"/>
              <a:gd name="connsiteY71" fmla="*/ 1509422 h 1596499"/>
              <a:gd name="connsiteX72" fmla="*/ 3565233 w 9662615"/>
              <a:gd name="connsiteY72" fmla="*/ 1515122 h 1596499"/>
              <a:gd name="connsiteX73" fmla="*/ 3560267 w 9662615"/>
              <a:gd name="connsiteY73" fmla="*/ 1516288 h 1596499"/>
              <a:gd name="connsiteX74" fmla="*/ 3540258 w 9662615"/>
              <a:gd name="connsiteY74" fmla="*/ 1516976 h 1596499"/>
              <a:gd name="connsiteX75" fmla="*/ 3534780 w 9662615"/>
              <a:gd name="connsiteY75" fmla="*/ 1522141 h 1596499"/>
              <a:gd name="connsiteX76" fmla="*/ 3504783 w 9662615"/>
              <a:gd name="connsiteY76" fmla="*/ 1526739 h 1596499"/>
              <a:gd name="connsiteX77" fmla="*/ 3430805 w 9662615"/>
              <a:gd name="connsiteY77" fmla="*/ 1542521 h 1596499"/>
              <a:gd name="connsiteX78" fmla="*/ 3292707 w 9662615"/>
              <a:gd name="connsiteY78" fmla="*/ 1520490 h 1596499"/>
              <a:gd name="connsiteX79" fmla="*/ 3187872 w 9662615"/>
              <a:gd name="connsiteY79" fmla="*/ 1519991 h 1596499"/>
              <a:gd name="connsiteX80" fmla="*/ 3148026 w 9662615"/>
              <a:gd name="connsiteY80" fmla="*/ 1524777 h 1596499"/>
              <a:gd name="connsiteX81" fmla="*/ 3092394 w 9662615"/>
              <a:gd name="connsiteY81" fmla="*/ 1528115 h 1596499"/>
              <a:gd name="connsiteX82" fmla="*/ 2994200 w 9662615"/>
              <a:gd name="connsiteY82" fmla="*/ 1537857 h 1596499"/>
              <a:gd name="connsiteX83" fmla="*/ 2862301 w 9662615"/>
              <a:gd name="connsiteY83" fmla="*/ 1544250 h 1596499"/>
              <a:gd name="connsiteX84" fmla="*/ 2766335 w 9662615"/>
              <a:gd name="connsiteY84" fmla="*/ 1527662 h 1596499"/>
              <a:gd name="connsiteX85" fmla="*/ 2757836 w 9662615"/>
              <a:gd name="connsiteY85" fmla="*/ 1531371 h 1596499"/>
              <a:gd name="connsiteX86" fmla="*/ 2691555 w 9662615"/>
              <a:gd name="connsiteY86" fmla="*/ 1530283 h 1596499"/>
              <a:gd name="connsiteX87" fmla="*/ 2491676 w 9662615"/>
              <a:gd name="connsiteY87" fmla="*/ 1500859 h 1596499"/>
              <a:gd name="connsiteX88" fmla="*/ 2378036 w 9662615"/>
              <a:gd name="connsiteY88" fmla="*/ 1520645 h 1596499"/>
              <a:gd name="connsiteX89" fmla="*/ 2284269 w 9662615"/>
              <a:gd name="connsiteY89" fmla="*/ 1503068 h 1596499"/>
              <a:gd name="connsiteX90" fmla="*/ 2207104 w 9662615"/>
              <a:gd name="connsiteY90" fmla="*/ 1508888 h 1596499"/>
              <a:gd name="connsiteX91" fmla="*/ 2149226 w 9662615"/>
              <a:gd name="connsiteY91" fmla="*/ 1523409 h 1596499"/>
              <a:gd name="connsiteX92" fmla="*/ 2084783 w 9662615"/>
              <a:gd name="connsiteY92" fmla="*/ 1524245 h 1596499"/>
              <a:gd name="connsiteX93" fmla="*/ 2070075 w 9662615"/>
              <a:gd name="connsiteY93" fmla="*/ 1511285 h 1596499"/>
              <a:gd name="connsiteX94" fmla="*/ 2001057 w 9662615"/>
              <a:gd name="connsiteY94" fmla="*/ 1516449 h 1596499"/>
              <a:gd name="connsiteX95" fmla="*/ 1896330 w 9662615"/>
              <a:gd name="connsiteY95" fmla="*/ 1525725 h 1596499"/>
              <a:gd name="connsiteX96" fmla="*/ 1835994 w 9662615"/>
              <a:gd name="connsiteY96" fmla="*/ 1527678 h 1596499"/>
              <a:gd name="connsiteX97" fmla="*/ 1671119 w 9662615"/>
              <a:gd name="connsiteY97" fmla="*/ 1536701 h 1596499"/>
              <a:gd name="connsiteX98" fmla="*/ 1601337 w 9662615"/>
              <a:gd name="connsiteY98" fmla="*/ 1548552 h 1596499"/>
              <a:gd name="connsiteX99" fmla="*/ 1407755 w 9662615"/>
              <a:gd name="connsiteY99" fmla="*/ 1571444 h 1596499"/>
              <a:gd name="connsiteX100" fmla="*/ 1271994 w 9662615"/>
              <a:gd name="connsiteY100" fmla="*/ 1579471 h 1596499"/>
              <a:gd name="connsiteX101" fmla="*/ 1249226 w 9662615"/>
              <a:gd name="connsiteY101" fmla="*/ 1583140 h 1596499"/>
              <a:gd name="connsiteX102" fmla="*/ 1217719 w 9662615"/>
              <a:gd name="connsiteY102" fmla="*/ 1580863 h 1596499"/>
              <a:gd name="connsiteX103" fmla="*/ 1091432 w 9662615"/>
              <a:gd name="connsiteY103" fmla="*/ 1571003 h 1596499"/>
              <a:gd name="connsiteX104" fmla="*/ 992039 w 9662615"/>
              <a:gd name="connsiteY104" fmla="*/ 1556662 h 1596499"/>
              <a:gd name="connsiteX105" fmla="*/ 868264 w 9662615"/>
              <a:gd name="connsiteY105" fmla="*/ 1566392 h 1596499"/>
              <a:gd name="connsiteX106" fmla="*/ 792765 w 9662615"/>
              <a:gd name="connsiteY106" fmla="*/ 1563102 h 1596499"/>
              <a:gd name="connsiteX107" fmla="*/ 669055 w 9662615"/>
              <a:gd name="connsiteY107" fmla="*/ 1543638 h 1596499"/>
              <a:gd name="connsiteX108" fmla="*/ 506152 w 9662615"/>
              <a:gd name="connsiteY108" fmla="*/ 1549124 h 1596499"/>
              <a:gd name="connsiteX109" fmla="*/ 472797 w 9662615"/>
              <a:gd name="connsiteY109" fmla="*/ 1568904 h 1596499"/>
              <a:gd name="connsiteX110" fmla="*/ 427864 w 9662615"/>
              <a:gd name="connsiteY110" fmla="*/ 1580848 h 1596499"/>
              <a:gd name="connsiteX111" fmla="*/ 408381 w 9662615"/>
              <a:gd name="connsiteY111" fmla="*/ 1552940 h 1596499"/>
              <a:gd name="connsiteX112" fmla="*/ 267163 w 9662615"/>
              <a:gd name="connsiteY112" fmla="*/ 1531913 h 1596499"/>
              <a:gd name="connsiteX113" fmla="*/ 196644 w 9662615"/>
              <a:gd name="connsiteY113" fmla="*/ 1524565 h 1596499"/>
              <a:gd name="connsiteX114" fmla="*/ 86819 w 9662615"/>
              <a:gd name="connsiteY114" fmla="*/ 1519517 h 1596499"/>
              <a:gd name="connsiteX115" fmla="*/ 53369 w 9662615"/>
              <a:gd name="connsiteY115" fmla="*/ 1516853 h 1596499"/>
              <a:gd name="connsiteX116" fmla="*/ 2359 w 9662615"/>
              <a:gd name="connsiteY116" fmla="*/ 1515247 h 1596499"/>
              <a:gd name="connsiteX117" fmla="*/ 0 w 9662615"/>
              <a:gd name="connsiteY117" fmla="*/ 1514932 h 1596499"/>
              <a:gd name="connsiteX118" fmla="*/ 0 w 9662615"/>
              <a:gd name="connsiteY118" fmla="*/ 0 h 1596499"/>
              <a:gd name="connsiteX0" fmla="*/ 0 w 9662615"/>
              <a:gd name="connsiteY0" fmla="*/ 0 h 1600474"/>
              <a:gd name="connsiteX1" fmla="*/ 9662615 w 9662615"/>
              <a:gd name="connsiteY1" fmla="*/ 0 h 1600474"/>
              <a:gd name="connsiteX2" fmla="*/ 9662615 w 9662615"/>
              <a:gd name="connsiteY2" fmla="*/ 1280346 h 1600474"/>
              <a:gd name="connsiteX3" fmla="*/ 9658420 w 9662615"/>
              <a:gd name="connsiteY3" fmla="*/ 1280106 h 1600474"/>
              <a:gd name="connsiteX4" fmla="*/ 9469546 w 9662615"/>
              <a:gd name="connsiteY4" fmla="*/ 1289837 h 1600474"/>
              <a:gd name="connsiteX5" fmla="*/ 9385895 w 9662615"/>
              <a:gd name="connsiteY5" fmla="*/ 1269203 h 1600474"/>
              <a:gd name="connsiteX6" fmla="*/ 9144767 w 9662615"/>
              <a:gd name="connsiteY6" fmla="*/ 1264120 h 1600474"/>
              <a:gd name="connsiteX7" fmla="*/ 8837252 w 9662615"/>
              <a:gd name="connsiteY7" fmla="*/ 1350515 h 1600474"/>
              <a:gd name="connsiteX8" fmla="*/ 8705466 w 9662615"/>
              <a:gd name="connsiteY8" fmla="*/ 1342419 h 1600474"/>
              <a:gd name="connsiteX9" fmla="*/ 8652221 w 9662615"/>
              <a:gd name="connsiteY9" fmla="*/ 1326906 h 1600474"/>
              <a:gd name="connsiteX10" fmla="*/ 8632312 w 9662615"/>
              <a:gd name="connsiteY10" fmla="*/ 1326025 h 1600474"/>
              <a:gd name="connsiteX11" fmla="*/ 8591582 w 9662615"/>
              <a:gd name="connsiteY11" fmla="*/ 1341666 h 1600474"/>
              <a:gd name="connsiteX12" fmla="*/ 8537336 w 9662615"/>
              <a:gd name="connsiteY12" fmla="*/ 1341684 h 1600474"/>
              <a:gd name="connsiteX13" fmla="*/ 8472508 w 9662615"/>
              <a:gd name="connsiteY13" fmla="*/ 1363109 h 1600474"/>
              <a:gd name="connsiteX14" fmla="*/ 8258477 w 9662615"/>
              <a:gd name="connsiteY14" fmla="*/ 1370666 h 1600474"/>
              <a:gd name="connsiteX15" fmla="*/ 8197961 w 9662615"/>
              <a:gd name="connsiteY15" fmla="*/ 1392804 h 1600474"/>
              <a:gd name="connsiteX16" fmla="*/ 8171196 w 9662615"/>
              <a:gd name="connsiteY16" fmla="*/ 1397216 h 1600474"/>
              <a:gd name="connsiteX17" fmla="*/ 8127667 w 9662615"/>
              <a:gd name="connsiteY17" fmla="*/ 1418254 h 1600474"/>
              <a:gd name="connsiteX18" fmla="*/ 7974579 w 9662615"/>
              <a:gd name="connsiteY18" fmla="*/ 1383439 h 1600474"/>
              <a:gd name="connsiteX19" fmla="*/ 7768351 w 9662615"/>
              <a:gd name="connsiteY19" fmla="*/ 1395051 h 1600474"/>
              <a:gd name="connsiteX20" fmla="*/ 7635985 w 9662615"/>
              <a:gd name="connsiteY20" fmla="*/ 1386363 h 1600474"/>
              <a:gd name="connsiteX21" fmla="*/ 7466069 w 9662615"/>
              <a:gd name="connsiteY21" fmla="*/ 1377654 h 1600474"/>
              <a:gd name="connsiteX22" fmla="*/ 7355642 w 9662615"/>
              <a:gd name="connsiteY22" fmla="*/ 1407761 h 1600474"/>
              <a:gd name="connsiteX23" fmla="*/ 7151610 w 9662615"/>
              <a:gd name="connsiteY23" fmla="*/ 1397856 h 1600474"/>
              <a:gd name="connsiteX24" fmla="*/ 7082147 w 9662615"/>
              <a:gd name="connsiteY24" fmla="*/ 1406113 h 1600474"/>
              <a:gd name="connsiteX25" fmla="*/ 7014958 w 9662615"/>
              <a:gd name="connsiteY25" fmla="*/ 1396883 h 1600474"/>
              <a:gd name="connsiteX26" fmla="*/ 6907567 w 9662615"/>
              <a:gd name="connsiteY26" fmla="*/ 1419149 h 1600474"/>
              <a:gd name="connsiteX27" fmla="*/ 6748428 w 9662615"/>
              <a:gd name="connsiteY27" fmla="*/ 1420308 h 1600474"/>
              <a:gd name="connsiteX28" fmla="*/ 6654257 w 9662615"/>
              <a:gd name="connsiteY28" fmla="*/ 1424143 h 1600474"/>
              <a:gd name="connsiteX29" fmla="*/ 6620123 w 9662615"/>
              <a:gd name="connsiteY29" fmla="*/ 1430535 h 1600474"/>
              <a:gd name="connsiteX30" fmla="*/ 6571355 w 9662615"/>
              <a:gd name="connsiteY30" fmla="*/ 1436144 h 1600474"/>
              <a:gd name="connsiteX31" fmla="*/ 6486557 w 9662615"/>
              <a:gd name="connsiteY31" fmla="*/ 1449861 h 1600474"/>
              <a:gd name="connsiteX32" fmla="*/ 6370419 w 9662615"/>
              <a:gd name="connsiteY32" fmla="*/ 1461649 h 1600474"/>
              <a:gd name="connsiteX33" fmla="*/ 6278839 w 9662615"/>
              <a:gd name="connsiteY33" fmla="*/ 1449160 h 1600474"/>
              <a:gd name="connsiteX34" fmla="*/ 6272455 w 9662615"/>
              <a:gd name="connsiteY34" fmla="*/ 1453191 h 1600474"/>
              <a:gd name="connsiteX35" fmla="*/ 6212659 w 9662615"/>
              <a:gd name="connsiteY35" fmla="*/ 1454850 h 1600474"/>
              <a:gd name="connsiteX36" fmla="*/ 6069317 w 9662615"/>
              <a:gd name="connsiteY36" fmla="*/ 1445838 h 1600474"/>
              <a:gd name="connsiteX37" fmla="*/ 5878477 w 9662615"/>
              <a:gd name="connsiteY37" fmla="*/ 1439180 h 1600474"/>
              <a:gd name="connsiteX38" fmla="*/ 5838387 w 9662615"/>
              <a:gd name="connsiteY38" fmla="*/ 1444679 h 1600474"/>
              <a:gd name="connsiteX39" fmla="*/ 5771136 w 9662615"/>
              <a:gd name="connsiteY39" fmla="*/ 1453639 h 1600474"/>
              <a:gd name="connsiteX40" fmla="*/ 5724081 w 9662615"/>
              <a:gd name="connsiteY40" fmla="*/ 1470431 h 1600474"/>
              <a:gd name="connsiteX41" fmla="*/ 5666577 w 9662615"/>
              <a:gd name="connsiteY41" fmla="*/ 1473921 h 1600474"/>
              <a:gd name="connsiteX42" fmla="*/ 5649068 w 9662615"/>
              <a:gd name="connsiteY42" fmla="*/ 1461676 h 1600474"/>
              <a:gd name="connsiteX43" fmla="*/ 5588902 w 9662615"/>
              <a:gd name="connsiteY43" fmla="*/ 1469647 h 1600474"/>
              <a:gd name="connsiteX44" fmla="*/ 5498090 w 9662615"/>
              <a:gd name="connsiteY44" fmla="*/ 1483173 h 1600474"/>
              <a:gd name="connsiteX45" fmla="*/ 5444641 w 9662615"/>
              <a:gd name="connsiteY45" fmla="*/ 1487602 h 1600474"/>
              <a:gd name="connsiteX46" fmla="*/ 5299812 w 9662615"/>
              <a:gd name="connsiteY46" fmla="*/ 1503362 h 1600474"/>
              <a:gd name="connsiteX47" fmla="*/ 5213947 w 9662615"/>
              <a:gd name="connsiteY47" fmla="*/ 1516637 h 1600474"/>
              <a:gd name="connsiteX48" fmla="*/ 5090342 w 9662615"/>
              <a:gd name="connsiteY48" fmla="*/ 1546680 h 1600474"/>
              <a:gd name="connsiteX49" fmla="*/ 5129812 w 9662615"/>
              <a:gd name="connsiteY49" fmla="*/ 1521277 h 1600474"/>
              <a:gd name="connsiteX50" fmla="*/ 5059484 w 9662615"/>
              <a:gd name="connsiteY50" fmla="*/ 1546802 h 1600474"/>
              <a:gd name="connsiteX51" fmla="*/ 5038524 w 9662615"/>
              <a:gd name="connsiteY51" fmla="*/ 1545675 h 1600474"/>
              <a:gd name="connsiteX52" fmla="*/ 5026564 w 9662615"/>
              <a:gd name="connsiteY52" fmla="*/ 1545376 h 1600474"/>
              <a:gd name="connsiteX53" fmla="*/ 4969433 w 9662615"/>
              <a:gd name="connsiteY53" fmla="*/ 1550865 h 1600474"/>
              <a:gd name="connsiteX54" fmla="*/ 4929254 w 9662615"/>
              <a:gd name="connsiteY54" fmla="*/ 1563452 h 1600474"/>
              <a:gd name="connsiteX55" fmla="*/ 4871726 w 9662615"/>
              <a:gd name="connsiteY55" fmla="*/ 1570584 h 1600474"/>
              <a:gd name="connsiteX56" fmla="*/ 4843267 w 9662615"/>
              <a:gd name="connsiteY56" fmla="*/ 1561459 h 1600474"/>
              <a:gd name="connsiteX57" fmla="*/ 4821058 w 9662615"/>
              <a:gd name="connsiteY57" fmla="*/ 1553078 h 1600474"/>
              <a:gd name="connsiteX58" fmla="*/ 4791466 w 9662615"/>
              <a:gd name="connsiteY58" fmla="*/ 1561324 h 1600474"/>
              <a:gd name="connsiteX59" fmla="*/ 4784247 w 9662615"/>
              <a:gd name="connsiteY59" fmla="*/ 1562342 h 1600474"/>
              <a:gd name="connsiteX60" fmla="*/ 4739309 w 9662615"/>
              <a:gd name="connsiteY60" fmla="*/ 1553948 h 1600474"/>
              <a:gd name="connsiteX61" fmla="*/ 4697562 w 9662615"/>
              <a:gd name="connsiteY61" fmla="*/ 1551206 h 1600474"/>
              <a:gd name="connsiteX62" fmla="*/ 4650737 w 9662615"/>
              <a:gd name="connsiteY62" fmla="*/ 1537381 h 1600474"/>
              <a:gd name="connsiteX63" fmla="*/ 4583150 w 9662615"/>
              <a:gd name="connsiteY63" fmla="*/ 1529064 h 1600474"/>
              <a:gd name="connsiteX64" fmla="*/ 4521734 w 9662615"/>
              <a:gd name="connsiteY64" fmla="*/ 1529359 h 1600474"/>
              <a:gd name="connsiteX65" fmla="*/ 4382398 w 9662615"/>
              <a:gd name="connsiteY65" fmla="*/ 1534108 h 1600474"/>
              <a:gd name="connsiteX66" fmla="*/ 4221826 w 9662615"/>
              <a:gd name="connsiteY66" fmla="*/ 1500972 h 1600474"/>
              <a:gd name="connsiteX67" fmla="*/ 4096601 w 9662615"/>
              <a:gd name="connsiteY67" fmla="*/ 1521563 h 1600474"/>
              <a:gd name="connsiteX68" fmla="*/ 4046172 w 9662615"/>
              <a:gd name="connsiteY68" fmla="*/ 1600474 h 1600474"/>
              <a:gd name="connsiteX69" fmla="*/ 3833906 w 9662615"/>
              <a:gd name="connsiteY69" fmla="*/ 1516637 h 1600474"/>
              <a:gd name="connsiteX70" fmla="*/ 3696258 w 9662615"/>
              <a:gd name="connsiteY70" fmla="*/ 1537563 h 1600474"/>
              <a:gd name="connsiteX71" fmla="*/ 3594070 w 9662615"/>
              <a:gd name="connsiteY71" fmla="*/ 1509422 h 1600474"/>
              <a:gd name="connsiteX72" fmla="*/ 3565233 w 9662615"/>
              <a:gd name="connsiteY72" fmla="*/ 1515122 h 1600474"/>
              <a:gd name="connsiteX73" fmla="*/ 3560267 w 9662615"/>
              <a:gd name="connsiteY73" fmla="*/ 1516288 h 1600474"/>
              <a:gd name="connsiteX74" fmla="*/ 3540258 w 9662615"/>
              <a:gd name="connsiteY74" fmla="*/ 1516976 h 1600474"/>
              <a:gd name="connsiteX75" fmla="*/ 3534780 w 9662615"/>
              <a:gd name="connsiteY75" fmla="*/ 1522141 h 1600474"/>
              <a:gd name="connsiteX76" fmla="*/ 3504783 w 9662615"/>
              <a:gd name="connsiteY76" fmla="*/ 1526739 h 1600474"/>
              <a:gd name="connsiteX77" fmla="*/ 3430805 w 9662615"/>
              <a:gd name="connsiteY77" fmla="*/ 1542521 h 1600474"/>
              <a:gd name="connsiteX78" fmla="*/ 3292707 w 9662615"/>
              <a:gd name="connsiteY78" fmla="*/ 1520490 h 1600474"/>
              <a:gd name="connsiteX79" fmla="*/ 3187872 w 9662615"/>
              <a:gd name="connsiteY79" fmla="*/ 1519991 h 1600474"/>
              <a:gd name="connsiteX80" fmla="*/ 3148026 w 9662615"/>
              <a:gd name="connsiteY80" fmla="*/ 1524777 h 1600474"/>
              <a:gd name="connsiteX81" fmla="*/ 3092394 w 9662615"/>
              <a:gd name="connsiteY81" fmla="*/ 1528115 h 1600474"/>
              <a:gd name="connsiteX82" fmla="*/ 2994200 w 9662615"/>
              <a:gd name="connsiteY82" fmla="*/ 1537857 h 1600474"/>
              <a:gd name="connsiteX83" fmla="*/ 2862301 w 9662615"/>
              <a:gd name="connsiteY83" fmla="*/ 1544250 h 1600474"/>
              <a:gd name="connsiteX84" fmla="*/ 2766335 w 9662615"/>
              <a:gd name="connsiteY84" fmla="*/ 1527662 h 1600474"/>
              <a:gd name="connsiteX85" fmla="*/ 2757836 w 9662615"/>
              <a:gd name="connsiteY85" fmla="*/ 1531371 h 1600474"/>
              <a:gd name="connsiteX86" fmla="*/ 2691555 w 9662615"/>
              <a:gd name="connsiteY86" fmla="*/ 1530283 h 1600474"/>
              <a:gd name="connsiteX87" fmla="*/ 2491676 w 9662615"/>
              <a:gd name="connsiteY87" fmla="*/ 1500859 h 1600474"/>
              <a:gd name="connsiteX88" fmla="*/ 2378036 w 9662615"/>
              <a:gd name="connsiteY88" fmla="*/ 1520645 h 1600474"/>
              <a:gd name="connsiteX89" fmla="*/ 2284269 w 9662615"/>
              <a:gd name="connsiteY89" fmla="*/ 1503068 h 1600474"/>
              <a:gd name="connsiteX90" fmla="*/ 2207104 w 9662615"/>
              <a:gd name="connsiteY90" fmla="*/ 1508888 h 1600474"/>
              <a:gd name="connsiteX91" fmla="*/ 2149226 w 9662615"/>
              <a:gd name="connsiteY91" fmla="*/ 1523409 h 1600474"/>
              <a:gd name="connsiteX92" fmla="*/ 2084783 w 9662615"/>
              <a:gd name="connsiteY92" fmla="*/ 1524245 h 1600474"/>
              <a:gd name="connsiteX93" fmla="*/ 2070075 w 9662615"/>
              <a:gd name="connsiteY93" fmla="*/ 1511285 h 1600474"/>
              <a:gd name="connsiteX94" fmla="*/ 2001057 w 9662615"/>
              <a:gd name="connsiteY94" fmla="*/ 1516449 h 1600474"/>
              <a:gd name="connsiteX95" fmla="*/ 1896330 w 9662615"/>
              <a:gd name="connsiteY95" fmla="*/ 1525725 h 1600474"/>
              <a:gd name="connsiteX96" fmla="*/ 1835994 w 9662615"/>
              <a:gd name="connsiteY96" fmla="*/ 1527678 h 1600474"/>
              <a:gd name="connsiteX97" fmla="*/ 1671119 w 9662615"/>
              <a:gd name="connsiteY97" fmla="*/ 1536701 h 1600474"/>
              <a:gd name="connsiteX98" fmla="*/ 1601337 w 9662615"/>
              <a:gd name="connsiteY98" fmla="*/ 1548552 h 1600474"/>
              <a:gd name="connsiteX99" fmla="*/ 1407755 w 9662615"/>
              <a:gd name="connsiteY99" fmla="*/ 1571444 h 1600474"/>
              <a:gd name="connsiteX100" fmla="*/ 1271994 w 9662615"/>
              <a:gd name="connsiteY100" fmla="*/ 1579471 h 1600474"/>
              <a:gd name="connsiteX101" fmla="*/ 1249226 w 9662615"/>
              <a:gd name="connsiteY101" fmla="*/ 1583140 h 1600474"/>
              <a:gd name="connsiteX102" fmla="*/ 1217719 w 9662615"/>
              <a:gd name="connsiteY102" fmla="*/ 1580863 h 1600474"/>
              <a:gd name="connsiteX103" fmla="*/ 1091432 w 9662615"/>
              <a:gd name="connsiteY103" fmla="*/ 1571003 h 1600474"/>
              <a:gd name="connsiteX104" fmla="*/ 992039 w 9662615"/>
              <a:gd name="connsiteY104" fmla="*/ 1556662 h 1600474"/>
              <a:gd name="connsiteX105" fmla="*/ 868264 w 9662615"/>
              <a:gd name="connsiteY105" fmla="*/ 1566392 h 1600474"/>
              <a:gd name="connsiteX106" fmla="*/ 792765 w 9662615"/>
              <a:gd name="connsiteY106" fmla="*/ 1563102 h 1600474"/>
              <a:gd name="connsiteX107" fmla="*/ 669055 w 9662615"/>
              <a:gd name="connsiteY107" fmla="*/ 1543638 h 1600474"/>
              <a:gd name="connsiteX108" fmla="*/ 506152 w 9662615"/>
              <a:gd name="connsiteY108" fmla="*/ 1549124 h 1600474"/>
              <a:gd name="connsiteX109" fmla="*/ 472797 w 9662615"/>
              <a:gd name="connsiteY109" fmla="*/ 1568904 h 1600474"/>
              <a:gd name="connsiteX110" fmla="*/ 427864 w 9662615"/>
              <a:gd name="connsiteY110" fmla="*/ 1580848 h 1600474"/>
              <a:gd name="connsiteX111" fmla="*/ 408381 w 9662615"/>
              <a:gd name="connsiteY111" fmla="*/ 1552940 h 1600474"/>
              <a:gd name="connsiteX112" fmla="*/ 267163 w 9662615"/>
              <a:gd name="connsiteY112" fmla="*/ 1531913 h 1600474"/>
              <a:gd name="connsiteX113" fmla="*/ 196644 w 9662615"/>
              <a:gd name="connsiteY113" fmla="*/ 1524565 h 1600474"/>
              <a:gd name="connsiteX114" fmla="*/ 86819 w 9662615"/>
              <a:gd name="connsiteY114" fmla="*/ 1519517 h 1600474"/>
              <a:gd name="connsiteX115" fmla="*/ 53369 w 9662615"/>
              <a:gd name="connsiteY115" fmla="*/ 1516853 h 1600474"/>
              <a:gd name="connsiteX116" fmla="*/ 2359 w 9662615"/>
              <a:gd name="connsiteY116" fmla="*/ 1515247 h 1600474"/>
              <a:gd name="connsiteX117" fmla="*/ 0 w 9662615"/>
              <a:gd name="connsiteY117" fmla="*/ 1514932 h 1600474"/>
              <a:gd name="connsiteX118" fmla="*/ 0 w 9662615"/>
              <a:gd name="connsiteY118" fmla="*/ 0 h 1600474"/>
              <a:gd name="connsiteX0" fmla="*/ 0 w 9662615"/>
              <a:gd name="connsiteY0" fmla="*/ 0 h 1679987"/>
              <a:gd name="connsiteX1" fmla="*/ 9662615 w 9662615"/>
              <a:gd name="connsiteY1" fmla="*/ 0 h 1679987"/>
              <a:gd name="connsiteX2" fmla="*/ 9662615 w 9662615"/>
              <a:gd name="connsiteY2" fmla="*/ 1280346 h 1679987"/>
              <a:gd name="connsiteX3" fmla="*/ 9658420 w 9662615"/>
              <a:gd name="connsiteY3" fmla="*/ 1280106 h 1679987"/>
              <a:gd name="connsiteX4" fmla="*/ 9469546 w 9662615"/>
              <a:gd name="connsiteY4" fmla="*/ 1289837 h 1679987"/>
              <a:gd name="connsiteX5" fmla="*/ 9385895 w 9662615"/>
              <a:gd name="connsiteY5" fmla="*/ 1269203 h 1679987"/>
              <a:gd name="connsiteX6" fmla="*/ 9144767 w 9662615"/>
              <a:gd name="connsiteY6" fmla="*/ 1264120 h 1679987"/>
              <a:gd name="connsiteX7" fmla="*/ 8837252 w 9662615"/>
              <a:gd name="connsiteY7" fmla="*/ 1350515 h 1679987"/>
              <a:gd name="connsiteX8" fmla="*/ 8705466 w 9662615"/>
              <a:gd name="connsiteY8" fmla="*/ 1342419 h 1679987"/>
              <a:gd name="connsiteX9" fmla="*/ 8652221 w 9662615"/>
              <a:gd name="connsiteY9" fmla="*/ 1326906 h 1679987"/>
              <a:gd name="connsiteX10" fmla="*/ 8632312 w 9662615"/>
              <a:gd name="connsiteY10" fmla="*/ 1326025 h 1679987"/>
              <a:gd name="connsiteX11" fmla="*/ 8591582 w 9662615"/>
              <a:gd name="connsiteY11" fmla="*/ 1341666 h 1679987"/>
              <a:gd name="connsiteX12" fmla="*/ 8537336 w 9662615"/>
              <a:gd name="connsiteY12" fmla="*/ 1341684 h 1679987"/>
              <a:gd name="connsiteX13" fmla="*/ 8472508 w 9662615"/>
              <a:gd name="connsiteY13" fmla="*/ 1363109 h 1679987"/>
              <a:gd name="connsiteX14" fmla="*/ 8258477 w 9662615"/>
              <a:gd name="connsiteY14" fmla="*/ 1370666 h 1679987"/>
              <a:gd name="connsiteX15" fmla="*/ 8197961 w 9662615"/>
              <a:gd name="connsiteY15" fmla="*/ 1392804 h 1679987"/>
              <a:gd name="connsiteX16" fmla="*/ 8171196 w 9662615"/>
              <a:gd name="connsiteY16" fmla="*/ 1397216 h 1679987"/>
              <a:gd name="connsiteX17" fmla="*/ 8127667 w 9662615"/>
              <a:gd name="connsiteY17" fmla="*/ 1418254 h 1679987"/>
              <a:gd name="connsiteX18" fmla="*/ 7974579 w 9662615"/>
              <a:gd name="connsiteY18" fmla="*/ 1383439 h 1679987"/>
              <a:gd name="connsiteX19" fmla="*/ 7768351 w 9662615"/>
              <a:gd name="connsiteY19" fmla="*/ 1395051 h 1679987"/>
              <a:gd name="connsiteX20" fmla="*/ 7635985 w 9662615"/>
              <a:gd name="connsiteY20" fmla="*/ 1386363 h 1679987"/>
              <a:gd name="connsiteX21" fmla="*/ 7466069 w 9662615"/>
              <a:gd name="connsiteY21" fmla="*/ 1377654 h 1679987"/>
              <a:gd name="connsiteX22" fmla="*/ 7355642 w 9662615"/>
              <a:gd name="connsiteY22" fmla="*/ 1407761 h 1679987"/>
              <a:gd name="connsiteX23" fmla="*/ 7151610 w 9662615"/>
              <a:gd name="connsiteY23" fmla="*/ 1397856 h 1679987"/>
              <a:gd name="connsiteX24" fmla="*/ 7082147 w 9662615"/>
              <a:gd name="connsiteY24" fmla="*/ 1406113 h 1679987"/>
              <a:gd name="connsiteX25" fmla="*/ 7014958 w 9662615"/>
              <a:gd name="connsiteY25" fmla="*/ 1396883 h 1679987"/>
              <a:gd name="connsiteX26" fmla="*/ 6907567 w 9662615"/>
              <a:gd name="connsiteY26" fmla="*/ 1419149 h 1679987"/>
              <a:gd name="connsiteX27" fmla="*/ 6748428 w 9662615"/>
              <a:gd name="connsiteY27" fmla="*/ 1420308 h 1679987"/>
              <a:gd name="connsiteX28" fmla="*/ 6654257 w 9662615"/>
              <a:gd name="connsiteY28" fmla="*/ 1424143 h 1679987"/>
              <a:gd name="connsiteX29" fmla="*/ 6620123 w 9662615"/>
              <a:gd name="connsiteY29" fmla="*/ 1430535 h 1679987"/>
              <a:gd name="connsiteX30" fmla="*/ 6571355 w 9662615"/>
              <a:gd name="connsiteY30" fmla="*/ 1436144 h 1679987"/>
              <a:gd name="connsiteX31" fmla="*/ 6486557 w 9662615"/>
              <a:gd name="connsiteY31" fmla="*/ 1449861 h 1679987"/>
              <a:gd name="connsiteX32" fmla="*/ 6370419 w 9662615"/>
              <a:gd name="connsiteY32" fmla="*/ 1461649 h 1679987"/>
              <a:gd name="connsiteX33" fmla="*/ 6278839 w 9662615"/>
              <a:gd name="connsiteY33" fmla="*/ 1449160 h 1679987"/>
              <a:gd name="connsiteX34" fmla="*/ 6272455 w 9662615"/>
              <a:gd name="connsiteY34" fmla="*/ 1453191 h 1679987"/>
              <a:gd name="connsiteX35" fmla="*/ 6212659 w 9662615"/>
              <a:gd name="connsiteY35" fmla="*/ 1454850 h 1679987"/>
              <a:gd name="connsiteX36" fmla="*/ 6069317 w 9662615"/>
              <a:gd name="connsiteY36" fmla="*/ 1445838 h 1679987"/>
              <a:gd name="connsiteX37" fmla="*/ 5878477 w 9662615"/>
              <a:gd name="connsiteY37" fmla="*/ 1439180 h 1679987"/>
              <a:gd name="connsiteX38" fmla="*/ 5838387 w 9662615"/>
              <a:gd name="connsiteY38" fmla="*/ 1444679 h 1679987"/>
              <a:gd name="connsiteX39" fmla="*/ 5771136 w 9662615"/>
              <a:gd name="connsiteY39" fmla="*/ 1453639 h 1679987"/>
              <a:gd name="connsiteX40" fmla="*/ 5724081 w 9662615"/>
              <a:gd name="connsiteY40" fmla="*/ 1470431 h 1679987"/>
              <a:gd name="connsiteX41" fmla="*/ 5666577 w 9662615"/>
              <a:gd name="connsiteY41" fmla="*/ 1473921 h 1679987"/>
              <a:gd name="connsiteX42" fmla="*/ 5649068 w 9662615"/>
              <a:gd name="connsiteY42" fmla="*/ 1461676 h 1679987"/>
              <a:gd name="connsiteX43" fmla="*/ 5588902 w 9662615"/>
              <a:gd name="connsiteY43" fmla="*/ 1469647 h 1679987"/>
              <a:gd name="connsiteX44" fmla="*/ 5498090 w 9662615"/>
              <a:gd name="connsiteY44" fmla="*/ 1483173 h 1679987"/>
              <a:gd name="connsiteX45" fmla="*/ 5444641 w 9662615"/>
              <a:gd name="connsiteY45" fmla="*/ 1487602 h 1679987"/>
              <a:gd name="connsiteX46" fmla="*/ 5299812 w 9662615"/>
              <a:gd name="connsiteY46" fmla="*/ 1503362 h 1679987"/>
              <a:gd name="connsiteX47" fmla="*/ 5213947 w 9662615"/>
              <a:gd name="connsiteY47" fmla="*/ 1516637 h 1679987"/>
              <a:gd name="connsiteX48" fmla="*/ 5090342 w 9662615"/>
              <a:gd name="connsiteY48" fmla="*/ 1546680 h 1679987"/>
              <a:gd name="connsiteX49" fmla="*/ 5129812 w 9662615"/>
              <a:gd name="connsiteY49" fmla="*/ 1521277 h 1679987"/>
              <a:gd name="connsiteX50" fmla="*/ 5059484 w 9662615"/>
              <a:gd name="connsiteY50" fmla="*/ 1546802 h 1679987"/>
              <a:gd name="connsiteX51" fmla="*/ 5038524 w 9662615"/>
              <a:gd name="connsiteY51" fmla="*/ 1545675 h 1679987"/>
              <a:gd name="connsiteX52" fmla="*/ 5026564 w 9662615"/>
              <a:gd name="connsiteY52" fmla="*/ 1545376 h 1679987"/>
              <a:gd name="connsiteX53" fmla="*/ 4969433 w 9662615"/>
              <a:gd name="connsiteY53" fmla="*/ 1550865 h 1679987"/>
              <a:gd name="connsiteX54" fmla="*/ 4929254 w 9662615"/>
              <a:gd name="connsiteY54" fmla="*/ 1563452 h 1679987"/>
              <a:gd name="connsiteX55" fmla="*/ 4871726 w 9662615"/>
              <a:gd name="connsiteY55" fmla="*/ 1570584 h 1679987"/>
              <a:gd name="connsiteX56" fmla="*/ 4843267 w 9662615"/>
              <a:gd name="connsiteY56" fmla="*/ 1561459 h 1679987"/>
              <a:gd name="connsiteX57" fmla="*/ 4821058 w 9662615"/>
              <a:gd name="connsiteY57" fmla="*/ 1553078 h 1679987"/>
              <a:gd name="connsiteX58" fmla="*/ 4791466 w 9662615"/>
              <a:gd name="connsiteY58" fmla="*/ 1561324 h 1679987"/>
              <a:gd name="connsiteX59" fmla="*/ 4784247 w 9662615"/>
              <a:gd name="connsiteY59" fmla="*/ 1562342 h 1679987"/>
              <a:gd name="connsiteX60" fmla="*/ 4739309 w 9662615"/>
              <a:gd name="connsiteY60" fmla="*/ 1553948 h 1679987"/>
              <a:gd name="connsiteX61" fmla="*/ 4697562 w 9662615"/>
              <a:gd name="connsiteY61" fmla="*/ 1551206 h 1679987"/>
              <a:gd name="connsiteX62" fmla="*/ 4650737 w 9662615"/>
              <a:gd name="connsiteY62" fmla="*/ 1537381 h 1679987"/>
              <a:gd name="connsiteX63" fmla="*/ 4583150 w 9662615"/>
              <a:gd name="connsiteY63" fmla="*/ 1529064 h 1679987"/>
              <a:gd name="connsiteX64" fmla="*/ 4521734 w 9662615"/>
              <a:gd name="connsiteY64" fmla="*/ 1529359 h 1679987"/>
              <a:gd name="connsiteX65" fmla="*/ 4382398 w 9662615"/>
              <a:gd name="connsiteY65" fmla="*/ 1534108 h 1679987"/>
              <a:gd name="connsiteX66" fmla="*/ 4221826 w 9662615"/>
              <a:gd name="connsiteY66" fmla="*/ 1500972 h 1679987"/>
              <a:gd name="connsiteX67" fmla="*/ 4096601 w 9662615"/>
              <a:gd name="connsiteY67" fmla="*/ 1521563 h 1679987"/>
              <a:gd name="connsiteX68" fmla="*/ 3879195 w 9662615"/>
              <a:gd name="connsiteY68" fmla="*/ 1679987 h 1679987"/>
              <a:gd name="connsiteX69" fmla="*/ 3833906 w 9662615"/>
              <a:gd name="connsiteY69" fmla="*/ 1516637 h 1679987"/>
              <a:gd name="connsiteX70" fmla="*/ 3696258 w 9662615"/>
              <a:gd name="connsiteY70" fmla="*/ 1537563 h 1679987"/>
              <a:gd name="connsiteX71" fmla="*/ 3594070 w 9662615"/>
              <a:gd name="connsiteY71" fmla="*/ 1509422 h 1679987"/>
              <a:gd name="connsiteX72" fmla="*/ 3565233 w 9662615"/>
              <a:gd name="connsiteY72" fmla="*/ 1515122 h 1679987"/>
              <a:gd name="connsiteX73" fmla="*/ 3560267 w 9662615"/>
              <a:gd name="connsiteY73" fmla="*/ 1516288 h 1679987"/>
              <a:gd name="connsiteX74" fmla="*/ 3540258 w 9662615"/>
              <a:gd name="connsiteY74" fmla="*/ 1516976 h 1679987"/>
              <a:gd name="connsiteX75" fmla="*/ 3534780 w 9662615"/>
              <a:gd name="connsiteY75" fmla="*/ 1522141 h 1679987"/>
              <a:gd name="connsiteX76" fmla="*/ 3504783 w 9662615"/>
              <a:gd name="connsiteY76" fmla="*/ 1526739 h 1679987"/>
              <a:gd name="connsiteX77" fmla="*/ 3430805 w 9662615"/>
              <a:gd name="connsiteY77" fmla="*/ 1542521 h 1679987"/>
              <a:gd name="connsiteX78" fmla="*/ 3292707 w 9662615"/>
              <a:gd name="connsiteY78" fmla="*/ 1520490 h 1679987"/>
              <a:gd name="connsiteX79" fmla="*/ 3187872 w 9662615"/>
              <a:gd name="connsiteY79" fmla="*/ 1519991 h 1679987"/>
              <a:gd name="connsiteX80" fmla="*/ 3148026 w 9662615"/>
              <a:gd name="connsiteY80" fmla="*/ 1524777 h 1679987"/>
              <a:gd name="connsiteX81" fmla="*/ 3092394 w 9662615"/>
              <a:gd name="connsiteY81" fmla="*/ 1528115 h 1679987"/>
              <a:gd name="connsiteX82" fmla="*/ 2994200 w 9662615"/>
              <a:gd name="connsiteY82" fmla="*/ 1537857 h 1679987"/>
              <a:gd name="connsiteX83" fmla="*/ 2862301 w 9662615"/>
              <a:gd name="connsiteY83" fmla="*/ 1544250 h 1679987"/>
              <a:gd name="connsiteX84" fmla="*/ 2766335 w 9662615"/>
              <a:gd name="connsiteY84" fmla="*/ 1527662 h 1679987"/>
              <a:gd name="connsiteX85" fmla="*/ 2757836 w 9662615"/>
              <a:gd name="connsiteY85" fmla="*/ 1531371 h 1679987"/>
              <a:gd name="connsiteX86" fmla="*/ 2691555 w 9662615"/>
              <a:gd name="connsiteY86" fmla="*/ 1530283 h 1679987"/>
              <a:gd name="connsiteX87" fmla="*/ 2491676 w 9662615"/>
              <a:gd name="connsiteY87" fmla="*/ 1500859 h 1679987"/>
              <a:gd name="connsiteX88" fmla="*/ 2378036 w 9662615"/>
              <a:gd name="connsiteY88" fmla="*/ 1520645 h 1679987"/>
              <a:gd name="connsiteX89" fmla="*/ 2284269 w 9662615"/>
              <a:gd name="connsiteY89" fmla="*/ 1503068 h 1679987"/>
              <a:gd name="connsiteX90" fmla="*/ 2207104 w 9662615"/>
              <a:gd name="connsiteY90" fmla="*/ 1508888 h 1679987"/>
              <a:gd name="connsiteX91" fmla="*/ 2149226 w 9662615"/>
              <a:gd name="connsiteY91" fmla="*/ 1523409 h 1679987"/>
              <a:gd name="connsiteX92" fmla="*/ 2084783 w 9662615"/>
              <a:gd name="connsiteY92" fmla="*/ 1524245 h 1679987"/>
              <a:gd name="connsiteX93" fmla="*/ 2070075 w 9662615"/>
              <a:gd name="connsiteY93" fmla="*/ 1511285 h 1679987"/>
              <a:gd name="connsiteX94" fmla="*/ 2001057 w 9662615"/>
              <a:gd name="connsiteY94" fmla="*/ 1516449 h 1679987"/>
              <a:gd name="connsiteX95" fmla="*/ 1896330 w 9662615"/>
              <a:gd name="connsiteY95" fmla="*/ 1525725 h 1679987"/>
              <a:gd name="connsiteX96" fmla="*/ 1835994 w 9662615"/>
              <a:gd name="connsiteY96" fmla="*/ 1527678 h 1679987"/>
              <a:gd name="connsiteX97" fmla="*/ 1671119 w 9662615"/>
              <a:gd name="connsiteY97" fmla="*/ 1536701 h 1679987"/>
              <a:gd name="connsiteX98" fmla="*/ 1601337 w 9662615"/>
              <a:gd name="connsiteY98" fmla="*/ 1548552 h 1679987"/>
              <a:gd name="connsiteX99" fmla="*/ 1407755 w 9662615"/>
              <a:gd name="connsiteY99" fmla="*/ 1571444 h 1679987"/>
              <a:gd name="connsiteX100" fmla="*/ 1271994 w 9662615"/>
              <a:gd name="connsiteY100" fmla="*/ 1579471 h 1679987"/>
              <a:gd name="connsiteX101" fmla="*/ 1249226 w 9662615"/>
              <a:gd name="connsiteY101" fmla="*/ 1583140 h 1679987"/>
              <a:gd name="connsiteX102" fmla="*/ 1217719 w 9662615"/>
              <a:gd name="connsiteY102" fmla="*/ 1580863 h 1679987"/>
              <a:gd name="connsiteX103" fmla="*/ 1091432 w 9662615"/>
              <a:gd name="connsiteY103" fmla="*/ 1571003 h 1679987"/>
              <a:gd name="connsiteX104" fmla="*/ 992039 w 9662615"/>
              <a:gd name="connsiteY104" fmla="*/ 1556662 h 1679987"/>
              <a:gd name="connsiteX105" fmla="*/ 868264 w 9662615"/>
              <a:gd name="connsiteY105" fmla="*/ 1566392 h 1679987"/>
              <a:gd name="connsiteX106" fmla="*/ 792765 w 9662615"/>
              <a:gd name="connsiteY106" fmla="*/ 1563102 h 1679987"/>
              <a:gd name="connsiteX107" fmla="*/ 669055 w 9662615"/>
              <a:gd name="connsiteY107" fmla="*/ 1543638 h 1679987"/>
              <a:gd name="connsiteX108" fmla="*/ 506152 w 9662615"/>
              <a:gd name="connsiteY108" fmla="*/ 1549124 h 1679987"/>
              <a:gd name="connsiteX109" fmla="*/ 472797 w 9662615"/>
              <a:gd name="connsiteY109" fmla="*/ 1568904 h 1679987"/>
              <a:gd name="connsiteX110" fmla="*/ 427864 w 9662615"/>
              <a:gd name="connsiteY110" fmla="*/ 1580848 h 1679987"/>
              <a:gd name="connsiteX111" fmla="*/ 408381 w 9662615"/>
              <a:gd name="connsiteY111" fmla="*/ 1552940 h 1679987"/>
              <a:gd name="connsiteX112" fmla="*/ 267163 w 9662615"/>
              <a:gd name="connsiteY112" fmla="*/ 1531913 h 1679987"/>
              <a:gd name="connsiteX113" fmla="*/ 196644 w 9662615"/>
              <a:gd name="connsiteY113" fmla="*/ 1524565 h 1679987"/>
              <a:gd name="connsiteX114" fmla="*/ 86819 w 9662615"/>
              <a:gd name="connsiteY114" fmla="*/ 1519517 h 1679987"/>
              <a:gd name="connsiteX115" fmla="*/ 53369 w 9662615"/>
              <a:gd name="connsiteY115" fmla="*/ 1516853 h 1679987"/>
              <a:gd name="connsiteX116" fmla="*/ 2359 w 9662615"/>
              <a:gd name="connsiteY116" fmla="*/ 1515247 h 1679987"/>
              <a:gd name="connsiteX117" fmla="*/ 0 w 9662615"/>
              <a:gd name="connsiteY117" fmla="*/ 1514932 h 1679987"/>
              <a:gd name="connsiteX118" fmla="*/ 0 w 9662615"/>
              <a:gd name="connsiteY118" fmla="*/ 0 h 1679987"/>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648182"/>
              <a:gd name="connsiteX1" fmla="*/ 9662615 w 9662615"/>
              <a:gd name="connsiteY1" fmla="*/ 0 h 1648182"/>
              <a:gd name="connsiteX2" fmla="*/ 9662615 w 9662615"/>
              <a:gd name="connsiteY2" fmla="*/ 1280346 h 1648182"/>
              <a:gd name="connsiteX3" fmla="*/ 9658420 w 9662615"/>
              <a:gd name="connsiteY3" fmla="*/ 1280106 h 1648182"/>
              <a:gd name="connsiteX4" fmla="*/ 9469546 w 9662615"/>
              <a:gd name="connsiteY4" fmla="*/ 1289837 h 1648182"/>
              <a:gd name="connsiteX5" fmla="*/ 9385895 w 9662615"/>
              <a:gd name="connsiteY5" fmla="*/ 1269203 h 1648182"/>
              <a:gd name="connsiteX6" fmla="*/ 9144767 w 9662615"/>
              <a:gd name="connsiteY6" fmla="*/ 1264120 h 1648182"/>
              <a:gd name="connsiteX7" fmla="*/ 8837252 w 9662615"/>
              <a:gd name="connsiteY7" fmla="*/ 1350515 h 1648182"/>
              <a:gd name="connsiteX8" fmla="*/ 8705466 w 9662615"/>
              <a:gd name="connsiteY8" fmla="*/ 1342419 h 1648182"/>
              <a:gd name="connsiteX9" fmla="*/ 8652221 w 9662615"/>
              <a:gd name="connsiteY9" fmla="*/ 1326906 h 1648182"/>
              <a:gd name="connsiteX10" fmla="*/ 8632312 w 9662615"/>
              <a:gd name="connsiteY10" fmla="*/ 1326025 h 1648182"/>
              <a:gd name="connsiteX11" fmla="*/ 8591582 w 9662615"/>
              <a:gd name="connsiteY11" fmla="*/ 1341666 h 1648182"/>
              <a:gd name="connsiteX12" fmla="*/ 8537336 w 9662615"/>
              <a:gd name="connsiteY12" fmla="*/ 1341684 h 1648182"/>
              <a:gd name="connsiteX13" fmla="*/ 8472508 w 9662615"/>
              <a:gd name="connsiteY13" fmla="*/ 1363109 h 1648182"/>
              <a:gd name="connsiteX14" fmla="*/ 8258477 w 9662615"/>
              <a:gd name="connsiteY14" fmla="*/ 1370666 h 1648182"/>
              <a:gd name="connsiteX15" fmla="*/ 8197961 w 9662615"/>
              <a:gd name="connsiteY15" fmla="*/ 1392804 h 1648182"/>
              <a:gd name="connsiteX16" fmla="*/ 8171196 w 9662615"/>
              <a:gd name="connsiteY16" fmla="*/ 1397216 h 1648182"/>
              <a:gd name="connsiteX17" fmla="*/ 8127667 w 9662615"/>
              <a:gd name="connsiteY17" fmla="*/ 1418254 h 1648182"/>
              <a:gd name="connsiteX18" fmla="*/ 7974579 w 9662615"/>
              <a:gd name="connsiteY18" fmla="*/ 1383439 h 1648182"/>
              <a:gd name="connsiteX19" fmla="*/ 7768351 w 9662615"/>
              <a:gd name="connsiteY19" fmla="*/ 1395051 h 1648182"/>
              <a:gd name="connsiteX20" fmla="*/ 7635985 w 9662615"/>
              <a:gd name="connsiteY20" fmla="*/ 1386363 h 1648182"/>
              <a:gd name="connsiteX21" fmla="*/ 7466069 w 9662615"/>
              <a:gd name="connsiteY21" fmla="*/ 1377654 h 1648182"/>
              <a:gd name="connsiteX22" fmla="*/ 7355642 w 9662615"/>
              <a:gd name="connsiteY22" fmla="*/ 1407761 h 1648182"/>
              <a:gd name="connsiteX23" fmla="*/ 7151610 w 9662615"/>
              <a:gd name="connsiteY23" fmla="*/ 1397856 h 1648182"/>
              <a:gd name="connsiteX24" fmla="*/ 7082147 w 9662615"/>
              <a:gd name="connsiteY24" fmla="*/ 1406113 h 1648182"/>
              <a:gd name="connsiteX25" fmla="*/ 7014958 w 9662615"/>
              <a:gd name="connsiteY25" fmla="*/ 1396883 h 1648182"/>
              <a:gd name="connsiteX26" fmla="*/ 6907567 w 9662615"/>
              <a:gd name="connsiteY26" fmla="*/ 1419149 h 1648182"/>
              <a:gd name="connsiteX27" fmla="*/ 6748428 w 9662615"/>
              <a:gd name="connsiteY27" fmla="*/ 1420308 h 1648182"/>
              <a:gd name="connsiteX28" fmla="*/ 6654257 w 9662615"/>
              <a:gd name="connsiteY28" fmla="*/ 1424143 h 1648182"/>
              <a:gd name="connsiteX29" fmla="*/ 6620123 w 9662615"/>
              <a:gd name="connsiteY29" fmla="*/ 1430535 h 1648182"/>
              <a:gd name="connsiteX30" fmla="*/ 6571355 w 9662615"/>
              <a:gd name="connsiteY30" fmla="*/ 1436144 h 1648182"/>
              <a:gd name="connsiteX31" fmla="*/ 6486557 w 9662615"/>
              <a:gd name="connsiteY31" fmla="*/ 1449861 h 1648182"/>
              <a:gd name="connsiteX32" fmla="*/ 6370419 w 9662615"/>
              <a:gd name="connsiteY32" fmla="*/ 1461649 h 1648182"/>
              <a:gd name="connsiteX33" fmla="*/ 6278839 w 9662615"/>
              <a:gd name="connsiteY33" fmla="*/ 1449160 h 1648182"/>
              <a:gd name="connsiteX34" fmla="*/ 6272455 w 9662615"/>
              <a:gd name="connsiteY34" fmla="*/ 1453191 h 1648182"/>
              <a:gd name="connsiteX35" fmla="*/ 6212659 w 9662615"/>
              <a:gd name="connsiteY35" fmla="*/ 1454850 h 1648182"/>
              <a:gd name="connsiteX36" fmla="*/ 6069317 w 9662615"/>
              <a:gd name="connsiteY36" fmla="*/ 1445838 h 1648182"/>
              <a:gd name="connsiteX37" fmla="*/ 5878477 w 9662615"/>
              <a:gd name="connsiteY37" fmla="*/ 1439180 h 1648182"/>
              <a:gd name="connsiteX38" fmla="*/ 5838387 w 9662615"/>
              <a:gd name="connsiteY38" fmla="*/ 1444679 h 1648182"/>
              <a:gd name="connsiteX39" fmla="*/ 5771136 w 9662615"/>
              <a:gd name="connsiteY39" fmla="*/ 1453639 h 1648182"/>
              <a:gd name="connsiteX40" fmla="*/ 5724081 w 9662615"/>
              <a:gd name="connsiteY40" fmla="*/ 1470431 h 1648182"/>
              <a:gd name="connsiteX41" fmla="*/ 5666577 w 9662615"/>
              <a:gd name="connsiteY41" fmla="*/ 1473921 h 1648182"/>
              <a:gd name="connsiteX42" fmla="*/ 5649068 w 9662615"/>
              <a:gd name="connsiteY42" fmla="*/ 1461676 h 1648182"/>
              <a:gd name="connsiteX43" fmla="*/ 5588902 w 9662615"/>
              <a:gd name="connsiteY43" fmla="*/ 1469647 h 1648182"/>
              <a:gd name="connsiteX44" fmla="*/ 5498090 w 9662615"/>
              <a:gd name="connsiteY44" fmla="*/ 1483173 h 1648182"/>
              <a:gd name="connsiteX45" fmla="*/ 5444641 w 9662615"/>
              <a:gd name="connsiteY45" fmla="*/ 1487602 h 1648182"/>
              <a:gd name="connsiteX46" fmla="*/ 5299812 w 9662615"/>
              <a:gd name="connsiteY46" fmla="*/ 1503362 h 1648182"/>
              <a:gd name="connsiteX47" fmla="*/ 5213947 w 9662615"/>
              <a:gd name="connsiteY47" fmla="*/ 1516637 h 1648182"/>
              <a:gd name="connsiteX48" fmla="*/ 5090342 w 9662615"/>
              <a:gd name="connsiteY48" fmla="*/ 1546680 h 1648182"/>
              <a:gd name="connsiteX49" fmla="*/ 5129812 w 9662615"/>
              <a:gd name="connsiteY49" fmla="*/ 1521277 h 1648182"/>
              <a:gd name="connsiteX50" fmla="*/ 5059484 w 9662615"/>
              <a:gd name="connsiteY50" fmla="*/ 1546802 h 1648182"/>
              <a:gd name="connsiteX51" fmla="*/ 5038524 w 9662615"/>
              <a:gd name="connsiteY51" fmla="*/ 1545675 h 1648182"/>
              <a:gd name="connsiteX52" fmla="*/ 5026564 w 9662615"/>
              <a:gd name="connsiteY52" fmla="*/ 1545376 h 1648182"/>
              <a:gd name="connsiteX53" fmla="*/ 4969433 w 9662615"/>
              <a:gd name="connsiteY53" fmla="*/ 1550865 h 1648182"/>
              <a:gd name="connsiteX54" fmla="*/ 4929254 w 9662615"/>
              <a:gd name="connsiteY54" fmla="*/ 1563452 h 1648182"/>
              <a:gd name="connsiteX55" fmla="*/ 4871726 w 9662615"/>
              <a:gd name="connsiteY55" fmla="*/ 1570584 h 1648182"/>
              <a:gd name="connsiteX56" fmla="*/ 4843267 w 9662615"/>
              <a:gd name="connsiteY56" fmla="*/ 1561459 h 1648182"/>
              <a:gd name="connsiteX57" fmla="*/ 4821058 w 9662615"/>
              <a:gd name="connsiteY57" fmla="*/ 1553078 h 1648182"/>
              <a:gd name="connsiteX58" fmla="*/ 4791466 w 9662615"/>
              <a:gd name="connsiteY58" fmla="*/ 1561324 h 1648182"/>
              <a:gd name="connsiteX59" fmla="*/ 4784247 w 9662615"/>
              <a:gd name="connsiteY59" fmla="*/ 1562342 h 1648182"/>
              <a:gd name="connsiteX60" fmla="*/ 4739309 w 9662615"/>
              <a:gd name="connsiteY60" fmla="*/ 1553948 h 1648182"/>
              <a:gd name="connsiteX61" fmla="*/ 4697562 w 9662615"/>
              <a:gd name="connsiteY61" fmla="*/ 1551206 h 1648182"/>
              <a:gd name="connsiteX62" fmla="*/ 4650737 w 9662615"/>
              <a:gd name="connsiteY62" fmla="*/ 1537381 h 1648182"/>
              <a:gd name="connsiteX63" fmla="*/ 4583150 w 9662615"/>
              <a:gd name="connsiteY63" fmla="*/ 1529064 h 1648182"/>
              <a:gd name="connsiteX64" fmla="*/ 4521734 w 9662615"/>
              <a:gd name="connsiteY64" fmla="*/ 1529359 h 1648182"/>
              <a:gd name="connsiteX65" fmla="*/ 4382398 w 9662615"/>
              <a:gd name="connsiteY65" fmla="*/ 1534108 h 1648182"/>
              <a:gd name="connsiteX66" fmla="*/ 4221826 w 9662615"/>
              <a:gd name="connsiteY66" fmla="*/ 1500972 h 1648182"/>
              <a:gd name="connsiteX67" fmla="*/ 4096601 w 9662615"/>
              <a:gd name="connsiteY67" fmla="*/ 1521563 h 1648182"/>
              <a:gd name="connsiteX68" fmla="*/ 4058099 w 9662615"/>
              <a:gd name="connsiteY68" fmla="*/ 1648182 h 1648182"/>
              <a:gd name="connsiteX69" fmla="*/ 3833906 w 9662615"/>
              <a:gd name="connsiteY69" fmla="*/ 1516637 h 1648182"/>
              <a:gd name="connsiteX70" fmla="*/ 3696258 w 9662615"/>
              <a:gd name="connsiteY70" fmla="*/ 1537563 h 1648182"/>
              <a:gd name="connsiteX71" fmla="*/ 3594070 w 9662615"/>
              <a:gd name="connsiteY71" fmla="*/ 1509422 h 1648182"/>
              <a:gd name="connsiteX72" fmla="*/ 3565233 w 9662615"/>
              <a:gd name="connsiteY72" fmla="*/ 1515122 h 1648182"/>
              <a:gd name="connsiteX73" fmla="*/ 3560267 w 9662615"/>
              <a:gd name="connsiteY73" fmla="*/ 1516288 h 1648182"/>
              <a:gd name="connsiteX74" fmla="*/ 3540258 w 9662615"/>
              <a:gd name="connsiteY74" fmla="*/ 1516976 h 1648182"/>
              <a:gd name="connsiteX75" fmla="*/ 3534780 w 9662615"/>
              <a:gd name="connsiteY75" fmla="*/ 1522141 h 1648182"/>
              <a:gd name="connsiteX76" fmla="*/ 3504783 w 9662615"/>
              <a:gd name="connsiteY76" fmla="*/ 1526739 h 1648182"/>
              <a:gd name="connsiteX77" fmla="*/ 3430805 w 9662615"/>
              <a:gd name="connsiteY77" fmla="*/ 1542521 h 1648182"/>
              <a:gd name="connsiteX78" fmla="*/ 3292707 w 9662615"/>
              <a:gd name="connsiteY78" fmla="*/ 1520490 h 1648182"/>
              <a:gd name="connsiteX79" fmla="*/ 3187872 w 9662615"/>
              <a:gd name="connsiteY79" fmla="*/ 1519991 h 1648182"/>
              <a:gd name="connsiteX80" fmla="*/ 3148026 w 9662615"/>
              <a:gd name="connsiteY80" fmla="*/ 1524777 h 1648182"/>
              <a:gd name="connsiteX81" fmla="*/ 3092394 w 9662615"/>
              <a:gd name="connsiteY81" fmla="*/ 1528115 h 1648182"/>
              <a:gd name="connsiteX82" fmla="*/ 2994200 w 9662615"/>
              <a:gd name="connsiteY82" fmla="*/ 1537857 h 1648182"/>
              <a:gd name="connsiteX83" fmla="*/ 2862301 w 9662615"/>
              <a:gd name="connsiteY83" fmla="*/ 1544250 h 1648182"/>
              <a:gd name="connsiteX84" fmla="*/ 2766335 w 9662615"/>
              <a:gd name="connsiteY84" fmla="*/ 1527662 h 1648182"/>
              <a:gd name="connsiteX85" fmla="*/ 2757836 w 9662615"/>
              <a:gd name="connsiteY85" fmla="*/ 1531371 h 1648182"/>
              <a:gd name="connsiteX86" fmla="*/ 2691555 w 9662615"/>
              <a:gd name="connsiteY86" fmla="*/ 1530283 h 1648182"/>
              <a:gd name="connsiteX87" fmla="*/ 2491676 w 9662615"/>
              <a:gd name="connsiteY87" fmla="*/ 1500859 h 1648182"/>
              <a:gd name="connsiteX88" fmla="*/ 2378036 w 9662615"/>
              <a:gd name="connsiteY88" fmla="*/ 1520645 h 1648182"/>
              <a:gd name="connsiteX89" fmla="*/ 2284269 w 9662615"/>
              <a:gd name="connsiteY89" fmla="*/ 1503068 h 1648182"/>
              <a:gd name="connsiteX90" fmla="*/ 2207104 w 9662615"/>
              <a:gd name="connsiteY90" fmla="*/ 1508888 h 1648182"/>
              <a:gd name="connsiteX91" fmla="*/ 2149226 w 9662615"/>
              <a:gd name="connsiteY91" fmla="*/ 1523409 h 1648182"/>
              <a:gd name="connsiteX92" fmla="*/ 2084783 w 9662615"/>
              <a:gd name="connsiteY92" fmla="*/ 1524245 h 1648182"/>
              <a:gd name="connsiteX93" fmla="*/ 2070075 w 9662615"/>
              <a:gd name="connsiteY93" fmla="*/ 1511285 h 1648182"/>
              <a:gd name="connsiteX94" fmla="*/ 2001057 w 9662615"/>
              <a:gd name="connsiteY94" fmla="*/ 1516449 h 1648182"/>
              <a:gd name="connsiteX95" fmla="*/ 1896330 w 9662615"/>
              <a:gd name="connsiteY95" fmla="*/ 1525725 h 1648182"/>
              <a:gd name="connsiteX96" fmla="*/ 1835994 w 9662615"/>
              <a:gd name="connsiteY96" fmla="*/ 1527678 h 1648182"/>
              <a:gd name="connsiteX97" fmla="*/ 1671119 w 9662615"/>
              <a:gd name="connsiteY97" fmla="*/ 1536701 h 1648182"/>
              <a:gd name="connsiteX98" fmla="*/ 1601337 w 9662615"/>
              <a:gd name="connsiteY98" fmla="*/ 1548552 h 1648182"/>
              <a:gd name="connsiteX99" fmla="*/ 1407755 w 9662615"/>
              <a:gd name="connsiteY99" fmla="*/ 1571444 h 1648182"/>
              <a:gd name="connsiteX100" fmla="*/ 1271994 w 9662615"/>
              <a:gd name="connsiteY100" fmla="*/ 1579471 h 1648182"/>
              <a:gd name="connsiteX101" fmla="*/ 1249226 w 9662615"/>
              <a:gd name="connsiteY101" fmla="*/ 1583140 h 1648182"/>
              <a:gd name="connsiteX102" fmla="*/ 1217719 w 9662615"/>
              <a:gd name="connsiteY102" fmla="*/ 1580863 h 1648182"/>
              <a:gd name="connsiteX103" fmla="*/ 1091432 w 9662615"/>
              <a:gd name="connsiteY103" fmla="*/ 1571003 h 1648182"/>
              <a:gd name="connsiteX104" fmla="*/ 992039 w 9662615"/>
              <a:gd name="connsiteY104" fmla="*/ 1556662 h 1648182"/>
              <a:gd name="connsiteX105" fmla="*/ 868264 w 9662615"/>
              <a:gd name="connsiteY105" fmla="*/ 1566392 h 1648182"/>
              <a:gd name="connsiteX106" fmla="*/ 792765 w 9662615"/>
              <a:gd name="connsiteY106" fmla="*/ 1563102 h 1648182"/>
              <a:gd name="connsiteX107" fmla="*/ 669055 w 9662615"/>
              <a:gd name="connsiteY107" fmla="*/ 1543638 h 1648182"/>
              <a:gd name="connsiteX108" fmla="*/ 506152 w 9662615"/>
              <a:gd name="connsiteY108" fmla="*/ 1549124 h 1648182"/>
              <a:gd name="connsiteX109" fmla="*/ 472797 w 9662615"/>
              <a:gd name="connsiteY109" fmla="*/ 1568904 h 1648182"/>
              <a:gd name="connsiteX110" fmla="*/ 427864 w 9662615"/>
              <a:gd name="connsiteY110" fmla="*/ 1580848 h 1648182"/>
              <a:gd name="connsiteX111" fmla="*/ 408381 w 9662615"/>
              <a:gd name="connsiteY111" fmla="*/ 1552940 h 1648182"/>
              <a:gd name="connsiteX112" fmla="*/ 267163 w 9662615"/>
              <a:gd name="connsiteY112" fmla="*/ 1531913 h 1648182"/>
              <a:gd name="connsiteX113" fmla="*/ 196644 w 9662615"/>
              <a:gd name="connsiteY113" fmla="*/ 1524565 h 1648182"/>
              <a:gd name="connsiteX114" fmla="*/ 86819 w 9662615"/>
              <a:gd name="connsiteY114" fmla="*/ 1519517 h 1648182"/>
              <a:gd name="connsiteX115" fmla="*/ 53369 w 9662615"/>
              <a:gd name="connsiteY115" fmla="*/ 1516853 h 1648182"/>
              <a:gd name="connsiteX116" fmla="*/ 2359 w 9662615"/>
              <a:gd name="connsiteY116" fmla="*/ 1515247 h 1648182"/>
              <a:gd name="connsiteX117" fmla="*/ 0 w 9662615"/>
              <a:gd name="connsiteY117" fmla="*/ 1514932 h 1648182"/>
              <a:gd name="connsiteX118" fmla="*/ 0 w 9662615"/>
              <a:gd name="connsiteY118" fmla="*/ 0 h 1648182"/>
              <a:gd name="connsiteX0" fmla="*/ 0 w 9662615"/>
              <a:gd name="connsiteY0" fmla="*/ 0 h 1723719"/>
              <a:gd name="connsiteX1" fmla="*/ 9662615 w 9662615"/>
              <a:gd name="connsiteY1" fmla="*/ 0 h 1723719"/>
              <a:gd name="connsiteX2" fmla="*/ 9662615 w 9662615"/>
              <a:gd name="connsiteY2" fmla="*/ 1280346 h 1723719"/>
              <a:gd name="connsiteX3" fmla="*/ 9658420 w 9662615"/>
              <a:gd name="connsiteY3" fmla="*/ 1280106 h 1723719"/>
              <a:gd name="connsiteX4" fmla="*/ 9469546 w 9662615"/>
              <a:gd name="connsiteY4" fmla="*/ 1289837 h 1723719"/>
              <a:gd name="connsiteX5" fmla="*/ 9385895 w 9662615"/>
              <a:gd name="connsiteY5" fmla="*/ 1269203 h 1723719"/>
              <a:gd name="connsiteX6" fmla="*/ 9144767 w 9662615"/>
              <a:gd name="connsiteY6" fmla="*/ 1264120 h 1723719"/>
              <a:gd name="connsiteX7" fmla="*/ 8837252 w 9662615"/>
              <a:gd name="connsiteY7" fmla="*/ 1350515 h 1723719"/>
              <a:gd name="connsiteX8" fmla="*/ 8705466 w 9662615"/>
              <a:gd name="connsiteY8" fmla="*/ 1342419 h 1723719"/>
              <a:gd name="connsiteX9" fmla="*/ 8652221 w 9662615"/>
              <a:gd name="connsiteY9" fmla="*/ 1326906 h 1723719"/>
              <a:gd name="connsiteX10" fmla="*/ 8632312 w 9662615"/>
              <a:gd name="connsiteY10" fmla="*/ 1326025 h 1723719"/>
              <a:gd name="connsiteX11" fmla="*/ 8591582 w 9662615"/>
              <a:gd name="connsiteY11" fmla="*/ 1341666 h 1723719"/>
              <a:gd name="connsiteX12" fmla="*/ 8537336 w 9662615"/>
              <a:gd name="connsiteY12" fmla="*/ 1341684 h 1723719"/>
              <a:gd name="connsiteX13" fmla="*/ 8472508 w 9662615"/>
              <a:gd name="connsiteY13" fmla="*/ 1363109 h 1723719"/>
              <a:gd name="connsiteX14" fmla="*/ 8258477 w 9662615"/>
              <a:gd name="connsiteY14" fmla="*/ 1370666 h 1723719"/>
              <a:gd name="connsiteX15" fmla="*/ 8197961 w 9662615"/>
              <a:gd name="connsiteY15" fmla="*/ 1392804 h 1723719"/>
              <a:gd name="connsiteX16" fmla="*/ 8171196 w 9662615"/>
              <a:gd name="connsiteY16" fmla="*/ 1397216 h 1723719"/>
              <a:gd name="connsiteX17" fmla="*/ 8127667 w 9662615"/>
              <a:gd name="connsiteY17" fmla="*/ 1418254 h 1723719"/>
              <a:gd name="connsiteX18" fmla="*/ 7974579 w 9662615"/>
              <a:gd name="connsiteY18" fmla="*/ 1383439 h 1723719"/>
              <a:gd name="connsiteX19" fmla="*/ 7768351 w 9662615"/>
              <a:gd name="connsiteY19" fmla="*/ 1395051 h 1723719"/>
              <a:gd name="connsiteX20" fmla="*/ 7635985 w 9662615"/>
              <a:gd name="connsiteY20" fmla="*/ 1386363 h 1723719"/>
              <a:gd name="connsiteX21" fmla="*/ 7466069 w 9662615"/>
              <a:gd name="connsiteY21" fmla="*/ 1377654 h 1723719"/>
              <a:gd name="connsiteX22" fmla="*/ 7355642 w 9662615"/>
              <a:gd name="connsiteY22" fmla="*/ 1407761 h 1723719"/>
              <a:gd name="connsiteX23" fmla="*/ 7151610 w 9662615"/>
              <a:gd name="connsiteY23" fmla="*/ 1397856 h 1723719"/>
              <a:gd name="connsiteX24" fmla="*/ 7082147 w 9662615"/>
              <a:gd name="connsiteY24" fmla="*/ 1406113 h 1723719"/>
              <a:gd name="connsiteX25" fmla="*/ 7014958 w 9662615"/>
              <a:gd name="connsiteY25" fmla="*/ 1396883 h 1723719"/>
              <a:gd name="connsiteX26" fmla="*/ 6907567 w 9662615"/>
              <a:gd name="connsiteY26" fmla="*/ 1419149 h 1723719"/>
              <a:gd name="connsiteX27" fmla="*/ 6748428 w 9662615"/>
              <a:gd name="connsiteY27" fmla="*/ 1420308 h 1723719"/>
              <a:gd name="connsiteX28" fmla="*/ 6654257 w 9662615"/>
              <a:gd name="connsiteY28" fmla="*/ 1424143 h 1723719"/>
              <a:gd name="connsiteX29" fmla="*/ 6620123 w 9662615"/>
              <a:gd name="connsiteY29" fmla="*/ 1430535 h 1723719"/>
              <a:gd name="connsiteX30" fmla="*/ 6571355 w 9662615"/>
              <a:gd name="connsiteY30" fmla="*/ 1436144 h 1723719"/>
              <a:gd name="connsiteX31" fmla="*/ 6486557 w 9662615"/>
              <a:gd name="connsiteY31" fmla="*/ 1449861 h 1723719"/>
              <a:gd name="connsiteX32" fmla="*/ 6370419 w 9662615"/>
              <a:gd name="connsiteY32" fmla="*/ 1461649 h 1723719"/>
              <a:gd name="connsiteX33" fmla="*/ 6278839 w 9662615"/>
              <a:gd name="connsiteY33" fmla="*/ 1449160 h 1723719"/>
              <a:gd name="connsiteX34" fmla="*/ 6272455 w 9662615"/>
              <a:gd name="connsiteY34" fmla="*/ 1453191 h 1723719"/>
              <a:gd name="connsiteX35" fmla="*/ 6212659 w 9662615"/>
              <a:gd name="connsiteY35" fmla="*/ 1454850 h 1723719"/>
              <a:gd name="connsiteX36" fmla="*/ 6069317 w 9662615"/>
              <a:gd name="connsiteY36" fmla="*/ 1445838 h 1723719"/>
              <a:gd name="connsiteX37" fmla="*/ 5878477 w 9662615"/>
              <a:gd name="connsiteY37" fmla="*/ 1439180 h 1723719"/>
              <a:gd name="connsiteX38" fmla="*/ 5838387 w 9662615"/>
              <a:gd name="connsiteY38" fmla="*/ 1444679 h 1723719"/>
              <a:gd name="connsiteX39" fmla="*/ 5771136 w 9662615"/>
              <a:gd name="connsiteY39" fmla="*/ 1453639 h 1723719"/>
              <a:gd name="connsiteX40" fmla="*/ 5724081 w 9662615"/>
              <a:gd name="connsiteY40" fmla="*/ 1470431 h 1723719"/>
              <a:gd name="connsiteX41" fmla="*/ 5666577 w 9662615"/>
              <a:gd name="connsiteY41" fmla="*/ 1473921 h 1723719"/>
              <a:gd name="connsiteX42" fmla="*/ 5649068 w 9662615"/>
              <a:gd name="connsiteY42" fmla="*/ 1461676 h 1723719"/>
              <a:gd name="connsiteX43" fmla="*/ 5588902 w 9662615"/>
              <a:gd name="connsiteY43" fmla="*/ 1469647 h 1723719"/>
              <a:gd name="connsiteX44" fmla="*/ 5498090 w 9662615"/>
              <a:gd name="connsiteY44" fmla="*/ 1483173 h 1723719"/>
              <a:gd name="connsiteX45" fmla="*/ 5444641 w 9662615"/>
              <a:gd name="connsiteY45" fmla="*/ 1487602 h 1723719"/>
              <a:gd name="connsiteX46" fmla="*/ 5299812 w 9662615"/>
              <a:gd name="connsiteY46" fmla="*/ 1503362 h 1723719"/>
              <a:gd name="connsiteX47" fmla="*/ 5213947 w 9662615"/>
              <a:gd name="connsiteY47" fmla="*/ 1516637 h 1723719"/>
              <a:gd name="connsiteX48" fmla="*/ 5090342 w 9662615"/>
              <a:gd name="connsiteY48" fmla="*/ 1546680 h 1723719"/>
              <a:gd name="connsiteX49" fmla="*/ 5129812 w 9662615"/>
              <a:gd name="connsiteY49" fmla="*/ 1521277 h 1723719"/>
              <a:gd name="connsiteX50" fmla="*/ 5059484 w 9662615"/>
              <a:gd name="connsiteY50" fmla="*/ 1546802 h 1723719"/>
              <a:gd name="connsiteX51" fmla="*/ 5038524 w 9662615"/>
              <a:gd name="connsiteY51" fmla="*/ 1545675 h 1723719"/>
              <a:gd name="connsiteX52" fmla="*/ 5026564 w 9662615"/>
              <a:gd name="connsiteY52" fmla="*/ 1545376 h 1723719"/>
              <a:gd name="connsiteX53" fmla="*/ 4969433 w 9662615"/>
              <a:gd name="connsiteY53" fmla="*/ 1550865 h 1723719"/>
              <a:gd name="connsiteX54" fmla="*/ 4929254 w 9662615"/>
              <a:gd name="connsiteY54" fmla="*/ 1563452 h 1723719"/>
              <a:gd name="connsiteX55" fmla="*/ 4871726 w 9662615"/>
              <a:gd name="connsiteY55" fmla="*/ 1570584 h 1723719"/>
              <a:gd name="connsiteX56" fmla="*/ 4843267 w 9662615"/>
              <a:gd name="connsiteY56" fmla="*/ 1561459 h 1723719"/>
              <a:gd name="connsiteX57" fmla="*/ 4821058 w 9662615"/>
              <a:gd name="connsiteY57" fmla="*/ 1553078 h 1723719"/>
              <a:gd name="connsiteX58" fmla="*/ 4791466 w 9662615"/>
              <a:gd name="connsiteY58" fmla="*/ 1561324 h 1723719"/>
              <a:gd name="connsiteX59" fmla="*/ 4784247 w 9662615"/>
              <a:gd name="connsiteY59" fmla="*/ 1562342 h 1723719"/>
              <a:gd name="connsiteX60" fmla="*/ 4739309 w 9662615"/>
              <a:gd name="connsiteY60" fmla="*/ 1553948 h 1723719"/>
              <a:gd name="connsiteX61" fmla="*/ 4697562 w 9662615"/>
              <a:gd name="connsiteY61" fmla="*/ 1551206 h 1723719"/>
              <a:gd name="connsiteX62" fmla="*/ 4650737 w 9662615"/>
              <a:gd name="connsiteY62" fmla="*/ 1537381 h 1723719"/>
              <a:gd name="connsiteX63" fmla="*/ 4583150 w 9662615"/>
              <a:gd name="connsiteY63" fmla="*/ 1529064 h 1723719"/>
              <a:gd name="connsiteX64" fmla="*/ 4521734 w 9662615"/>
              <a:gd name="connsiteY64" fmla="*/ 1529359 h 1723719"/>
              <a:gd name="connsiteX65" fmla="*/ 4382398 w 9662615"/>
              <a:gd name="connsiteY65" fmla="*/ 1534108 h 1723719"/>
              <a:gd name="connsiteX66" fmla="*/ 4221826 w 9662615"/>
              <a:gd name="connsiteY66" fmla="*/ 1500972 h 1723719"/>
              <a:gd name="connsiteX67" fmla="*/ 4096601 w 9662615"/>
              <a:gd name="connsiteY67" fmla="*/ 1521563 h 1723719"/>
              <a:gd name="connsiteX68" fmla="*/ 3970635 w 9662615"/>
              <a:gd name="connsiteY68" fmla="*/ 1723719 h 1723719"/>
              <a:gd name="connsiteX69" fmla="*/ 3833906 w 9662615"/>
              <a:gd name="connsiteY69" fmla="*/ 1516637 h 1723719"/>
              <a:gd name="connsiteX70" fmla="*/ 3696258 w 9662615"/>
              <a:gd name="connsiteY70" fmla="*/ 1537563 h 1723719"/>
              <a:gd name="connsiteX71" fmla="*/ 3594070 w 9662615"/>
              <a:gd name="connsiteY71" fmla="*/ 1509422 h 1723719"/>
              <a:gd name="connsiteX72" fmla="*/ 3565233 w 9662615"/>
              <a:gd name="connsiteY72" fmla="*/ 1515122 h 1723719"/>
              <a:gd name="connsiteX73" fmla="*/ 3560267 w 9662615"/>
              <a:gd name="connsiteY73" fmla="*/ 1516288 h 1723719"/>
              <a:gd name="connsiteX74" fmla="*/ 3540258 w 9662615"/>
              <a:gd name="connsiteY74" fmla="*/ 1516976 h 1723719"/>
              <a:gd name="connsiteX75" fmla="*/ 3534780 w 9662615"/>
              <a:gd name="connsiteY75" fmla="*/ 1522141 h 1723719"/>
              <a:gd name="connsiteX76" fmla="*/ 3504783 w 9662615"/>
              <a:gd name="connsiteY76" fmla="*/ 1526739 h 1723719"/>
              <a:gd name="connsiteX77" fmla="*/ 3430805 w 9662615"/>
              <a:gd name="connsiteY77" fmla="*/ 1542521 h 1723719"/>
              <a:gd name="connsiteX78" fmla="*/ 3292707 w 9662615"/>
              <a:gd name="connsiteY78" fmla="*/ 1520490 h 1723719"/>
              <a:gd name="connsiteX79" fmla="*/ 3187872 w 9662615"/>
              <a:gd name="connsiteY79" fmla="*/ 1519991 h 1723719"/>
              <a:gd name="connsiteX80" fmla="*/ 3148026 w 9662615"/>
              <a:gd name="connsiteY80" fmla="*/ 1524777 h 1723719"/>
              <a:gd name="connsiteX81" fmla="*/ 3092394 w 9662615"/>
              <a:gd name="connsiteY81" fmla="*/ 1528115 h 1723719"/>
              <a:gd name="connsiteX82" fmla="*/ 2994200 w 9662615"/>
              <a:gd name="connsiteY82" fmla="*/ 1537857 h 1723719"/>
              <a:gd name="connsiteX83" fmla="*/ 2862301 w 9662615"/>
              <a:gd name="connsiteY83" fmla="*/ 1544250 h 1723719"/>
              <a:gd name="connsiteX84" fmla="*/ 2766335 w 9662615"/>
              <a:gd name="connsiteY84" fmla="*/ 1527662 h 1723719"/>
              <a:gd name="connsiteX85" fmla="*/ 2757836 w 9662615"/>
              <a:gd name="connsiteY85" fmla="*/ 1531371 h 1723719"/>
              <a:gd name="connsiteX86" fmla="*/ 2691555 w 9662615"/>
              <a:gd name="connsiteY86" fmla="*/ 1530283 h 1723719"/>
              <a:gd name="connsiteX87" fmla="*/ 2491676 w 9662615"/>
              <a:gd name="connsiteY87" fmla="*/ 1500859 h 1723719"/>
              <a:gd name="connsiteX88" fmla="*/ 2378036 w 9662615"/>
              <a:gd name="connsiteY88" fmla="*/ 1520645 h 1723719"/>
              <a:gd name="connsiteX89" fmla="*/ 2284269 w 9662615"/>
              <a:gd name="connsiteY89" fmla="*/ 1503068 h 1723719"/>
              <a:gd name="connsiteX90" fmla="*/ 2207104 w 9662615"/>
              <a:gd name="connsiteY90" fmla="*/ 1508888 h 1723719"/>
              <a:gd name="connsiteX91" fmla="*/ 2149226 w 9662615"/>
              <a:gd name="connsiteY91" fmla="*/ 1523409 h 1723719"/>
              <a:gd name="connsiteX92" fmla="*/ 2084783 w 9662615"/>
              <a:gd name="connsiteY92" fmla="*/ 1524245 h 1723719"/>
              <a:gd name="connsiteX93" fmla="*/ 2070075 w 9662615"/>
              <a:gd name="connsiteY93" fmla="*/ 1511285 h 1723719"/>
              <a:gd name="connsiteX94" fmla="*/ 2001057 w 9662615"/>
              <a:gd name="connsiteY94" fmla="*/ 1516449 h 1723719"/>
              <a:gd name="connsiteX95" fmla="*/ 1896330 w 9662615"/>
              <a:gd name="connsiteY95" fmla="*/ 1525725 h 1723719"/>
              <a:gd name="connsiteX96" fmla="*/ 1835994 w 9662615"/>
              <a:gd name="connsiteY96" fmla="*/ 1527678 h 1723719"/>
              <a:gd name="connsiteX97" fmla="*/ 1671119 w 9662615"/>
              <a:gd name="connsiteY97" fmla="*/ 1536701 h 1723719"/>
              <a:gd name="connsiteX98" fmla="*/ 1601337 w 9662615"/>
              <a:gd name="connsiteY98" fmla="*/ 1548552 h 1723719"/>
              <a:gd name="connsiteX99" fmla="*/ 1407755 w 9662615"/>
              <a:gd name="connsiteY99" fmla="*/ 1571444 h 1723719"/>
              <a:gd name="connsiteX100" fmla="*/ 1271994 w 9662615"/>
              <a:gd name="connsiteY100" fmla="*/ 1579471 h 1723719"/>
              <a:gd name="connsiteX101" fmla="*/ 1249226 w 9662615"/>
              <a:gd name="connsiteY101" fmla="*/ 1583140 h 1723719"/>
              <a:gd name="connsiteX102" fmla="*/ 1217719 w 9662615"/>
              <a:gd name="connsiteY102" fmla="*/ 1580863 h 1723719"/>
              <a:gd name="connsiteX103" fmla="*/ 1091432 w 9662615"/>
              <a:gd name="connsiteY103" fmla="*/ 1571003 h 1723719"/>
              <a:gd name="connsiteX104" fmla="*/ 992039 w 9662615"/>
              <a:gd name="connsiteY104" fmla="*/ 1556662 h 1723719"/>
              <a:gd name="connsiteX105" fmla="*/ 868264 w 9662615"/>
              <a:gd name="connsiteY105" fmla="*/ 1566392 h 1723719"/>
              <a:gd name="connsiteX106" fmla="*/ 792765 w 9662615"/>
              <a:gd name="connsiteY106" fmla="*/ 1563102 h 1723719"/>
              <a:gd name="connsiteX107" fmla="*/ 669055 w 9662615"/>
              <a:gd name="connsiteY107" fmla="*/ 1543638 h 1723719"/>
              <a:gd name="connsiteX108" fmla="*/ 506152 w 9662615"/>
              <a:gd name="connsiteY108" fmla="*/ 1549124 h 1723719"/>
              <a:gd name="connsiteX109" fmla="*/ 472797 w 9662615"/>
              <a:gd name="connsiteY109" fmla="*/ 1568904 h 1723719"/>
              <a:gd name="connsiteX110" fmla="*/ 427864 w 9662615"/>
              <a:gd name="connsiteY110" fmla="*/ 1580848 h 1723719"/>
              <a:gd name="connsiteX111" fmla="*/ 408381 w 9662615"/>
              <a:gd name="connsiteY111" fmla="*/ 1552940 h 1723719"/>
              <a:gd name="connsiteX112" fmla="*/ 267163 w 9662615"/>
              <a:gd name="connsiteY112" fmla="*/ 1531913 h 1723719"/>
              <a:gd name="connsiteX113" fmla="*/ 196644 w 9662615"/>
              <a:gd name="connsiteY113" fmla="*/ 1524565 h 1723719"/>
              <a:gd name="connsiteX114" fmla="*/ 86819 w 9662615"/>
              <a:gd name="connsiteY114" fmla="*/ 1519517 h 1723719"/>
              <a:gd name="connsiteX115" fmla="*/ 53369 w 9662615"/>
              <a:gd name="connsiteY115" fmla="*/ 1516853 h 1723719"/>
              <a:gd name="connsiteX116" fmla="*/ 2359 w 9662615"/>
              <a:gd name="connsiteY116" fmla="*/ 1515247 h 1723719"/>
              <a:gd name="connsiteX117" fmla="*/ 0 w 9662615"/>
              <a:gd name="connsiteY117" fmla="*/ 1514932 h 1723719"/>
              <a:gd name="connsiteX118" fmla="*/ 0 w 9662615"/>
              <a:gd name="connsiteY118" fmla="*/ 0 h 1723719"/>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696258 w 9662615"/>
              <a:gd name="connsiteY70" fmla="*/ 1537563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594070 w 9662615"/>
              <a:gd name="connsiteY71" fmla="*/ 1509422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29812 w 9662615"/>
              <a:gd name="connsiteY49" fmla="*/ 1521277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090342 w 9662615"/>
              <a:gd name="connsiteY48" fmla="*/ 1546680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37764 w 9662615"/>
              <a:gd name="connsiteY49" fmla="*/ 1481521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13947 w 9662615"/>
              <a:gd name="connsiteY47" fmla="*/ 1516637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15161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7014958 w 9662615"/>
              <a:gd name="connsiteY25" fmla="*/ 1396883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127667 w 9662615"/>
              <a:gd name="connsiteY17" fmla="*/ 1418254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58477 w 9662615"/>
              <a:gd name="connsiteY14" fmla="*/ 1370666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837252 w 9662615"/>
              <a:gd name="connsiteY7" fmla="*/ 1350515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05466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52221 w 9662615"/>
              <a:gd name="connsiteY9" fmla="*/ 1326906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32312 w 9662615"/>
              <a:gd name="connsiteY10" fmla="*/ 1326025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72508 w 9662615"/>
              <a:gd name="connsiteY13" fmla="*/ 1363109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85895 w 9662615"/>
              <a:gd name="connsiteY5" fmla="*/ 1269203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784979 w 9662615"/>
              <a:gd name="connsiteY8" fmla="*/ 1342419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58420 w 9662615"/>
              <a:gd name="connsiteY3" fmla="*/ 1280106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618664 w 9662615"/>
              <a:gd name="connsiteY3" fmla="*/ 1331789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929254 w 9662615"/>
              <a:gd name="connsiteY54" fmla="*/ 1563452 h 1583140"/>
              <a:gd name="connsiteX55" fmla="*/ 4871726 w 9662615"/>
              <a:gd name="connsiteY55" fmla="*/ 1570584 h 1583140"/>
              <a:gd name="connsiteX56" fmla="*/ 4843267 w 9662615"/>
              <a:gd name="connsiteY56" fmla="*/ 1561459 h 1583140"/>
              <a:gd name="connsiteX57" fmla="*/ 4821058 w 9662615"/>
              <a:gd name="connsiteY57" fmla="*/ 1553078 h 1583140"/>
              <a:gd name="connsiteX58" fmla="*/ 4791466 w 9662615"/>
              <a:gd name="connsiteY58" fmla="*/ 1561324 h 1583140"/>
              <a:gd name="connsiteX59" fmla="*/ 4784247 w 9662615"/>
              <a:gd name="connsiteY59" fmla="*/ 1562342 h 1583140"/>
              <a:gd name="connsiteX60" fmla="*/ 4739309 w 9662615"/>
              <a:gd name="connsiteY60" fmla="*/ 1553948 h 1583140"/>
              <a:gd name="connsiteX61" fmla="*/ 4697562 w 9662615"/>
              <a:gd name="connsiteY61" fmla="*/ 1551206 h 1583140"/>
              <a:gd name="connsiteX62" fmla="*/ 4650737 w 9662615"/>
              <a:gd name="connsiteY62" fmla="*/ 1537381 h 1583140"/>
              <a:gd name="connsiteX63" fmla="*/ 4583150 w 9662615"/>
              <a:gd name="connsiteY63" fmla="*/ 1529064 h 1583140"/>
              <a:gd name="connsiteX64" fmla="*/ 4521734 w 9662615"/>
              <a:gd name="connsiteY64" fmla="*/ 1529359 h 1583140"/>
              <a:gd name="connsiteX65" fmla="*/ 4382398 w 9662615"/>
              <a:gd name="connsiteY65" fmla="*/ 1534108 h 1583140"/>
              <a:gd name="connsiteX66" fmla="*/ 4221826 w 9662615"/>
              <a:gd name="connsiteY66" fmla="*/ 1500972 h 1583140"/>
              <a:gd name="connsiteX67" fmla="*/ 4096601 w 9662615"/>
              <a:gd name="connsiteY67" fmla="*/ 1521563 h 1583140"/>
              <a:gd name="connsiteX68" fmla="*/ 4002441 w 9662615"/>
              <a:gd name="connsiteY68" fmla="*/ 1528912 h 1583140"/>
              <a:gd name="connsiteX69" fmla="*/ 3833906 w 9662615"/>
              <a:gd name="connsiteY69" fmla="*/ 1516637 h 1583140"/>
              <a:gd name="connsiteX70" fmla="*/ 3763845 w 9662615"/>
              <a:gd name="connsiteY70" fmla="*/ 1501782 h 1583140"/>
              <a:gd name="connsiteX71" fmla="*/ 3641778 w 9662615"/>
              <a:gd name="connsiteY71" fmla="*/ 1505446 h 1583140"/>
              <a:gd name="connsiteX72" fmla="*/ 3565233 w 9662615"/>
              <a:gd name="connsiteY72" fmla="*/ 1515122 h 1583140"/>
              <a:gd name="connsiteX73" fmla="*/ 3560267 w 9662615"/>
              <a:gd name="connsiteY73" fmla="*/ 1516288 h 1583140"/>
              <a:gd name="connsiteX74" fmla="*/ 3540258 w 9662615"/>
              <a:gd name="connsiteY74" fmla="*/ 1516976 h 1583140"/>
              <a:gd name="connsiteX75" fmla="*/ 3534780 w 9662615"/>
              <a:gd name="connsiteY75" fmla="*/ 1522141 h 1583140"/>
              <a:gd name="connsiteX76" fmla="*/ 3504783 w 9662615"/>
              <a:gd name="connsiteY76" fmla="*/ 1526739 h 1583140"/>
              <a:gd name="connsiteX77" fmla="*/ 3430805 w 9662615"/>
              <a:gd name="connsiteY77" fmla="*/ 1542521 h 1583140"/>
              <a:gd name="connsiteX78" fmla="*/ 3292707 w 9662615"/>
              <a:gd name="connsiteY78" fmla="*/ 1520490 h 1583140"/>
              <a:gd name="connsiteX79" fmla="*/ 3187872 w 9662615"/>
              <a:gd name="connsiteY79" fmla="*/ 1519991 h 1583140"/>
              <a:gd name="connsiteX80" fmla="*/ 3148026 w 9662615"/>
              <a:gd name="connsiteY80" fmla="*/ 1524777 h 1583140"/>
              <a:gd name="connsiteX81" fmla="*/ 3092394 w 9662615"/>
              <a:gd name="connsiteY81" fmla="*/ 1528115 h 1583140"/>
              <a:gd name="connsiteX82" fmla="*/ 2994200 w 9662615"/>
              <a:gd name="connsiteY82" fmla="*/ 1537857 h 1583140"/>
              <a:gd name="connsiteX83" fmla="*/ 2862301 w 9662615"/>
              <a:gd name="connsiteY83" fmla="*/ 1544250 h 1583140"/>
              <a:gd name="connsiteX84" fmla="*/ 2766335 w 9662615"/>
              <a:gd name="connsiteY84" fmla="*/ 1527662 h 1583140"/>
              <a:gd name="connsiteX85" fmla="*/ 2757836 w 9662615"/>
              <a:gd name="connsiteY85" fmla="*/ 1531371 h 1583140"/>
              <a:gd name="connsiteX86" fmla="*/ 2691555 w 9662615"/>
              <a:gd name="connsiteY86" fmla="*/ 1530283 h 1583140"/>
              <a:gd name="connsiteX87" fmla="*/ 2491676 w 9662615"/>
              <a:gd name="connsiteY87" fmla="*/ 1500859 h 1583140"/>
              <a:gd name="connsiteX88" fmla="*/ 2378036 w 9662615"/>
              <a:gd name="connsiteY88" fmla="*/ 1520645 h 1583140"/>
              <a:gd name="connsiteX89" fmla="*/ 2284269 w 9662615"/>
              <a:gd name="connsiteY89" fmla="*/ 1503068 h 1583140"/>
              <a:gd name="connsiteX90" fmla="*/ 2207104 w 9662615"/>
              <a:gd name="connsiteY90" fmla="*/ 1508888 h 1583140"/>
              <a:gd name="connsiteX91" fmla="*/ 2149226 w 9662615"/>
              <a:gd name="connsiteY91" fmla="*/ 1523409 h 1583140"/>
              <a:gd name="connsiteX92" fmla="*/ 2084783 w 9662615"/>
              <a:gd name="connsiteY92" fmla="*/ 1524245 h 1583140"/>
              <a:gd name="connsiteX93" fmla="*/ 2070075 w 9662615"/>
              <a:gd name="connsiteY93" fmla="*/ 1511285 h 1583140"/>
              <a:gd name="connsiteX94" fmla="*/ 2001057 w 9662615"/>
              <a:gd name="connsiteY94" fmla="*/ 1516449 h 1583140"/>
              <a:gd name="connsiteX95" fmla="*/ 1896330 w 9662615"/>
              <a:gd name="connsiteY95" fmla="*/ 1525725 h 1583140"/>
              <a:gd name="connsiteX96" fmla="*/ 1835994 w 9662615"/>
              <a:gd name="connsiteY96" fmla="*/ 1527678 h 1583140"/>
              <a:gd name="connsiteX97" fmla="*/ 1671119 w 9662615"/>
              <a:gd name="connsiteY97" fmla="*/ 1536701 h 1583140"/>
              <a:gd name="connsiteX98" fmla="*/ 1601337 w 9662615"/>
              <a:gd name="connsiteY98" fmla="*/ 1548552 h 1583140"/>
              <a:gd name="connsiteX99" fmla="*/ 1407755 w 9662615"/>
              <a:gd name="connsiteY99" fmla="*/ 1571444 h 1583140"/>
              <a:gd name="connsiteX100" fmla="*/ 1271994 w 9662615"/>
              <a:gd name="connsiteY100" fmla="*/ 1579471 h 1583140"/>
              <a:gd name="connsiteX101" fmla="*/ 1249226 w 9662615"/>
              <a:gd name="connsiteY101" fmla="*/ 1583140 h 1583140"/>
              <a:gd name="connsiteX102" fmla="*/ 1217719 w 9662615"/>
              <a:gd name="connsiteY102" fmla="*/ 1580863 h 1583140"/>
              <a:gd name="connsiteX103" fmla="*/ 1091432 w 9662615"/>
              <a:gd name="connsiteY103" fmla="*/ 1571003 h 1583140"/>
              <a:gd name="connsiteX104" fmla="*/ 992039 w 9662615"/>
              <a:gd name="connsiteY104" fmla="*/ 1556662 h 1583140"/>
              <a:gd name="connsiteX105" fmla="*/ 868264 w 9662615"/>
              <a:gd name="connsiteY105" fmla="*/ 1566392 h 1583140"/>
              <a:gd name="connsiteX106" fmla="*/ 792765 w 9662615"/>
              <a:gd name="connsiteY106" fmla="*/ 1563102 h 1583140"/>
              <a:gd name="connsiteX107" fmla="*/ 669055 w 9662615"/>
              <a:gd name="connsiteY107" fmla="*/ 1543638 h 1583140"/>
              <a:gd name="connsiteX108" fmla="*/ 506152 w 9662615"/>
              <a:gd name="connsiteY108" fmla="*/ 1549124 h 1583140"/>
              <a:gd name="connsiteX109" fmla="*/ 472797 w 9662615"/>
              <a:gd name="connsiteY109" fmla="*/ 1568904 h 1583140"/>
              <a:gd name="connsiteX110" fmla="*/ 427864 w 9662615"/>
              <a:gd name="connsiteY110" fmla="*/ 1580848 h 1583140"/>
              <a:gd name="connsiteX111" fmla="*/ 408381 w 9662615"/>
              <a:gd name="connsiteY111" fmla="*/ 1552940 h 1583140"/>
              <a:gd name="connsiteX112" fmla="*/ 267163 w 9662615"/>
              <a:gd name="connsiteY112" fmla="*/ 1531913 h 1583140"/>
              <a:gd name="connsiteX113" fmla="*/ 196644 w 9662615"/>
              <a:gd name="connsiteY113" fmla="*/ 1524565 h 1583140"/>
              <a:gd name="connsiteX114" fmla="*/ 86819 w 9662615"/>
              <a:gd name="connsiteY114" fmla="*/ 1519517 h 1583140"/>
              <a:gd name="connsiteX115" fmla="*/ 53369 w 9662615"/>
              <a:gd name="connsiteY115" fmla="*/ 1516853 h 1583140"/>
              <a:gd name="connsiteX116" fmla="*/ 2359 w 9662615"/>
              <a:gd name="connsiteY116" fmla="*/ 1515247 h 1583140"/>
              <a:gd name="connsiteX117" fmla="*/ 0 w 9662615"/>
              <a:gd name="connsiteY117" fmla="*/ 1514932 h 1583140"/>
              <a:gd name="connsiteX118" fmla="*/ 0 w 9662615"/>
              <a:gd name="connsiteY118"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408381 w 9662615"/>
              <a:gd name="connsiteY110" fmla="*/ 1552940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427864 w 9662615"/>
              <a:gd name="connsiteY109" fmla="*/ 1580848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06152 w 9662615"/>
              <a:gd name="connsiteY107" fmla="*/ 1549124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69055 w 9662615"/>
              <a:gd name="connsiteY106" fmla="*/ 1543638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92039 w 9662615"/>
              <a:gd name="connsiteY103" fmla="*/ 1556662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83140"/>
              <a:gd name="connsiteX1" fmla="*/ 9662615 w 9662615"/>
              <a:gd name="connsiteY1" fmla="*/ 0 h 1583140"/>
              <a:gd name="connsiteX2" fmla="*/ 9662615 w 9662615"/>
              <a:gd name="connsiteY2" fmla="*/ 1280346 h 1583140"/>
              <a:gd name="connsiteX3" fmla="*/ 9551077 w 9662615"/>
              <a:gd name="connsiteY3" fmla="*/ 1292033 h 1583140"/>
              <a:gd name="connsiteX4" fmla="*/ 9469546 w 9662615"/>
              <a:gd name="connsiteY4" fmla="*/ 1289837 h 1583140"/>
              <a:gd name="connsiteX5" fmla="*/ 9326260 w 9662615"/>
              <a:gd name="connsiteY5" fmla="*/ 1277155 h 1583140"/>
              <a:gd name="connsiteX6" fmla="*/ 9144767 w 9662615"/>
              <a:gd name="connsiteY6" fmla="*/ 1264120 h 1583140"/>
              <a:gd name="connsiteX7" fmla="*/ 8976400 w 9662615"/>
              <a:gd name="connsiteY7" fmla="*/ 1326661 h 1583140"/>
              <a:gd name="connsiteX8" fmla="*/ 8828711 w 9662615"/>
              <a:gd name="connsiteY8" fmla="*/ 1346394 h 1583140"/>
              <a:gd name="connsiteX9" fmla="*/ 8695953 w 9662615"/>
              <a:gd name="connsiteY9" fmla="*/ 1346784 h 1583140"/>
              <a:gd name="connsiteX10" fmla="*/ 8652191 w 9662615"/>
              <a:gd name="connsiteY10" fmla="*/ 1345903 h 1583140"/>
              <a:gd name="connsiteX11" fmla="*/ 8591582 w 9662615"/>
              <a:gd name="connsiteY11" fmla="*/ 1341666 h 1583140"/>
              <a:gd name="connsiteX12" fmla="*/ 8537336 w 9662615"/>
              <a:gd name="connsiteY12" fmla="*/ 1341684 h 1583140"/>
              <a:gd name="connsiteX13" fmla="*/ 8416849 w 9662615"/>
              <a:gd name="connsiteY13" fmla="*/ 1367085 h 1583140"/>
              <a:gd name="connsiteX14" fmla="*/ 8278355 w 9662615"/>
              <a:gd name="connsiteY14" fmla="*/ 1386569 h 1583140"/>
              <a:gd name="connsiteX15" fmla="*/ 8197961 w 9662615"/>
              <a:gd name="connsiteY15" fmla="*/ 1392804 h 1583140"/>
              <a:gd name="connsiteX16" fmla="*/ 8171196 w 9662615"/>
              <a:gd name="connsiteY16" fmla="*/ 1397216 h 1583140"/>
              <a:gd name="connsiteX17" fmla="*/ 8087910 w 9662615"/>
              <a:gd name="connsiteY17" fmla="*/ 1386449 h 1583140"/>
              <a:gd name="connsiteX18" fmla="*/ 7974579 w 9662615"/>
              <a:gd name="connsiteY18" fmla="*/ 1383439 h 1583140"/>
              <a:gd name="connsiteX19" fmla="*/ 7768351 w 9662615"/>
              <a:gd name="connsiteY19" fmla="*/ 1395051 h 1583140"/>
              <a:gd name="connsiteX20" fmla="*/ 7635985 w 9662615"/>
              <a:gd name="connsiteY20" fmla="*/ 1386363 h 1583140"/>
              <a:gd name="connsiteX21" fmla="*/ 7466069 w 9662615"/>
              <a:gd name="connsiteY21" fmla="*/ 1377654 h 1583140"/>
              <a:gd name="connsiteX22" fmla="*/ 7355642 w 9662615"/>
              <a:gd name="connsiteY22" fmla="*/ 1407761 h 1583140"/>
              <a:gd name="connsiteX23" fmla="*/ 7215220 w 9662615"/>
              <a:gd name="connsiteY23" fmla="*/ 1397856 h 1583140"/>
              <a:gd name="connsiteX24" fmla="*/ 7082147 w 9662615"/>
              <a:gd name="connsiteY24" fmla="*/ 1406113 h 1583140"/>
              <a:gd name="connsiteX25" fmla="*/ 6987129 w 9662615"/>
              <a:gd name="connsiteY25" fmla="*/ 1404834 h 1583140"/>
              <a:gd name="connsiteX26" fmla="*/ 6907567 w 9662615"/>
              <a:gd name="connsiteY26" fmla="*/ 1419149 h 1583140"/>
              <a:gd name="connsiteX27" fmla="*/ 6748428 w 9662615"/>
              <a:gd name="connsiteY27" fmla="*/ 1420308 h 1583140"/>
              <a:gd name="connsiteX28" fmla="*/ 6654257 w 9662615"/>
              <a:gd name="connsiteY28" fmla="*/ 1424143 h 1583140"/>
              <a:gd name="connsiteX29" fmla="*/ 6620123 w 9662615"/>
              <a:gd name="connsiteY29" fmla="*/ 1430535 h 1583140"/>
              <a:gd name="connsiteX30" fmla="*/ 6571355 w 9662615"/>
              <a:gd name="connsiteY30" fmla="*/ 1436144 h 1583140"/>
              <a:gd name="connsiteX31" fmla="*/ 6486557 w 9662615"/>
              <a:gd name="connsiteY31" fmla="*/ 1449861 h 1583140"/>
              <a:gd name="connsiteX32" fmla="*/ 6370419 w 9662615"/>
              <a:gd name="connsiteY32" fmla="*/ 1461649 h 1583140"/>
              <a:gd name="connsiteX33" fmla="*/ 6278839 w 9662615"/>
              <a:gd name="connsiteY33" fmla="*/ 1449160 h 1583140"/>
              <a:gd name="connsiteX34" fmla="*/ 6272455 w 9662615"/>
              <a:gd name="connsiteY34" fmla="*/ 1453191 h 1583140"/>
              <a:gd name="connsiteX35" fmla="*/ 6212659 w 9662615"/>
              <a:gd name="connsiteY35" fmla="*/ 1454850 h 1583140"/>
              <a:gd name="connsiteX36" fmla="*/ 6069317 w 9662615"/>
              <a:gd name="connsiteY36" fmla="*/ 1445838 h 1583140"/>
              <a:gd name="connsiteX37" fmla="*/ 5878477 w 9662615"/>
              <a:gd name="connsiteY37" fmla="*/ 1439180 h 1583140"/>
              <a:gd name="connsiteX38" fmla="*/ 5838387 w 9662615"/>
              <a:gd name="connsiteY38" fmla="*/ 1444679 h 1583140"/>
              <a:gd name="connsiteX39" fmla="*/ 5771136 w 9662615"/>
              <a:gd name="connsiteY39" fmla="*/ 1453639 h 1583140"/>
              <a:gd name="connsiteX40" fmla="*/ 5724081 w 9662615"/>
              <a:gd name="connsiteY40" fmla="*/ 1470431 h 1583140"/>
              <a:gd name="connsiteX41" fmla="*/ 5666577 w 9662615"/>
              <a:gd name="connsiteY41" fmla="*/ 1473921 h 1583140"/>
              <a:gd name="connsiteX42" fmla="*/ 5649068 w 9662615"/>
              <a:gd name="connsiteY42" fmla="*/ 1461676 h 1583140"/>
              <a:gd name="connsiteX43" fmla="*/ 5588902 w 9662615"/>
              <a:gd name="connsiteY43" fmla="*/ 1469647 h 1583140"/>
              <a:gd name="connsiteX44" fmla="*/ 5498090 w 9662615"/>
              <a:gd name="connsiteY44" fmla="*/ 1483173 h 1583140"/>
              <a:gd name="connsiteX45" fmla="*/ 5444641 w 9662615"/>
              <a:gd name="connsiteY45" fmla="*/ 1487602 h 1583140"/>
              <a:gd name="connsiteX46" fmla="*/ 5299812 w 9662615"/>
              <a:gd name="connsiteY46" fmla="*/ 1503362 h 1583140"/>
              <a:gd name="connsiteX47" fmla="*/ 5245752 w 9662615"/>
              <a:gd name="connsiteY47" fmla="*/ 1520612 h 1583140"/>
              <a:gd name="connsiteX48" fmla="*/ 5177807 w 9662615"/>
              <a:gd name="connsiteY48" fmla="*/ 1526802 h 1583140"/>
              <a:gd name="connsiteX49" fmla="*/ 5113910 w 9662615"/>
              <a:gd name="connsiteY49" fmla="*/ 1533205 h 1583140"/>
              <a:gd name="connsiteX50" fmla="*/ 5059484 w 9662615"/>
              <a:gd name="connsiteY50" fmla="*/ 1546802 h 1583140"/>
              <a:gd name="connsiteX51" fmla="*/ 5038524 w 9662615"/>
              <a:gd name="connsiteY51" fmla="*/ 1545675 h 1583140"/>
              <a:gd name="connsiteX52" fmla="*/ 5026564 w 9662615"/>
              <a:gd name="connsiteY52" fmla="*/ 1545376 h 1583140"/>
              <a:gd name="connsiteX53" fmla="*/ 4969433 w 9662615"/>
              <a:gd name="connsiteY53" fmla="*/ 1550865 h 1583140"/>
              <a:gd name="connsiteX54" fmla="*/ 4871726 w 9662615"/>
              <a:gd name="connsiteY54" fmla="*/ 1570584 h 1583140"/>
              <a:gd name="connsiteX55" fmla="*/ 4843267 w 9662615"/>
              <a:gd name="connsiteY55" fmla="*/ 1561459 h 1583140"/>
              <a:gd name="connsiteX56" fmla="*/ 4821058 w 9662615"/>
              <a:gd name="connsiteY56" fmla="*/ 1553078 h 1583140"/>
              <a:gd name="connsiteX57" fmla="*/ 4791466 w 9662615"/>
              <a:gd name="connsiteY57" fmla="*/ 1561324 h 1583140"/>
              <a:gd name="connsiteX58" fmla="*/ 4784247 w 9662615"/>
              <a:gd name="connsiteY58" fmla="*/ 1562342 h 1583140"/>
              <a:gd name="connsiteX59" fmla="*/ 4739309 w 9662615"/>
              <a:gd name="connsiteY59" fmla="*/ 1553948 h 1583140"/>
              <a:gd name="connsiteX60" fmla="*/ 4697562 w 9662615"/>
              <a:gd name="connsiteY60" fmla="*/ 1551206 h 1583140"/>
              <a:gd name="connsiteX61" fmla="*/ 4650737 w 9662615"/>
              <a:gd name="connsiteY61" fmla="*/ 1537381 h 1583140"/>
              <a:gd name="connsiteX62" fmla="*/ 4583150 w 9662615"/>
              <a:gd name="connsiteY62" fmla="*/ 1529064 h 1583140"/>
              <a:gd name="connsiteX63" fmla="*/ 4521734 w 9662615"/>
              <a:gd name="connsiteY63" fmla="*/ 1529359 h 1583140"/>
              <a:gd name="connsiteX64" fmla="*/ 4382398 w 9662615"/>
              <a:gd name="connsiteY64" fmla="*/ 1534108 h 1583140"/>
              <a:gd name="connsiteX65" fmla="*/ 4221826 w 9662615"/>
              <a:gd name="connsiteY65" fmla="*/ 1500972 h 1583140"/>
              <a:gd name="connsiteX66" fmla="*/ 4096601 w 9662615"/>
              <a:gd name="connsiteY66" fmla="*/ 1521563 h 1583140"/>
              <a:gd name="connsiteX67" fmla="*/ 4002441 w 9662615"/>
              <a:gd name="connsiteY67" fmla="*/ 1528912 h 1583140"/>
              <a:gd name="connsiteX68" fmla="*/ 3833906 w 9662615"/>
              <a:gd name="connsiteY68" fmla="*/ 1516637 h 1583140"/>
              <a:gd name="connsiteX69" fmla="*/ 3763845 w 9662615"/>
              <a:gd name="connsiteY69" fmla="*/ 1501782 h 1583140"/>
              <a:gd name="connsiteX70" fmla="*/ 3641778 w 9662615"/>
              <a:gd name="connsiteY70" fmla="*/ 1505446 h 1583140"/>
              <a:gd name="connsiteX71" fmla="*/ 3565233 w 9662615"/>
              <a:gd name="connsiteY71" fmla="*/ 1515122 h 1583140"/>
              <a:gd name="connsiteX72" fmla="*/ 3560267 w 9662615"/>
              <a:gd name="connsiteY72" fmla="*/ 1516288 h 1583140"/>
              <a:gd name="connsiteX73" fmla="*/ 3540258 w 9662615"/>
              <a:gd name="connsiteY73" fmla="*/ 1516976 h 1583140"/>
              <a:gd name="connsiteX74" fmla="*/ 3534780 w 9662615"/>
              <a:gd name="connsiteY74" fmla="*/ 1522141 h 1583140"/>
              <a:gd name="connsiteX75" fmla="*/ 3504783 w 9662615"/>
              <a:gd name="connsiteY75" fmla="*/ 1526739 h 1583140"/>
              <a:gd name="connsiteX76" fmla="*/ 3430805 w 9662615"/>
              <a:gd name="connsiteY76" fmla="*/ 1542521 h 1583140"/>
              <a:gd name="connsiteX77" fmla="*/ 3292707 w 9662615"/>
              <a:gd name="connsiteY77" fmla="*/ 1520490 h 1583140"/>
              <a:gd name="connsiteX78" fmla="*/ 3187872 w 9662615"/>
              <a:gd name="connsiteY78" fmla="*/ 1519991 h 1583140"/>
              <a:gd name="connsiteX79" fmla="*/ 3148026 w 9662615"/>
              <a:gd name="connsiteY79" fmla="*/ 1524777 h 1583140"/>
              <a:gd name="connsiteX80" fmla="*/ 3092394 w 9662615"/>
              <a:gd name="connsiteY80" fmla="*/ 1528115 h 1583140"/>
              <a:gd name="connsiteX81" fmla="*/ 2994200 w 9662615"/>
              <a:gd name="connsiteY81" fmla="*/ 1537857 h 1583140"/>
              <a:gd name="connsiteX82" fmla="*/ 2862301 w 9662615"/>
              <a:gd name="connsiteY82" fmla="*/ 1544250 h 1583140"/>
              <a:gd name="connsiteX83" fmla="*/ 2766335 w 9662615"/>
              <a:gd name="connsiteY83" fmla="*/ 1527662 h 1583140"/>
              <a:gd name="connsiteX84" fmla="*/ 2757836 w 9662615"/>
              <a:gd name="connsiteY84" fmla="*/ 1531371 h 1583140"/>
              <a:gd name="connsiteX85" fmla="*/ 2691555 w 9662615"/>
              <a:gd name="connsiteY85" fmla="*/ 1530283 h 1583140"/>
              <a:gd name="connsiteX86" fmla="*/ 2491676 w 9662615"/>
              <a:gd name="connsiteY86" fmla="*/ 1500859 h 1583140"/>
              <a:gd name="connsiteX87" fmla="*/ 2378036 w 9662615"/>
              <a:gd name="connsiteY87" fmla="*/ 1520645 h 1583140"/>
              <a:gd name="connsiteX88" fmla="*/ 2284269 w 9662615"/>
              <a:gd name="connsiteY88" fmla="*/ 1503068 h 1583140"/>
              <a:gd name="connsiteX89" fmla="*/ 2207104 w 9662615"/>
              <a:gd name="connsiteY89" fmla="*/ 1508888 h 1583140"/>
              <a:gd name="connsiteX90" fmla="*/ 2149226 w 9662615"/>
              <a:gd name="connsiteY90" fmla="*/ 1523409 h 1583140"/>
              <a:gd name="connsiteX91" fmla="*/ 2084783 w 9662615"/>
              <a:gd name="connsiteY91" fmla="*/ 1524245 h 1583140"/>
              <a:gd name="connsiteX92" fmla="*/ 2070075 w 9662615"/>
              <a:gd name="connsiteY92" fmla="*/ 1511285 h 1583140"/>
              <a:gd name="connsiteX93" fmla="*/ 2001057 w 9662615"/>
              <a:gd name="connsiteY93" fmla="*/ 1516449 h 1583140"/>
              <a:gd name="connsiteX94" fmla="*/ 1896330 w 9662615"/>
              <a:gd name="connsiteY94" fmla="*/ 1525725 h 1583140"/>
              <a:gd name="connsiteX95" fmla="*/ 1835994 w 9662615"/>
              <a:gd name="connsiteY95" fmla="*/ 1527678 h 1583140"/>
              <a:gd name="connsiteX96" fmla="*/ 1671119 w 9662615"/>
              <a:gd name="connsiteY96" fmla="*/ 1536701 h 1583140"/>
              <a:gd name="connsiteX97" fmla="*/ 1601337 w 9662615"/>
              <a:gd name="connsiteY97" fmla="*/ 1548552 h 1583140"/>
              <a:gd name="connsiteX98" fmla="*/ 1407755 w 9662615"/>
              <a:gd name="connsiteY98" fmla="*/ 1571444 h 1583140"/>
              <a:gd name="connsiteX99" fmla="*/ 1271994 w 9662615"/>
              <a:gd name="connsiteY99" fmla="*/ 1579471 h 1583140"/>
              <a:gd name="connsiteX100" fmla="*/ 1249226 w 9662615"/>
              <a:gd name="connsiteY100" fmla="*/ 1583140 h 1583140"/>
              <a:gd name="connsiteX101" fmla="*/ 1217719 w 9662615"/>
              <a:gd name="connsiteY101" fmla="*/ 1580863 h 1583140"/>
              <a:gd name="connsiteX102" fmla="*/ 1091432 w 9662615"/>
              <a:gd name="connsiteY102" fmla="*/ 1571003 h 1583140"/>
              <a:gd name="connsiteX103" fmla="*/ 940355 w 9662615"/>
              <a:gd name="connsiteY103" fmla="*/ 1560638 h 1583140"/>
              <a:gd name="connsiteX104" fmla="*/ 868264 w 9662615"/>
              <a:gd name="connsiteY104" fmla="*/ 1566392 h 1583140"/>
              <a:gd name="connsiteX105" fmla="*/ 792765 w 9662615"/>
              <a:gd name="connsiteY105" fmla="*/ 1563102 h 1583140"/>
              <a:gd name="connsiteX106" fmla="*/ 653153 w 9662615"/>
              <a:gd name="connsiteY106" fmla="*/ 1563516 h 1583140"/>
              <a:gd name="connsiteX107" fmla="*/ 541933 w 9662615"/>
              <a:gd name="connsiteY107" fmla="*/ 1561051 h 1583140"/>
              <a:gd name="connsiteX108" fmla="*/ 472797 w 9662615"/>
              <a:gd name="connsiteY108" fmla="*/ 1568904 h 1583140"/>
              <a:gd name="connsiteX109" fmla="*/ 396059 w 9662615"/>
              <a:gd name="connsiteY109" fmla="*/ 1560970 h 1583140"/>
              <a:gd name="connsiteX110" fmla="*/ 336819 w 9662615"/>
              <a:gd name="connsiteY110" fmla="*/ 1560892 h 1583140"/>
              <a:gd name="connsiteX111" fmla="*/ 267163 w 9662615"/>
              <a:gd name="connsiteY111" fmla="*/ 1531913 h 1583140"/>
              <a:gd name="connsiteX112" fmla="*/ 196644 w 9662615"/>
              <a:gd name="connsiteY112" fmla="*/ 1524565 h 1583140"/>
              <a:gd name="connsiteX113" fmla="*/ 86819 w 9662615"/>
              <a:gd name="connsiteY113" fmla="*/ 1519517 h 1583140"/>
              <a:gd name="connsiteX114" fmla="*/ 53369 w 9662615"/>
              <a:gd name="connsiteY114" fmla="*/ 1516853 h 1583140"/>
              <a:gd name="connsiteX115" fmla="*/ 2359 w 9662615"/>
              <a:gd name="connsiteY115" fmla="*/ 1515247 h 1583140"/>
              <a:gd name="connsiteX116" fmla="*/ 0 w 9662615"/>
              <a:gd name="connsiteY116" fmla="*/ 1514932 h 1583140"/>
              <a:gd name="connsiteX117" fmla="*/ 0 w 9662615"/>
              <a:gd name="connsiteY117" fmla="*/ 0 h 1583140"/>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71994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592811"/>
              <a:gd name="connsiteX1" fmla="*/ 9662615 w 9662615"/>
              <a:gd name="connsiteY1" fmla="*/ 0 h 1592811"/>
              <a:gd name="connsiteX2" fmla="*/ 9662615 w 9662615"/>
              <a:gd name="connsiteY2" fmla="*/ 1280346 h 1592811"/>
              <a:gd name="connsiteX3" fmla="*/ 9551077 w 9662615"/>
              <a:gd name="connsiteY3" fmla="*/ 1292033 h 1592811"/>
              <a:gd name="connsiteX4" fmla="*/ 9469546 w 9662615"/>
              <a:gd name="connsiteY4" fmla="*/ 1289837 h 1592811"/>
              <a:gd name="connsiteX5" fmla="*/ 9326260 w 9662615"/>
              <a:gd name="connsiteY5" fmla="*/ 1277155 h 1592811"/>
              <a:gd name="connsiteX6" fmla="*/ 9144767 w 9662615"/>
              <a:gd name="connsiteY6" fmla="*/ 1264120 h 1592811"/>
              <a:gd name="connsiteX7" fmla="*/ 8976400 w 9662615"/>
              <a:gd name="connsiteY7" fmla="*/ 1326661 h 1592811"/>
              <a:gd name="connsiteX8" fmla="*/ 8828711 w 9662615"/>
              <a:gd name="connsiteY8" fmla="*/ 1346394 h 1592811"/>
              <a:gd name="connsiteX9" fmla="*/ 8695953 w 9662615"/>
              <a:gd name="connsiteY9" fmla="*/ 1346784 h 1592811"/>
              <a:gd name="connsiteX10" fmla="*/ 8652191 w 9662615"/>
              <a:gd name="connsiteY10" fmla="*/ 1345903 h 1592811"/>
              <a:gd name="connsiteX11" fmla="*/ 8591582 w 9662615"/>
              <a:gd name="connsiteY11" fmla="*/ 1341666 h 1592811"/>
              <a:gd name="connsiteX12" fmla="*/ 8537336 w 9662615"/>
              <a:gd name="connsiteY12" fmla="*/ 1341684 h 1592811"/>
              <a:gd name="connsiteX13" fmla="*/ 8416849 w 9662615"/>
              <a:gd name="connsiteY13" fmla="*/ 1367085 h 1592811"/>
              <a:gd name="connsiteX14" fmla="*/ 8278355 w 9662615"/>
              <a:gd name="connsiteY14" fmla="*/ 1386569 h 1592811"/>
              <a:gd name="connsiteX15" fmla="*/ 8197961 w 9662615"/>
              <a:gd name="connsiteY15" fmla="*/ 1392804 h 1592811"/>
              <a:gd name="connsiteX16" fmla="*/ 8171196 w 9662615"/>
              <a:gd name="connsiteY16" fmla="*/ 1397216 h 1592811"/>
              <a:gd name="connsiteX17" fmla="*/ 8087910 w 9662615"/>
              <a:gd name="connsiteY17" fmla="*/ 1386449 h 1592811"/>
              <a:gd name="connsiteX18" fmla="*/ 7974579 w 9662615"/>
              <a:gd name="connsiteY18" fmla="*/ 1383439 h 1592811"/>
              <a:gd name="connsiteX19" fmla="*/ 7768351 w 9662615"/>
              <a:gd name="connsiteY19" fmla="*/ 1395051 h 1592811"/>
              <a:gd name="connsiteX20" fmla="*/ 7635985 w 9662615"/>
              <a:gd name="connsiteY20" fmla="*/ 1386363 h 1592811"/>
              <a:gd name="connsiteX21" fmla="*/ 7466069 w 9662615"/>
              <a:gd name="connsiteY21" fmla="*/ 1377654 h 1592811"/>
              <a:gd name="connsiteX22" fmla="*/ 7355642 w 9662615"/>
              <a:gd name="connsiteY22" fmla="*/ 1407761 h 1592811"/>
              <a:gd name="connsiteX23" fmla="*/ 7215220 w 9662615"/>
              <a:gd name="connsiteY23" fmla="*/ 1397856 h 1592811"/>
              <a:gd name="connsiteX24" fmla="*/ 7082147 w 9662615"/>
              <a:gd name="connsiteY24" fmla="*/ 1406113 h 1592811"/>
              <a:gd name="connsiteX25" fmla="*/ 6987129 w 9662615"/>
              <a:gd name="connsiteY25" fmla="*/ 1404834 h 1592811"/>
              <a:gd name="connsiteX26" fmla="*/ 6907567 w 9662615"/>
              <a:gd name="connsiteY26" fmla="*/ 1419149 h 1592811"/>
              <a:gd name="connsiteX27" fmla="*/ 6748428 w 9662615"/>
              <a:gd name="connsiteY27" fmla="*/ 1420308 h 1592811"/>
              <a:gd name="connsiteX28" fmla="*/ 6654257 w 9662615"/>
              <a:gd name="connsiteY28" fmla="*/ 1424143 h 1592811"/>
              <a:gd name="connsiteX29" fmla="*/ 6620123 w 9662615"/>
              <a:gd name="connsiteY29" fmla="*/ 1430535 h 1592811"/>
              <a:gd name="connsiteX30" fmla="*/ 6571355 w 9662615"/>
              <a:gd name="connsiteY30" fmla="*/ 1436144 h 1592811"/>
              <a:gd name="connsiteX31" fmla="*/ 6486557 w 9662615"/>
              <a:gd name="connsiteY31" fmla="*/ 1449861 h 1592811"/>
              <a:gd name="connsiteX32" fmla="*/ 6370419 w 9662615"/>
              <a:gd name="connsiteY32" fmla="*/ 1461649 h 1592811"/>
              <a:gd name="connsiteX33" fmla="*/ 6278839 w 9662615"/>
              <a:gd name="connsiteY33" fmla="*/ 1449160 h 1592811"/>
              <a:gd name="connsiteX34" fmla="*/ 6272455 w 9662615"/>
              <a:gd name="connsiteY34" fmla="*/ 1453191 h 1592811"/>
              <a:gd name="connsiteX35" fmla="*/ 6212659 w 9662615"/>
              <a:gd name="connsiteY35" fmla="*/ 1454850 h 1592811"/>
              <a:gd name="connsiteX36" fmla="*/ 6069317 w 9662615"/>
              <a:gd name="connsiteY36" fmla="*/ 1445838 h 1592811"/>
              <a:gd name="connsiteX37" fmla="*/ 5878477 w 9662615"/>
              <a:gd name="connsiteY37" fmla="*/ 1439180 h 1592811"/>
              <a:gd name="connsiteX38" fmla="*/ 5838387 w 9662615"/>
              <a:gd name="connsiteY38" fmla="*/ 1444679 h 1592811"/>
              <a:gd name="connsiteX39" fmla="*/ 5771136 w 9662615"/>
              <a:gd name="connsiteY39" fmla="*/ 1453639 h 1592811"/>
              <a:gd name="connsiteX40" fmla="*/ 5724081 w 9662615"/>
              <a:gd name="connsiteY40" fmla="*/ 1470431 h 1592811"/>
              <a:gd name="connsiteX41" fmla="*/ 5666577 w 9662615"/>
              <a:gd name="connsiteY41" fmla="*/ 1473921 h 1592811"/>
              <a:gd name="connsiteX42" fmla="*/ 5649068 w 9662615"/>
              <a:gd name="connsiteY42" fmla="*/ 1461676 h 1592811"/>
              <a:gd name="connsiteX43" fmla="*/ 5588902 w 9662615"/>
              <a:gd name="connsiteY43" fmla="*/ 1469647 h 1592811"/>
              <a:gd name="connsiteX44" fmla="*/ 5498090 w 9662615"/>
              <a:gd name="connsiteY44" fmla="*/ 1483173 h 1592811"/>
              <a:gd name="connsiteX45" fmla="*/ 5444641 w 9662615"/>
              <a:gd name="connsiteY45" fmla="*/ 1487602 h 1592811"/>
              <a:gd name="connsiteX46" fmla="*/ 5299812 w 9662615"/>
              <a:gd name="connsiteY46" fmla="*/ 1503362 h 1592811"/>
              <a:gd name="connsiteX47" fmla="*/ 5245752 w 9662615"/>
              <a:gd name="connsiteY47" fmla="*/ 1520612 h 1592811"/>
              <a:gd name="connsiteX48" fmla="*/ 5177807 w 9662615"/>
              <a:gd name="connsiteY48" fmla="*/ 1526802 h 1592811"/>
              <a:gd name="connsiteX49" fmla="*/ 5113910 w 9662615"/>
              <a:gd name="connsiteY49" fmla="*/ 1533205 h 1592811"/>
              <a:gd name="connsiteX50" fmla="*/ 5059484 w 9662615"/>
              <a:gd name="connsiteY50" fmla="*/ 1546802 h 1592811"/>
              <a:gd name="connsiteX51" fmla="*/ 5038524 w 9662615"/>
              <a:gd name="connsiteY51" fmla="*/ 1545675 h 1592811"/>
              <a:gd name="connsiteX52" fmla="*/ 5026564 w 9662615"/>
              <a:gd name="connsiteY52" fmla="*/ 1545376 h 1592811"/>
              <a:gd name="connsiteX53" fmla="*/ 4969433 w 9662615"/>
              <a:gd name="connsiteY53" fmla="*/ 1550865 h 1592811"/>
              <a:gd name="connsiteX54" fmla="*/ 4871726 w 9662615"/>
              <a:gd name="connsiteY54" fmla="*/ 1570584 h 1592811"/>
              <a:gd name="connsiteX55" fmla="*/ 4843267 w 9662615"/>
              <a:gd name="connsiteY55" fmla="*/ 1561459 h 1592811"/>
              <a:gd name="connsiteX56" fmla="*/ 4821058 w 9662615"/>
              <a:gd name="connsiteY56" fmla="*/ 1553078 h 1592811"/>
              <a:gd name="connsiteX57" fmla="*/ 4791466 w 9662615"/>
              <a:gd name="connsiteY57" fmla="*/ 1561324 h 1592811"/>
              <a:gd name="connsiteX58" fmla="*/ 4784247 w 9662615"/>
              <a:gd name="connsiteY58" fmla="*/ 1562342 h 1592811"/>
              <a:gd name="connsiteX59" fmla="*/ 4739309 w 9662615"/>
              <a:gd name="connsiteY59" fmla="*/ 1553948 h 1592811"/>
              <a:gd name="connsiteX60" fmla="*/ 4697562 w 9662615"/>
              <a:gd name="connsiteY60" fmla="*/ 1551206 h 1592811"/>
              <a:gd name="connsiteX61" fmla="*/ 4650737 w 9662615"/>
              <a:gd name="connsiteY61" fmla="*/ 1537381 h 1592811"/>
              <a:gd name="connsiteX62" fmla="*/ 4583150 w 9662615"/>
              <a:gd name="connsiteY62" fmla="*/ 1529064 h 1592811"/>
              <a:gd name="connsiteX63" fmla="*/ 4521734 w 9662615"/>
              <a:gd name="connsiteY63" fmla="*/ 1529359 h 1592811"/>
              <a:gd name="connsiteX64" fmla="*/ 4382398 w 9662615"/>
              <a:gd name="connsiteY64" fmla="*/ 1534108 h 1592811"/>
              <a:gd name="connsiteX65" fmla="*/ 4221826 w 9662615"/>
              <a:gd name="connsiteY65" fmla="*/ 1500972 h 1592811"/>
              <a:gd name="connsiteX66" fmla="*/ 4096601 w 9662615"/>
              <a:gd name="connsiteY66" fmla="*/ 1521563 h 1592811"/>
              <a:gd name="connsiteX67" fmla="*/ 4002441 w 9662615"/>
              <a:gd name="connsiteY67" fmla="*/ 1528912 h 1592811"/>
              <a:gd name="connsiteX68" fmla="*/ 3833906 w 9662615"/>
              <a:gd name="connsiteY68" fmla="*/ 1516637 h 1592811"/>
              <a:gd name="connsiteX69" fmla="*/ 3763845 w 9662615"/>
              <a:gd name="connsiteY69" fmla="*/ 1501782 h 1592811"/>
              <a:gd name="connsiteX70" fmla="*/ 3641778 w 9662615"/>
              <a:gd name="connsiteY70" fmla="*/ 1505446 h 1592811"/>
              <a:gd name="connsiteX71" fmla="*/ 3565233 w 9662615"/>
              <a:gd name="connsiteY71" fmla="*/ 1515122 h 1592811"/>
              <a:gd name="connsiteX72" fmla="*/ 3560267 w 9662615"/>
              <a:gd name="connsiteY72" fmla="*/ 1516288 h 1592811"/>
              <a:gd name="connsiteX73" fmla="*/ 3540258 w 9662615"/>
              <a:gd name="connsiteY73" fmla="*/ 1516976 h 1592811"/>
              <a:gd name="connsiteX74" fmla="*/ 3534780 w 9662615"/>
              <a:gd name="connsiteY74" fmla="*/ 1522141 h 1592811"/>
              <a:gd name="connsiteX75" fmla="*/ 3504783 w 9662615"/>
              <a:gd name="connsiteY75" fmla="*/ 1526739 h 1592811"/>
              <a:gd name="connsiteX76" fmla="*/ 3430805 w 9662615"/>
              <a:gd name="connsiteY76" fmla="*/ 1542521 h 1592811"/>
              <a:gd name="connsiteX77" fmla="*/ 3292707 w 9662615"/>
              <a:gd name="connsiteY77" fmla="*/ 1520490 h 1592811"/>
              <a:gd name="connsiteX78" fmla="*/ 3187872 w 9662615"/>
              <a:gd name="connsiteY78" fmla="*/ 1519991 h 1592811"/>
              <a:gd name="connsiteX79" fmla="*/ 3148026 w 9662615"/>
              <a:gd name="connsiteY79" fmla="*/ 1524777 h 1592811"/>
              <a:gd name="connsiteX80" fmla="*/ 3092394 w 9662615"/>
              <a:gd name="connsiteY80" fmla="*/ 1528115 h 1592811"/>
              <a:gd name="connsiteX81" fmla="*/ 2994200 w 9662615"/>
              <a:gd name="connsiteY81" fmla="*/ 1537857 h 1592811"/>
              <a:gd name="connsiteX82" fmla="*/ 2862301 w 9662615"/>
              <a:gd name="connsiteY82" fmla="*/ 1544250 h 1592811"/>
              <a:gd name="connsiteX83" fmla="*/ 2766335 w 9662615"/>
              <a:gd name="connsiteY83" fmla="*/ 1527662 h 1592811"/>
              <a:gd name="connsiteX84" fmla="*/ 2757836 w 9662615"/>
              <a:gd name="connsiteY84" fmla="*/ 1531371 h 1592811"/>
              <a:gd name="connsiteX85" fmla="*/ 2691555 w 9662615"/>
              <a:gd name="connsiteY85" fmla="*/ 1530283 h 1592811"/>
              <a:gd name="connsiteX86" fmla="*/ 2491676 w 9662615"/>
              <a:gd name="connsiteY86" fmla="*/ 1500859 h 1592811"/>
              <a:gd name="connsiteX87" fmla="*/ 2378036 w 9662615"/>
              <a:gd name="connsiteY87" fmla="*/ 1520645 h 1592811"/>
              <a:gd name="connsiteX88" fmla="*/ 2284269 w 9662615"/>
              <a:gd name="connsiteY88" fmla="*/ 1503068 h 1592811"/>
              <a:gd name="connsiteX89" fmla="*/ 2207104 w 9662615"/>
              <a:gd name="connsiteY89" fmla="*/ 1508888 h 1592811"/>
              <a:gd name="connsiteX90" fmla="*/ 2149226 w 9662615"/>
              <a:gd name="connsiteY90" fmla="*/ 1523409 h 1592811"/>
              <a:gd name="connsiteX91" fmla="*/ 2084783 w 9662615"/>
              <a:gd name="connsiteY91" fmla="*/ 1524245 h 1592811"/>
              <a:gd name="connsiteX92" fmla="*/ 2070075 w 9662615"/>
              <a:gd name="connsiteY92" fmla="*/ 1511285 h 1592811"/>
              <a:gd name="connsiteX93" fmla="*/ 2001057 w 9662615"/>
              <a:gd name="connsiteY93" fmla="*/ 1516449 h 1592811"/>
              <a:gd name="connsiteX94" fmla="*/ 1896330 w 9662615"/>
              <a:gd name="connsiteY94" fmla="*/ 1525725 h 1592811"/>
              <a:gd name="connsiteX95" fmla="*/ 1835994 w 9662615"/>
              <a:gd name="connsiteY95" fmla="*/ 1527678 h 1592811"/>
              <a:gd name="connsiteX96" fmla="*/ 1671119 w 9662615"/>
              <a:gd name="connsiteY96" fmla="*/ 1536701 h 1592811"/>
              <a:gd name="connsiteX97" fmla="*/ 1601337 w 9662615"/>
              <a:gd name="connsiteY97" fmla="*/ 1548552 h 1592811"/>
              <a:gd name="connsiteX98" fmla="*/ 1407755 w 9662615"/>
              <a:gd name="connsiteY98" fmla="*/ 1571444 h 1592811"/>
              <a:gd name="connsiteX99" fmla="*/ 1291872 w 9662615"/>
              <a:gd name="connsiteY99" fmla="*/ 1579471 h 1592811"/>
              <a:gd name="connsiteX100" fmla="*/ 1249226 w 9662615"/>
              <a:gd name="connsiteY100" fmla="*/ 1583140 h 1592811"/>
              <a:gd name="connsiteX101" fmla="*/ 1181938 w 9662615"/>
              <a:gd name="connsiteY101" fmla="*/ 1592789 h 1592811"/>
              <a:gd name="connsiteX102" fmla="*/ 1091432 w 9662615"/>
              <a:gd name="connsiteY102" fmla="*/ 1571003 h 1592811"/>
              <a:gd name="connsiteX103" fmla="*/ 940355 w 9662615"/>
              <a:gd name="connsiteY103" fmla="*/ 1560638 h 1592811"/>
              <a:gd name="connsiteX104" fmla="*/ 868264 w 9662615"/>
              <a:gd name="connsiteY104" fmla="*/ 1566392 h 1592811"/>
              <a:gd name="connsiteX105" fmla="*/ 792765 w 9662615"/>
              <a:gd name="connsiteY105" fmla="*/ 1563102 h 1592811"/>
              <a:gd name="connsiteX106" fmla="*/ 653153 w 9662615"/>
              <a:gd name="connsiteY106" fmla="*/ 1563516 h 1592811"/>
              <a:gd name="connsiteX107" fmla="*/ 541933 w 9662615"/>
              <a:gd name="connsiteY107" fmla="*/ 1561051 h 1592811"/>
              <a:gd name="connsiteX108" fmla="*/ 472797 w 9662615"/>
              <a:gd name="connsiteY108" fmla="*/ 1568904 h 1592811"/>
              <a:gd name="connsiteX109" fmla="*/ 396059 w 9662615"/>
              <a:gd name="connsiteY109" fmla="*/ 1560970 h 1592811"/>
              <a:gd name="connsiteX110" fmla="*/ 336819 w 9662615"/>
              <a:gd name="connsiteY110" fmla="*/ 1560892 h 1592811"/>
              <a:gd name="connsiteX111" fmla="*/ 267163 w 9662615"/>
              <a:gd name="connsiteY111" fmla="*/ 1531913 h 1592811"/>
              <a:gd name="connsiteX112" fmla="*/ 196644 w 9662615"/>
              <a:gd name="connsiteY112" fmla="*/ 1524565 h 1592811"/>
              <a:gd name="connsiteX113" fmla="*/ 86819 w 9662615"/>
              <a:gd name="connsiteY113" fmla="*/ 1519517 h 1592811"/>
              <a:gd name="connsiteX114" fmla="*/ 53369 w 9662615"/>
              <a:gd name="connsiteY114" fmla="*/ 1516853 h 1592811"/>
              <a:gd name="connsiteX115" fmla="*/ 2359 w 9662615"/>
              <a:gd name="connsiteY115" fmla="*/ 1515247 h 1592811"/>
              <a:gd name="connsiteX116" fmla="*/ 0 w 9662615"/>
              <a:gd name="connsiteY116" fmla="*/ 1514932 h 1592811"/>
              <a:gd name="connsiteX117" fmla="*/ 0 w 9662615"/>
              <a:gd name="connsiteY117" fmla="*/ 0 h 1592811"/>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601337 w 9662615"/>
              <a:gd name="connsiteY97" fmla="*/ 1548552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504783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34780 w 9662615"/>
              <a:gd name="connsiteY74" fmla="*/ 1522141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565233 w 9662615"/>
              <a:gd name="connsiteY71" fmla="*/ 1515122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60267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41778 w 9662615"/>
              <a:gd name="connsiteY70" fmla="*/ 1505446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12941 w 9662615"/>
              <a:gd name="connsiteY71" fmla="*/ 141175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491676 w 9662615"/>
              <a:gd name="connsiteY86" fmla="*/ 1500859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284269 w 9662615"/>
              <a:gd name="connsiteY88" fmla="*/ 1503068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07104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49226 w 9662615"/>
              <a:gd name="connsiteY90" fmla="*/ 1523409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08478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70075 w 9662615"/>
              <a:gd name="connsiteY92" fmla="*/ 1511285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896330 w 9662615"/>
              <a:gd name="connsiteY94" fmla="*/ 1525725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 name="connsiteX0" fmla="*/ 0 w 9662615"/>
              <a:gd name="connsiteY0" fmla="*/ 0 h 1603018"/>
              <a:gd name="connsiteX1" fmla="*/ 9662615 w 9662615"/>
              <a:gd name="connsiteY1" fmla="*/ 0 h 1603018"/>
              <a:gd name="connsiteX2" fmla="*/ 9662615 w 9662615"/>
              <a:gd name="connsiteY2" fmla="*/ 1280346 h 1603018"/>
              <a:gd name="connsiteX3" fmla="*/ 9551077 w 9662615"/>
              <a:gd name="connsiteY3" fmla="*/ 1292033 h 1603018"/>
              <a:gd name="connsiteX4" fmla="*/ 9469546 w 9662615"/>
              <a:gd name="connsiteY4" fmla="*/ 1289837 h 1603018"/>
              <a:gd name="connsiteX5" fmla="*/ 9326260 w 9662615"/>
              <a:gd name="connsiteY5" fmla="*/ 1277155 h 1603018"/>
              <a:gd name="connsiteX6" fmla="*/ 9144767 w 9662615"/>
              <a:gd name="connsiteY6" fmla="*/ 1264120 h 1603018"/>
              <a:gd name="connsiteX7" fmla="*/ 8976400 w 9662615"/>
              <a:gd name="connsiteY7" fmla="*/ 1326661 h 1603018"/>
              <a:gd name="connsiteX8" fmla="*/ 8828711 w 9662615"/>
              <a:gd name="connsiteY8" fmla="*/ 1346394 h 1603018"/>
              <a:gd name="connsiteX9" fmla="*/ 8695953 w 9662615"/>
              <a:gd name="connsiteY9" fmla="*/ 1346784 h 1603018"/>
              <a:gd name="connsiteX10" fmla="*/ 8652191 w 9662615"/>
              <a:gd name="connsiteY10" fmla="*/ 1345903 h 1603018"/>
              <a:gd name="connsiteX11" fmla="*/ 8591582 w 9662615"/>
              <a:gd name="connsiteY11" fmla="*/ 1341666 h 1603018"/>
              <a:gd name="connsiteX12" fmla="*/ 8537336 w 9662615"/>
              <a:gd name="connsiteY12" fmla="*/ 1341684 h 1603018"/>
              <a:gd name="connsiteX13" fmla="*/ 8416849 w 9662615"/>
              <a:gd name="connsiteY13" fmla="*/ 1367085 h 1603018"/>
              <a:gd name="connsiteX14" fmla="*/ 8278355 w 9662615"/>
              <a:gd name="connsiteY14" fmla="*/ 1386569 h 1603018"/>
              <a:gd name="connsiteX15" fmla="*/ 8197961 w 9662615"/>
              <a:gd name="connsiteY15" fmla="*/ 1392804 h 1603018"/>
              <a:gd name="connsiteX16" fmla="*/ 8171196 w 9662615"/>
              <a:gd name="connsiteY16" fmla="*/ 1397216 h 1603018"/>
              <a:gd name="connsiteX17" fmla="*/ 8087910 w 9662615"/>
              <a:gd name="connsiteY17" fmla="*/ 1386449 h 1603018"/>
              <a:gd name="connsiteX18" fmla="*/ 7974579 w 9662615"/>
              <a:gd name="connsiteY18" fmla="*/ 1383439 h 1603018"/>
              <a:gd name="connsiteX19" fmla="*/ 7768351 w 9662615"/>
              <a:gd name="connsiteY19" fmla="*/ 1395051 h 1603018"/>
              <a:gd name="connsiteX20" fmla="*/ 7635985 w 9662615"/>
              <a:gd name="connsiteY20" fmla="*/ 1386363 h 1603018"/>
              <a:gd name="connsiteX21" fmla="*/ 7466069 w 9662615"/>
              <a:gd name="connsiteY21" fmla="*/ 1377654 h 1603018"/>
              <a:gd name="connsiteX22" fmla="*/ 7355642 w 9662615"/>
              <a:gd name="connsiteY22" fmla="*/ 1407761 h 1603018"/>
              <a:gd name="connsiteX23" fmla="*/ 7215220 w 9662615"/>
              <a:gd name="connsiteY23" fmla="*/ 1397856 h 1603018"/>
              <a:gd name="connsiteX24" fmla="*/ 7082147 w 9662615"/>
              <a:gd name="connsiteY24" fmla="*/ 1406113 h 1603018"/>
              <a:gd name="connsiteX25" fmla="*/ 6987129 w 9662615"/>
              <a:gd name="connsiteY25" fmla="*/ 1404834 h 1603018"/>
              <a:gd name="connsiteX26" fmla="*/ 6907567 w 9662615"/>
              <a:gd name="connsiteY26" fmla="*/ 1419149 h 1603018"/>
              <a:gd name="connsiteX27" fmla="*/ 6748428 w 9662615"/>
              <a:gd name="connsiteY27" fmla="*/ 1420308 h 1603018"/>
              <a:gd name="connsiteX28" fmla="*/ 6654257 w 9662615"/>
              <a:gd name="connsiteY28" fmla="*/ 1424143 h 1603018"/>
              <a:gd name="connsiteX29" fmla="*/ 6620123 w 9662615"/>
              <a:gd name="connsiteY29" fmla="*/ 1430535 h 1603018"/>
              <a:gd name="connsiteX30" fmla="*/ 6571355 w 9662615"/>
              <a:gd name="connsiteY30" fmla="*/ 1436144 h 1603018"/>
              <a:gd name="connsiteX31" fmla="*/ 6486557 w 9662615"/>
              <a:gd name="connsiteY31" fmla="*/ 1449861 h 1603018"/>
              <a:gd name="connsiteX32" fmla="*/ 6370419 w 9662615"/>
              <a:gd name="connsiteY32" fmla="*/ 1461649 h 1603018"/>
              <a:gd name="connsiteX33" fmla="*/ 6278839 w 9662615"/>
              <a:gd name="connsiteY33" fmla="*/ 1449160 h 1603018"/>
              <a:gd name="connsiteX34" fmla="*/ 6272455 w 9662615"/>
              <a:gd name="connsiteY34" fmla="*/ 1453191 h 1603018"/>
              <a:gd name="connsiteX35" fmla="*/ 6212659 w 9662615"/>
              <a:gd name="connsiteY35" fmla="*/ 1454850 h 1603018"/>
              <a:gd name="connsiteX36" fmla="*/ 6069317 w 9662615"/>
              <a:gd name="connsiteY36" fmla="*/ 1445838 h 1603018"/>
              <a:gd name="connsiteX37" fmla="*/ 5878477 w 9662615"/>
              <a:gd name="connsiteY37" fmla="*/ 1439180 h 1603018"/>
              <a:gd name="connsiteX38" fmla="*/ 5838387 w 9662615"/>
              <a:gd name="connsiteY38" fmla="*/ 1444679 h 1603018"/>
              <a:gd name="connsiteX39" fmla="*/ 5771136 w 9662615"/>
              <a:gd name="connsiteY39" fmla="*/ 1453639 h 1603018"/>
              <a:gd name="connsiteX40" fmla="*/ 5724081 w 9662615"/>
              <a:gd name="connsiteY40" fmla="*/ 1470431 h 1603018"/>
              <a:gd name="connsiteX41" fmla="*/ 5666577 w 9662615"/>
              <a:gd name="connsiteY41" fmla="*/ 1473921 h 1603018"/>
              <a:gd name="connsiteX42" fmla="*/ 5649068 w 9662615"/>
              <a:gd name="connsiteY42" fmla="*/ 1461676 h 1603018"/>
              <a:gd name="connsiteX43" fmla="*/ 5588902 w 9662615"/>
              <a:gd name="connsiteY43" fmla="*/ 1469647 h 1603018"/>
              <a:gd name="connsiteX44" fmla="*/ 5498090 w 9662615"/>
              <a:gd name="connsiteY44" fmla="*/ 1483173 h 1603018"/>
              <a:gd name="connsiteX45" fmla="*/ 5444641 w 9662615"/>
              <a:gd name="connsiteY45" fmla="*/ 1487602 h 1603018"/>
              <a:gd name="connsiteX46" fmla="*/ 5299812 w 9662615"/>
              <a:gd name="connsiteY46" fmla="*/ 1503362 h 1603018"/>
              <a:gd name="connsiteX47" fmla="*/ 5245752 w 9662615"/>
              <a:gd name="connsiteY47" fmla="*/ 1520612 h 1603018"/>
              <a:gd name="connsiteX48" fmla="*/ 5177807 w 9662615"/>
              <a:gd name="connsiteY48" fmla="*/ 1526802 h 1603018"/>
              <a:gd name="connsiteX49" fmla="*/ 5113910 w 9662615"/>
              <a:gd name="connsiteY49" fmla="*/ 1533205 h 1603018"/>
              <a:gd name="connsiteX50" fmla="*/ 5059484 w 9662615"/>
              <a:gd name="connsiteY50" fmla="*/ 1546802 h 1603018"/>
              <a:gd name="connsiteX51" fmla="*/ 5038524 w 9662615"/>
              <a:gd name="connsiteY51" fmla="*/ 1545675 h 1603018"/>
              <a:gd name="connsiteX52" fmla="*/ 5026564 w 9662615"/>
              <a:gd name="connsiteY52" fmla="*/ 1545376 h 1603018"/>
              <a:gd name="connsiteX53" fmla="*/ 4969433 w 9662615"/>
              <a:gd name="connsiteY53" fmla="*/ 1550865 h 1603018"/>
              <a:gd name="connsiteX54" fmla="*/ 4871726 w 9662615"/>
              <a:gd name="connsiteY54" fmla="*/ 1570584 h 1603018"/>
              <a:gd name="connsiteX55" fmla="*/ 4843267 w 9662615"/>
              <a:gd name="connsiteY55" fmla="*/ 1561459 h 1603018"/>
              <a:gd name="connsiteX56" fmla="*/ 4821058 w 9662615"/>
              <a:gd name="connsiteY56" fmla="*/ 1553078 h 1603018"/>
              <a:gd name="connsiteX57" fmla="*/ 4791466 w 9662615"/>
              <a:gd name="connsiteY57" fmla="*/ 1561324 h 1603018"/>
              <a:gd name="connsiteX58" fmla="*/ 4784247 w 9662615"/>
              <a:gd name="connsiteY58" fmla="*/ 1562342 h 1603018"/>
              <a:gd name="connsiteX59" fmla="*/ 4739309 w 9662615"/>
              <a:gd name="connsiteY59" fmla="*/ 1553948 h 1603018"/>
              <a:gd name="connsiteX60" fmla="*/ 4697562 w 9662615"/>
              <a:gd name="connsiteY60" fmla="*/ 1551206 h 1603018"/>
              <a:gd name="connsiteX61" fmla="*/ 4650737 w 9662615"/>
              <a:gd name="connsiteY61" fmla="*/ 1537381 h 1603018"/>
              <a:gd name="connsiteX62" fmla="*/ 4583150 w 9662615"/>
              <a:gd name="connsiteY62" fmla="*/ 1529064 h 1603018"/>
              <a:gd name="connsiteX63" fmla="*/ 4521734 w 9662615"/>
              <a:gd name="connsiteY63" fmla="*/ 1529359 h 1603018"/>
              <a:gd name="connsiteX64" fmla="*/ 4382398 w 9662615"/>
              <a:gd name="connsiteY64" fmla="*/ 1534108 h 1603018"/>
              <a:gd name="connsiteX65" fmla="*/ 4221826 w 9662615"/>
              <a:gd name="connsiteY65" fmla="*/ 1500972 h 1603018"/>
              <a:gd name="connsiteX66" fmla="*/ 4096601 w 9662615"/>
              <a:gd name="connsiteY66" fmla="*/ 1521563 h 1603018"/>
              <a:gd name="connsiteX67" fmla="*/ 4002441 w 9662615"/>
              <a:gd name="connsiteY67" fmla="*/ 1528912 h 1603018"/>
              <a:gd name="connsiteX68" fmla="*/ 3833906 w 9662615"/>
              <a:gd name="connsiteY68" fmla="*/ 1516637 h 1603018"/>
              <a:gd name="connsiteX69" fmla="*/ 3763845 w 9662615"/>
              <a:gd name="connsiteY69" fmla="*/ 1501782 h 1603018"/>
              <a:gd name="connsiteX70" fmla="*/ 3673583 w 9662615"/>
              <a:gd name="connsiteY70" fmla="*/ 1501471 h 1603018"/>
              <a:gd name="connsiteX71" fmla="*/ 3640771 w 9662615"/>
              <a:gd name="connsiteY71" fmla="*/ 1531025 h 1603018"/>
              <a:gd name="connsiteX72" fmla="*/ 3576170 w 9662615"/>
              <a:gd name="connsiteY72" fmla="*/ 1516288 h 1603018"/>
              <a:gd name="connsiteX73" fmla="*/ 3540258 w 9662615"/>
              <a:gd name="connsiteY73" fmla="*/ 1516976 h 1603018"/>
              <a:gd name="connsiteX74" fmla="*/ 3522853 w 9662615"/>
              <a:gd name="connsiteY74" fmla="*/ 1538044 h 1603018"/>
              <a:gd name="connsiteX75" fmla="*/ 3480929 w 9662615"/>
              <a:gd name="connsiteY75" fmla="*/ 1526739 h 1603018"/>
              <a:gd name="connsiteX76" fmla="*/ 3430805 w 9662615"/>
              <a:gd name="connsiteY76" fmla="*/ 1542521 h 1603018"/>
              <a:gd name="connsiteX77" fmla="*/ 3292707 w 9662615"/>
              <a:gd name="connsiteY77" fmla="*/ 1520490 h 1603018"/>
              <a:gd name="connsiteX78" fmla="*/ 3187872 w 9662615"/>
              <a:gd name="connsiteY78" fmla="*/ 1519991 h 1603018"/>
              <a:gd name="connsiteX79" fmla="*/ 3148026 w 9662615"/>
              <a:gd name="connsiteY79" fmla="*/ 1524777 h 1603018"/>
              <a:gd name="connsiteX80" fmla="*/ 3092394 w 9662615"/>
              <a:gd name="connsiteY80" fmla="*/ 1528115 h 1603018"/>
              <a:gd name="connsiteX81" fmla="*/ 2994200 w 9662615"/>
              <a:gd name="connsiteY81" fmla="*/ 1537857 h 1603018"/>
              <a:gd name="connsiteX82" fmla="*/ 2862301 w 9662615"/>
              <a:gd name="connsiteY82" fmla="*/ 1544250 h 1603018"/>
              <a:gd name="connsiteX83" fmla="*/ 2766335 w 9662615"/>
              <a:gd name="connsiteY83" fmla="*/ 1527662 h 1603018"/>
              <a:gd name="connsiteX84" fmla="*/ 2757836 w 9662615"/>
              <a:gd name="connsiteY84" fmla="*/ 1531371 h 1603018"/>
              <a:gd name="connsiteX85" fmla="*/ 2691555 w 9662615"/>
              <a:gd name="connsiteY85" fmla="*/ 1530283 h 1603018"/>
              <a:gd name="connsiteX86" fmla="*/ 2539383 w 9662615"/>
              <a:gd name="connsiteY86" fmla="*/ 1504835 h 1603018"/>
              <a:gd name="connsiteX87" fmla="*/ 2378036 w 9662615"/>
              <a:gd name="connsiteY87" fmla="*/ 1520645 h 1603018"/>
              <a:gd name="connsiteX88" fmla="*/ 2320049 w 9662615"/>
              <a:gd name="connsiteY88" fmla="*/ 1511019 h 1603018"/>
              <a:gd name="connsiteX89" fmla="*/ 2238909 w 9662615"/>
              <a:gd name="connsiteY89" fmla="*/ 1508888 h 1603018"/>
              <a:gd name="connsiteX90" fmla="*/ 2181031 w 9662615"/>
              <a:gd name="connsiteY90" fmla="*/ 1531361 h 1603018"/>
              <a:gd name="connsiteX91" fmla="*/ 2112613 w 9662615"/>
              <a:gd name="connsiteY91" fmla="*/ 1524245 h 1603018"/>
              <a:gd name="connsiteX92" fmla="*/ 2046221 w 9662615"/>
              <a:gd name="connsiteY92" fmla="*/ 1523212 h 1603018"/>
              <a:gd name="connsiteX93" fmla="*/ 2001057 w 9662615"/>
              <a:gd name="connsiteY93" fmla="*/ 1516449 h 1603018"/>
              <a:gd name="connsiteX94" fmla="*/ 1920184 w 9662615"/>
              <a:gd name="connsiteY94" fmla="*/ 1533676 h 1603018"/>
              <a:gd name="connsiteX95" fmla="*/ 1835994 w 9662615"/>
              <a:gd name="connsiteY95" fmla="*/ 1527678 h 1603018"/>
              <a:gd name="connsiteX96" fmla="*/ 1671119 w 9662615"/>
              <a:gd name="connsiteY96" fmla="*/ 1536701 h 1603018"/>
              <a:gd name="connsiteX97" fmla="*/ 1565556 w 9662615"/>
              <a:gd name="connsiteY97" fmla="*/ 1556503 h 1603018"/>
              <a:gd name="connsiteX98" fmla="*/ 1407755 w 9662615"/>
              <a:gd name="connsiteY98" fmla="*/ 1571444 h 1603018"/>
              <a:gd name="connsiteX99" fmla="*/ 1291872 w 9662615"/>
              <a:gd name="connsiteY99" fmla="*/ 1579471 h 1603018"/>
              <a:gd name="connsiteX100" fmla="*/ 1245251 w 9662615"/>
              <a:gd name="connsiteY100" fmla="*/ 1603018 h 1603018"/>
              <a:gd name="connsiteX101" fmla="*/ 1181938 w 9662615"/>
              <a:gd name="connsiteY101" fmla="*/ 1592789 h 1603018"/>
              <a:gd name="connsiteX102" fmla="*/ 1091432 w 9662615"/>
              <a:gd name="connsiteY102" fmla="*/ 1571003 h 1603018"/>
              <a:gd name="connsiteX103" fmla="*/ 940355 w 9662615"/>
              <a:gd name="connsiteY103" fmla="*/ 1560638 h 1603018"/>
              <a:gd name="connsiteX104" fmla="*/ 868264 w 9662615"/>
              <a:gd name="connsiteY104" fmla="*/ 1566392 h 1603018"/>
              <a:gd name="connsiteX105" fmla="*/ 792765 w 9662615"/>
              <a:gd name="connsiteY105" fmla="*/ 1563102 h 1603018"/>
              <a:gd name="connsiteX106" fmla="*/ 653153 w 9662615"/>
              <a:gd name="connsiteY106" fmla="*/ 1563516 h 1603018"/>
              <a:gd name="connsiteX107" fmla="*/ 541933 w 9662615"/>
              <a:gd name="connsiteY107" fmla="*/ 1561051 h 1603018"/>
              <a:gd name="connsiteX108" fmla="*/ 472797 w 9662615"/>
              <a:gd name="connsiteY108" fmla="*/ 1568904 h 1603018"/>
              <a:gd name="connsiteX109" fmla="*/ 396059 w 9662615"/>
              <a:gd name="connsiteY109" fmla="*/ 1560970 h 1603018"/>
              <a:gd name="connsiteX110" fmla="*/ 336819 w 9662615"/>
              <a:gd name="connsiteY110" fmla="*/ 1560892 h 1603018"/>
              <a:gd name="connsiteX111" fmla="*/ 267163 w 9662615"/>
              <a:gd name="connsiteY111" fmla="*/ 1531913 h 1603018"/>
              <a:gd name="connsiteX112" fmla="*/ 196644 w 9662615"/>
              <a:gd name="connsiteY112" fmla="*/ 1524565 h 1603018"/>
              <a:gd name="connsiteX113" fmla="*/ 86819 w 9662615"/>
              <a:gd name="connsiteY113" fmla="*/ 1519517 h 1603018"/>
              <a:gd name="connsiteX114" fmla="*/ 53369 w 9662615"/>
              <a:gd name="connsiteY114" fmla="*/ 1516853 h 1603018"/>
              <a:gd name="connsiteX115" fmla="*/ 2359 w 9662615"/>
              <a:gd name="connsiteY115" fmla="*/ 1515247 h 1603018"/>
              <a:gd name="connsiteX116" fmla="*/ 0 w 9662615"/>
              <a:gd name="connsiteY116" fmla="*/ 1514932 h 1603018"/>
              <a:gd name="connsiteX117" fmla="*/ 0 w 9662615"/>
              <a:gd name="connsiteY117" fmla="*/ 0 h 160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9662615" h="1603018">
                <a:moveTo>
                  <a:pt x="0" y="0"/>
                </a:moveTo>
                <a:lnTo>
                  <a:pt x="9662615" y="0"/>
                </a:lnTo>
                <a:lnTo>
                  <a:pt x="9662615" y="1280346"/>
                </a:lnTo>
                <a:lnTo>
                  <a:pt x="9551077" y="1292033"/>
                </a:lnTo>
                <a:cubicBezTo>
                  <a:pt x="9489925" y="1291588"/>
                  <a:pt x="9543615" y="1296257"/>
                  <a:pt x="9469546" y="1289837"/>
                </a:cubicBezTo>
                <a:cubicBezTo>
                  <a:pt x="9413040" y="1331485"/>
                  <a:pt x="9340031" y="1268376"/>
                  <a:pt x="9326260" y="1277155"/>
                </a:cubicBezTo>
                <a:cubicBezTo>
                  <a:pt x="9234251" y="1284900"/>
                  <a:pt x="9225377" y="1258935"/>
                  <a:pt x="9144767" y="1264120"/>
                </a:cubicBezTo>
                <a:cubicBezTo>
                  <a:pt x="9159115" y="1310075"/>
                  <a:pt x="9066692" y="1304806"/>
                  <a:pt x="8976400" y="1326661"/>
                </a:cubicBezTo>
                <a:cubicBezTo>
                  <a:pt x="8931920" y="1325947"/>
                  <a:pt x="8871807" y="1351060"/>
                  <a:pt x="8828711" y="1346394"/>
                </a:cubicBezTo>
                <a:cubicBezTo>
                  <a:pt x="8809650" y="1326213"/>
                  <a:pt x="8718313" y="1358527"/>
                  <a:pt x="8695953" y="1346784"/>
                </a:cubicBezTo>
                <a:cubicBezTo>
                  <a:pt x="8694290" y="1355317"/>
                  <a:pt x="8661526" y="1349865"/>
                  <a:pt x="8652191" y="1345903"/>
                </a:cubicBezTo>
                <a:cubicBezTo>
                  <a:pt x="8641363" y="1349626"/>
                  <a:pt x="8603292" y="1341304"/>
                  <a:pt x="8591582" y="1341666"/>
                </a:cubicBezTo>
                <a:cubicBezTo>
                  <a:pt x="8568421" y="1323004"/>
                  <a:pt x="8565847" y="1352287"/>
                  <a:pt x="8537336" y="1341684"/>
                </a:cubicBezTo>
                <a:cubicBezTo>
                  <a:pt x="8524809" y="1348019"/>
                  <a:pt x="8445703" y="1377667"/>
                  <a:pt x="8416849" y="1367085"/>
                </a:cubicBezTo>
                <a:cubicBezTo>
                  <a:pt x="8350736" y="1379599"/>
                  <a:pt x="8346589" y="1391624"/>
                  <a:pt x="8278355" y="1386569"/>
                </a:cubicBezTo>
                <a:cubicBezTo>
                  <a:pt x="8268756" y="1398649"/>
                  <a:pt x="8183331" y="1371185"/>
                  <a:pt x="8197961" y="1392804"/>
                </a:cubicBezTo>
                <a:cubicBezTo>
                  <a:pt x="8175189" y="1391748"/>
                  <a:pt x="8158503" y="1383145"/>
                  <a:pt x="8171196" y="1397216"/>
                </a:cubicBezTo>
                <a:cubicBezTo>
                  <a:pt x="8141821" y="1397466"/>
                  <a:pt x="8125626" y="1386947"/>
                  <a:pt x="8087910" y="1386449"/>
                </a:cubicBezTo>
                <a:cubicBezTo>
                  <a:pt x="8029319" y="1362701"/>
                  <a:pt x="8020916" y="1407035"/>
                  <a:pt x="7974579" y="1383439"/>
                </a:cubicBezTo>
                <a:cubicBezTo>
                  <a:pt x="7912074" y="1402493"/>
                  <a:pt x="7841761" y="1389550"/>
                  <a:pt x="7768351" y="1395051"/>
                </a:cubicBezTo>
                <a:cubicBezTo>
                  <a:pt x="7741665" y="1390266"/>
                  <a:pt x="7663663" y="1410813"/>
                  <a:pt x="7635985" y="1386363"/>
                </a:cubicBezTo>
                <a:cubicBezTo>
                  <a:pt x="7646173" y="1415707"/>
                  <a:pt x="7542198" y="1378410"/>
                  <a:pt x="7466069" y="1377654"/>
                </a:cubicBezTo>
                <a:cubicBezTo>
                  <a:pt x="7427626" y="1403818"/>
                  <a:pt x="7337822" y="1398948"/>
                  <a:pt x="7355642" y="1407761"/>
                </a:cubicBezTo>
                <a:cubicBezTo>
                  <a:pt x="7270634" y="1390553"/>
                  <a:pt x="7306340" y="1403822"/>
                  <a:pt x="7215220" y="1397856"/>
                </a:cubicBezTo>
                <a:cubicBezTo>
                  <a:pt x="7175381" y="1421457"/>
                  <a:pt x="7122339" y="1428094"/>
                  <a:pt x="7082147" y="1406113"/>
                </a:cubicBezTo>
                <a:cubicBezTo>
                  <a:pt x="7040624" y="1425217"/>
                  <a:pt x="7029993" y="1391726"/>
                  <a:pt x="6987129" y="1404834"/>
                </a:cubicBezTo>
                <a:cubicBezTo>
                  <a:pt x="6953477" y="1411964"/>
                  <a:pt x="6957479" y="1421694"/>
                  <a:pt x="6907567" y="1419149"/>
                </a:cubicBezTo>
                <a:cubicBezTo>
                  <a:pt x="6863513" y="1408514"/>
                  <a:pt x="6803088" y="1434619"/>
                  <a:pt x="6748428" y="1420308"/>
                </a:cubicBezTo>
                <a:cubicBezTo>
                  <a:pt x="6728317" y="1416860"/>
                  <a:pt x="6666046" y="1417296"/>
                  <a:pt x="6654257" y="1424143"/>
                </a:cubicBezTo>
                <a:cubicBezTo>
                  <a:pt x="6641271" y="1425628"/>
                  <a:pt x="6626125" y="1423202"/>
                  <a:pt x="6620123" y="1430535"/>
                </a:cubicBezTo>
                <a:cubicBezTo>
                  <a:pt x="6610208" y="1439359"/>
                  <a:pt x="6564906" y="1425734"/>
                  <a:pt x="6571355" y="1436144"/>
                </a:cubicBezTo>
                <a:cubicBezTo>
                  <a:pt x="6539188" y="1426808"/>
                  <a:pt x="6513602" y="1445293"/>
                  <a:pt x="6486557" y="1449861"/>
                </a:cubicBezTo>
                <a:cubicBezTo>
                  <a:pt x="6461221" y="1440598"/>
                  <a:pt x="6429457" y="1459319"/>
                  <a:pt x="6370419" y="1461649"/>
                </a:cubicBezTo>
                <a:cubicBezTo>
                  <a:pt x="6342558" y="1450937"/>
                  <a:pt x="6330664" y="1463365"/>
                  <a:pt x="6278839" y="1449160"/>
                </a:cubicBezTo>
                <a:cubicBezTo>
                  <a:pt x="6277206" y="1450621"/>
                  <a:pt x="6275057" y="1451978"/>
                  <a:pt x="6272455" y="1453191"/>
                </a:cubicBezTo>
                <a:cubicBezTo>
                  <a:pt x="6257338" y="1460236"/>
                  <a:pt x="6230567" y="1460979"/>
                  <a:pt x="6212659" y="1454850"/>
                </a:cubicBezTo>
                <a:cubicBezTo>
                  <a:pt x="6130994" y="1436046"/>
                  <a:pt x="6135790" y="1448771"/>
                  <a:pt x="6069317" y="1445838"/>
                </a:cubicBezTo>
                <a:cubicBezTo>
                  <a:pt x="5994738" y="1444791"/>
                  <a:pt x="5975991" y="1456673"/>
                  <a:pt x="5878477" y="1439180"/>
                </a:cubicBezTo>
                <a:cubicBezTo>
                  <a:pt x="5870803" y="1447519"/>
                  <a:pt x="5859206" y="1448153"/>
                  <a:pt x="5838387" y="1444679"/>
                </a:cubicBezTo>
                <a:cubicBezTo>
                  <a:pt x="5802317" y="1444778"/>
                  <a:pt x="5810848" y="1465165"/>
                  <a:pt x="5771136" y="1453639"/>
                </a:cubicBezTo>
                <a:cubicBezTo>
                  <a:pt x="5780732" y="1464484"/>
                  <a:pt x="5704275" y="1459369"/>
                  <a:pt x="5724081" y="1470431"/>
                </a:cubicBezTo>
                <a:cubicBezTo>
                  <a:pt x="5703536" y="1480946"/>
                  <a:pt x="5687323" y="1464719"/>
                  <a:pt x="5666577" y="1473921"/>
                </a:cubicBezTo>
                <a:cubicBezTo>
                  <a:pt x="5640974" y="1476520"/>
                  <a:pt x="5678275" y="1461854"/>
                  <a:pt x="5649068" y="1461676"/>
                </a:cubicBezTo>
                <a:cubicBezTo>
                  <a:pt x="5614218" y="1463443"/>
                  <a:pt x="5608578" y="1443299"/>
                  <a:pt x="5588902" y="1469647"/>
                </a:cubicBezTo>
                <a:cubicBezTo>
                  <a:pt x="5550386" y="1464321"/>
                  <a:pt x="5546573" y="1476049"/>
                  <a:pt x="5498090" y="1483173"/>
                </a:cubicBezTo>
                <a:cubicBezTo>
                  <a:pt x="5475226" y="1477314"/>
                  <a:pt x="5459293" y="1480930"/>
                  <a:pt x="5444641" y="1487602"/>
                </a:cubicBezTo>
                <a:cubicBezTo>
                  <a:pt x="5395328" y="1487320"/>
                  <a:pt x="5353572" y="1498007"/>
                  <a:pt x="5299812" y="1503362"/>
                </a:cubicBezTo>
                <a:cubicBezTo>
                  <a:pt x="5238326" y="1497756"/>
                  <a:pt x="5303225" y="1514963"/>
                  <a:pt x="5245752" y="1520612"/>
                </a:cubicBezTo>
                <a:cubicBezTo>
                  <a:pt x="5190753" y="1507732"/>
                  <a:pt x="5205712" y="1518627"/>
                  <a:pt x="5177807" y="1526802"/>
                </a:cubicBezTo>
                <a:lnTo>
                  <a:pt x="5113910" y="1533205"/>
                </a:lnTo>
                <a:lnTo>
                  <a:pt x="5059484" y="1546802"/>
                </a:lnTo>
                <a:lnTo>
                  <a:pt x="5038524" y="1545675"/>
                </a:lnTo>
                <a:lnTo>
                  <a:pt x="5026564" y="1545376"/>
                </a:lnTo>
                <a:cubicBezTo>
                  <a:pt x="5006873" y="1544046"/>
                  <a:pt x="4987701" y="1552900"/>
                  <a:pt x="4969433" y="1550865"/>
                </a:cubicBezTo>
                <a:cubicBezTo>
                  <a:pt x="4943627" y="1555066"/>
                  <a:pt x="4892754" y="1568818"/>
                  <a:pt x="4871726" y="1570584"/>
                </a:cubicBezTo>
                <a:cubicBezTo>
                  <a:pt x="4863638" y="1570310"/>
                  <a:pt x="4846771" y="1559566"/>
                  <a:pt x="4843267" y="1561459"/>
                </a:cubicBezTo>
                <a:lnTo>
                  <a:pt x="4821058" y="1553078"/>
                </a:lnTo>
                <a:lnTo>
                  <a:pt x="4791466" y="1561324"/>
                </a:lnTo>
                <a:lnTo>
                  <a:pt x="4784247" y="1562342"/>
                </a:lnTo>
                <a:cubicBezTo>
                  <a:pt x="4770593" y="1574121"/>
                  <a:pt x="4776816" y="1558072"/>
                  <a:pt x="4739309" y="1553948"/>
                </a:cubicBezTo>
                <a:cubicBezTo>
                  <a:pt x="4684311" y="1578213"/>
                  <a:pt x="4712803" y="1566697"/>
                  <a:pt x="4697562" y="1551206"/>
                </a:cubicBezTo>
                <a:lnTo>
                  <a:pt x="4650737" y="1537381"/>
                </a:lnTo>
                <a:cubicBezTo>
                  <a:pt x="4628208" y="1530633"/>
                  <a:pt x="4609654" y="1567617"/>
                  <a:pt x="4583150" y="1529064"/>
                </a:cubicBezTo>
                <a:cubicBezTo>
                  <a:pt x="4575879" y="1527088"/>
                  <a:pt x="4527005" y="1532552"/>
                  <a:pt x="4521734" y="1529359"/>
                </a:cubicBezTo>
                <a:cubicBezTo>
                  <a:pt x="4457980" y="1517590"/>
                  <a:pt x="4465052" y="1532003"/>
                  <a:pt x="4382398" y="1534108"/>
                </a:cubicBezTo>
                <a:cubicBezTo>
                  <a:pt x="4347480" y="1506889"/>
                  <a:pt x="4310783" y="1494709"/>
                  <a:pt x="4221826" y="1500972"/>
                </a:cubicBezTo>
                <a:cubicBezTo>
                  <a:pt x="4174471" y="1526598"/>
                  <a:pt x="4136675" y="1542031"/>
                  <a:pt x="4096601" y="1521563"/>
                </a:cubicBezTo>
                <a:cubicBezTo>
                  <a:pt x="4015086" y="1550501"/>
                  <a:pt x="3986123" y="1519347"/>
                  <a:pt x="4002441" y="1528912"/>
                </a:cubicBezTo>
                <a:cubicBezTo>
                  <a:pt x="3967120" y="1539744"/>
                  <a:pt x="3931774" y="1526729"/>
                  <a:pt x="3833906" y="1516637"/>
                </a:cubicBezTo>
                <a:cubicBezTo>
                  <a:pt x="3781438" y="1538249"/>
                  <a:pt x="3822855" y="1526006"/>
                  <a:pt x="3763845" y="1501782"/>
                </a:cubicBezTo>
                <a:cubicBezTo>
                  <a:pt x="3734533" y="1525292"/>
                  <a:pt x="3677359" y="1524487"/>
                  <a:pt x="3673583" y="1501471"/>
                </a:cubicBezTo>
                <a:cubicBezTo>
                  <a:pt x="3663687" y="1502855"/>
                  <a:pt x="3650245" y="1528777"/>
                  <a:pt x="3640771" y="1531025"/>
                </a:cubicBezTo>
                <a:lnTo>
                  <a:pt x="3576170" y="1516288"/>
                </a:lnTo>
                <a:lnTo>
                  <a:pt x="3540258" y="1516976"/>
                </a:lnTo>
                <a:lnTo>
                  <a:pt x="3522853" y="1538044"/>
                </a:lnTo>
                <a:lnTo>
                  <a:pt x="3480929" y="1526739"/>
                </a:lnTo>
                <a:cubicBezTo>
                  <a:pt x="3469671" y="1527693"/>
                  <a:pt x="3444273" y="1543724"/>
                  <a:pt x="3430805" y="1542521"/>
                </a:cubicBezTo>
                <a:cubicBezTo>
                  <a:pt x="3386352" y="1529947"/>
                  <a:pt x="3347457" y="1537200"/>
                  <a:pt x="3292707" y="1520490"/>
                </a:cubicBezTo>
                <a:cubicBezTo>
                  <a:pt x="3271897" y="1516147"/>
                  <a:pt x="3203347" y="1513732"/>
                  <a:pt x="3187872" y="1519991"/>
                </a:cubicBezTo>
                <a:cubicBezTo>
                  <a:pt x="3173062" y="1520872"/>
                  <a:pt x="3157325" y="1517771"/>
                  <a:pt x="3148026" y="1524777"/>
                </a:cubicBezTo>
                <a:cubicBezTo>
                  <a:pt x="3133878" y="1533085"/>
                  <a:pt x="3089156" y="1517485"/>
                  <a:pt x="3092394" y="1528115"/>
                </a:cubicBezTo>
                <a:cubicBezTo>
                  <a:pt x="3060512" y="1517374"/>
                  <a:pt x="3025593" y="1534558"/>
                  <a:pt x="2994200" y="1537857"/>
                </a:cubicBezTo>
                <a:cubicBezTo>
                  <a:pt x="2969798" y="1527501"/>
                  <a:pt x="2927999" y="1544636"/>
                  <a:pt x="2862301" y="1544250"/>
                </a:cubicBezTo>
                <a:cubicBezTo>
                  <a:pt x="2835658" y="1532340"/>
                  <a:pt x="2818008" y="1544135"/>
                  <a:pt x="2766335" y="1527662"/>
                </a:cubicBezTo>
                <a:cubicBezTo>
                  <a:pt x="2764004" y="1529036"/>
                  <a:pt x="2761142" y="1530285"/>
                  <a:pt x="2757836" y="1531371"/>
                </a:cubicBezTo>
                <a:cubicBezTo>
                  <a:pt x="2738633" y="1537675"/>
                  <a:pt x="2708957" y="1537188"/>
                  <a:pt x="2691555" y="1530283"/>
                </a:cubicBezTo>
                <a:cubicBezTo>
                  <a:pt x="2608810" y="1507878"/>
                  <a:pt x="2611304" y="1510787"/>
                  <a:pt x="2539383" y="1504835"/>
                </a:cubicBezTo>
                <a:cubicBezTo>
                  <a:pt x="2457862" y="1500384"/>
                  <a:pt x="2478670" y="1542474"/>
                  <a:pt x="2378036" y="1520645"/>
                </a:cubicBezTo>
                <a:cubicBezTo>
                  <a:pt x="2366529" y="1528574"/>
                  <a:pt x="2341629" y="1515421"/>
                  <a:pt x="2320049" y="1511019"/>
                </a:cubicBezTo>
                <a:cubicBezTo>
                  <a:pt x="2280399" y="1509467"/>
                  <a:pt x="2278267" y="1522148"/>
                  <a:pt x="2238909" y="1508888"/>
                </a:cubicBezTo>
                <a:cubicBezTo>
                  <a:pt x="2245444" y="1520095"/>
                  <a:pt x="2163364" y="1519472"/>
                  <a:pt x="2181031" y="1531361"/>
                </a:cubicBezTo>
                <a:cubicBezTo>
                  <a:pt x="2154585" y="1540861"/>
                  <a:pt x="2138796" y="1516056"/>
                  <a:pt x="2112613" y="1524245"/>
                </a:cubicBezTo>
                <a:cubicBezTo>
                  <a:pt x="2083537" y="1525655"/>
                  <a:pt x="2078233" y="1524725"/>
                  <a:pt x="2046221" y="1523212"/>
                </a:cubicBezTo>
                <a:cubicBezTo>
                  <a:pt x="2007296" y="1523373"/>
                  <a:pt x="2032394" y="1491187"/>
                  <a:pt x="2001057" y="1516449"/>
                </a:cubicBezTo>
                <a:cubicBezTo>
                  <a:pt x="1960724" y="1509398"/>
                  <a:pt x="1976058" y="1528820"/>
                  <a:pt x="1920184" y="1533676"/>
                </a:cubicBezTo>
                <a:cubicBezTo>
                  <a:pt x="1897238" y="1526813"/>
                  <a:pt x="1877505" y="1527174"/>
                  <a:pt x="1835994" y="1527678"/>
                </a:cubicBezTo>
                <a:cubicBezTo>
                  <a:pt x="1794483" y="1528182"/>
                  <a:pt x="1726077" y="1533693"/>
                  <a:pt x="1671119" y="1536701"/>
                </a:cubicBezTo>
                <a:cubicBezTo>
                  <a:pt x="1605663" y="1528324"/>
                  <a:pt x="1630763" y="1553523"/>
                  <a:pt x="1565556" y="1556503"/>
                </a:cubicBezTo>
                <a:cubicBezTo>
                  <a:pt x="1501959" y="1539013"/>
                  <a:pt x="1462468" y="1572800"/>
                  <a:pt x="1407755" y="1571444"/>
                </a:cubicBezTo>
                <a:cubicBezTo>
                  <a:pt x="1319286" y="1555448"/>
                  <a:pt x="1429251" y="1585263"/>
                  <a:pt x="1291872" y="1579471"/>
                </a:cubicBezTo>
                <a:cubicBezTo>
                  <a:pt x="1284192" y="1576816"/>
                  <a:pt x="1243590" y="1599390"/>
                  <a:pt x="1245251" y="1603018"/>
                </a:cubicBezTo>
                <a:cubicBezTo>
                  <a:pt x="1236562" y="1601891"/>
                  <a:pt x="1184091" y="1586977"/>
                  <a:pt x="1181938" y="1592789"/>
                </a:cubicBezTo>
                <a:cubicBezTo>
                  <a:pt x="1138153" y="1593474"/>
                  <a:pt x="1130439" y="1578153"/>
                  <a:pt x="1091432" y="1571003"/>
                </a:cubicBezTo>
                <a:cubicBezTo>
                  <a:pt x="1007000" y="1580980"/>
                  <a:pt x="1001377" y="1557850"/>
                  <a:pt x="940355" y="1560638"/>
                </a:cubicBezTo>
                <a:cubicBezTo>
                  <a:pt x="891367" y="1572083"/>
                  <a:pt x="924846" y="1558773"/>
                  <a:pt x="868264" y="1566392"/>
                </a:cubicBezTo>
                <a:cubicBezTo>
                  <a:pt x="848640" y="1547574"/>
                  <a:pt x="814997" y="1568391"/>
                  <a:pt x="792765" y="1563102"/>
                </a:cubicBezTo>
                <a:cubicBezTo>
                  <a:pt x="758082" y="1585102"/>
                  <a:pt x="689950" y="1563038"/>
                  <a:pt x="653153" y="1563516"/>
                </a:cubicBezTo>
                <a:cubicBezTo>
                  <a:pt x="591300" y="1567692"/>
                  <a:pt x="576686" y="1582565"/>
                  <a:pt x="541933" y="1561051"/>
                </a:cubicBezTo>
                <a:cubicBezTo>
                  <a:pt x="537775" y="1570056"/>
                  <a:pt x="508236" y="1570304"/>
                  <a:pt x="472797" y="1568904"/>
                </a:cubicBezTo>
                <a:cubicBezTo>
                  <a:pt x="458898" y="1573560"/>
                  <a:pt x="425270" y="1567476"/>
                  <a:pt x="396059" y="1560970"/>
                </a:cubicBezTo>
                <a:cubicBezTo>
                  <a:pt x="431016" y="1548467"/>
                  <a:pt x="332180" y="1575204"/>
                  <a:pt x="336819" y="1560892"/>
                </a:cubicBezTo>
                <a:cubicBezTo>
                  <a:pt x="292157" y="1552383"/>
                  <a:pt x="263346" y="1557575"/>
                  <a:pt x="267163" y="1531913"/>
                </a:cubicBezTo>
                <a:cubicBezTo>
                  <a:pt x="253228" y="1516946"/>
                  <a:pt x="198100" y="1540864"/>
                  <a:pt x="196644" y="1524565"/>
                </a:cubicBezTo>
                <a:cubicBezTo>
                  <a:pt x="172602" y="1535342"/>
                  <a:pt x="127394" y="1518578"/>
                  <a:pt x="86819" y="1519517"/>
                </a:cubicBezTo>
                <a:cubicBezTo>
                  <a:pt x="78537" y="1512257"/>
                  <a:pt x="69224" y="1512723"/>
                  <a:pt x="53369" y="1516853"/>
                </a:cubicBezTo>
                <a:cubicBezTo>
                  <a:pt x="37131" y="1517503"/>
                  <a:pt x="19976" y="1516838"/>
                  <a:pt x="2359" y="1515247"/>
                </a:cubicBezTo>
                <a:lnTo>
                  <a:pt x="0" y="1514932"/>
                </a:lnTo>
                <a:lnTo>
                  <a:pt x="0" y="0"/>
                </a:lnTo>
                <a:close/>
              </a:path>
            </a:pathLst>
          </a:custGeom>
          <a:solidFill>
            <a:schemeClr val="bg1">
              <a:alpha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BD41080-4325-50F3-C328-8EC0CE4CE331}"/>
              </a:ext>
            </a:extLst>
          </p:cNvPr>
          <p:cNvSpPr>
            <a:spLocks noGrp="1"/>
          </p:cNvSpPr>
          <p:nvPr>
            <p:ph type="title"/>
          </p:nvPr>
        </p:nvSpPr>
        <p:spPr>
          <a:xfrm>
            <a:off x="1629751" y="1118473"/>
            <a:ext cx="8924392" cy="1037867"/>
          </a:xfrm>
        </p:spPr>
        <p:txBody>
          <a:bodyPr vert="horz" lIns="91440" tIns="45720" rIns="91440" bIns="45720" rtlCol="0" anchor="ctr">
            <a:normAutofit/>
          </a:bodyPr>
          <a:lstStyle/>
          <a:p>
            <a:pPr algn="ctr"/>
            <a:r>
              <a:rPr lang="en-US" kern="1200">
                <a:solidFill>
                  <a:schemeClr val="tx1"/>
                </a:solidFill>
                <a:latin typeface="+mj-lt"/>
                <a:ea typeface="+mj-ea"/>
                <a:cs typeface="+mj-cs"/>
              </a:rPr>
              <a:t>Agenda</a:t>
            </a:r>
          </a:p>
        </p:txBody>
      </p:sp>
      <p:sp>
        <p:nvSpPr>
          <p:cNvPr id="14" name="Rectangle 6">
            <a:extLst>
              <a:ext uri="{FF2B5EF4-FFF2-40B4-BE49-F238E27FC236}">
                <a16:creationId xmlns:a16="http://schemas.microsoft.com/office/drawing/2014/main" id="{B24A3A03-2C4E-45B5-B388-FAD638CDF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6548" y="662268"/>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BB8D0EF0-D5CE-3EB8-1992-5FAC16D4420A}"/>
              </a:ext>
            </a:extLst>
          </p:cNvPr>
          <p:cNvSpPr>
            <a:spLocks noGrp="1"/>
          </p:cNvSpPr>
          <p:nvPr>
            <p:ph type="body" idx="1"/>
          </p:nvPr>
        </p:nvSpPr>
        <p:spPr>
          <a:xfrm>
            <a:off x="1959310" y="2924174"/>
            <a:ext cx="8273380" cy="2828925"/>
          </a:xfrm>
        </p:spPr>
        <p:txBody>
          <a:bodyPr vert="horz" lIns="91440" tIns="45720" rIns="91440" bIns="45720" rtlCol="0">
            <a:normAutofit/>
          </a:bodyPr>
          <a:lstStyle/>
          <a:p>
            <a:pPr marL="0"/>
            <a:r>
              <a:rPr lang="en-US" sz="2000"/>
              <a:t>1. 90 Day Performance Overview</a:t>
            </a:r>
          </a:p>
          <a:p>
            <a:pPr marL="0"/>
            <a:r>
              <a:rPr lang="en-US" sz="2000"/>
              <a:t>2. Mock and Delivery Observations</a:t>
            </a:r>
          </a:p>
          <a:p>
            <a:pPr marL="0"/>
            <a:r>
              <a:rPr lang="en-US" sz="2000"/>
              <a:t>3. Persistent Gaps and Conduct Alignment</a:t>
            </a:r>
          </a:p>
          <a:p>
            <a:pPr marL="0"/>
            <a:r>
              <a:rPr lang="en-US" sz="2000"/>
              <a:t>4. Technical Readiness and Pipeline Planning</a:t>
            </a:r>
          </a:p>
          <a:p>
            <a:pPr marL="0"/>
            <a:r>
              <a:rPr lang="en-US" sz="2000"/>
              <a:t>5. Governance and Ownership Framework</a:t>
            </a:r>
          </a:p>
        </p:txBody>
      </p:sp>
    </p:spTree>
    <p:extLst>
      <p:ext uri="{BB962C8B-B14F-4D97-AF65-F5344CB8AC3E}">
        <p14:creationId xmlns:p14="http://schemas.microsoft.com/office/powerpoint/2010/main" val="3720783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F92D1F23-3205-2F60-28EE-824E5FABCBEF}"/>
              </a:ext>
            </a:extLst>
          </p:cNvPr>
          <p:cNvSpPr>
            <a:spLocks noGrp="1"/>
          </p:cNvSpPr>
          <p:nvPr>
            <p:ph type="ctrTitle"/>
          </p:nvPr>
        </p:nvSpPr>
        <p:spPr>
          <a:xfrm>
            <a:off x="3502731" y="1542402"/>
            <a:ext cx="5186842" cy="2387918"/>
          </a:xfrm>
        </p:spPr>
        <p:txBody>
          <a:bodyPr anchor="b">
            <a:normAutofit/>
          </a:bodyPr>
          <a:lstStyle/>
          <a:p>
            <a:r>
              <a:rPr lang="en-IN" sz="5200">
                <a:solidFill>
                  <a:schemeClr val="tx2"/>
                </a:solidFill>
              </a:rPr>
              <a:t>90 Day Performance Overview</a:t>
            </a:r>
          </a:p>
        </p:txBody>
      </p:sp>
      <p:sp>
        <p:nvSpPr>
          <p:cNvPr id="3" name="Subtitle 2">
            <a:extLst>
              <a:ext uri="{FF2B5EF4-FFF2-40B4-BE49-F238E27FC236}">
                <a16:creationId xmlns:a16="http://schemas.microsoft.com/office/drawing/2014/main" id="{F87949D0-BF64-67DA-5FBB-8E85136CCB41}"/>
              </a:ext>
            </a:extLst>
          </p:cNvPr>
          <p:cNvSpPr>
            <a:spLocks noGrp="1"/>
          </p:cNvSpPr>
          <p:nvPr>
            <p:ph type="subTitle" idx="1"/>
          </p:nvPr>
        </p:nvSpPr>
        <p:spPr>
          <a:xfrm>
            <a:off x="3502135" y="4001587"/>
            <a:ext cx="5188034" cy="682079"/>
          </a:xfrm>
        </p:spPr>
        <p:txBody>
          <a:bodyPr>
            <a:normAutofit/>
          </a:bodyPr>
          <a:lstStyle/>
          <a:p>
            <a:endParaRPr lang="en-IN">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5766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7089E4-C4B8-47AC-BDA4-294EFA7CB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B2D981-25FA-EFC2-8D61-EC88ED59EA4E}"/>
              </a:ext>
            </a:extLst>
          </p:cNvPr>
          <p:cNvSpPr>
            <a:spLocks noGrp="1"/>
          </p:cNvSpPr>
          <p:nvPr>
            <p:ph type="title"/>
          </p:nvPr>
        </p:nvSpPr>
        <p:spPr>
          <a:xfrm>
            <a:off x="731520" y="1254408"/>
            <a:ext cx="6092859" cy="2450817"/>
          </a:xfrm>
        </p:spPr>
        <p:txBody>
          <a:bodyPr vert="horz" lIns="91440" tIns="45720" rIns="91440" bIns="45720" rtlCol="0" anchor="b">
            <a:normAutofit/>
          </a:bodyPr>
          <a:lstStyle/>
          <a:p>
            <a:r>
              <a:rPr lang="en-US" sz="5400" kern="1200">
                <a:solidFill>
                  <a:schemeClr val="tx2"/>
                </a:solidFill>
                <a:latin typeface="+mj-lt"/>
                <a:ea typeface="+mj-ea"/>
                <a:cs typeface="+mj-cs"/>
              </a:rPr>
              <a:t>Deliveries Completed</a:t>
            </a:r>
          </a:p>
        </p:txBody>
      </p:sp>
      <p:sp>
        <p:nvSpPr>
          <p:cNvPr id="10" name="Rectangle 9">
            <a:extLst>
              <a:ext uri="{FF2B5EF4-FFF2-40B4-BE49-F238E27FC236}">
                <a16:creationId xmlns:a16="http://schemas.microsoft.com/office/drawing/2014/main" id="{9BAFF925-4C7C-4B71-96F4-8FA90681B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38031"/>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E653C820-2172-42C6-B50F-FD47A634BC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542306C-5C73-E1A7-5859-D417283AD66A}"/>
              </a:ext>
            </a:extLst>
          </p:cNvPr>
          <p:cNvSpPr>
            <a:spLocks noGrp="1"/>
          </p:cNvSpPr>
          <p:nvPr>
            <p:ph type="body" idx="1"/>
          </p:nvPr>
        </p:nvSpPr>
        <p:spPr>
          <a:xfrm>
            <a:off x="731520" y="4069080"/>
            <a:ext cx="6082281" cy="2042605"/>
          </a:xfrm>
        </p:spPr>
        <p:txBody>
          <a:bodyPr vert="horz" lIns="91440" tIns="45720" rIns="91440" bIns="45720" rtlCol="0" anchor="t">
            <a:normAutofit/>
          </a:bodyPr>
          <a:lstStyle/>
          <a:p>
            <a:r>
              <a:rPr lang="en-US" sz="1800">
                <a:solidFill>
                  <a:schemeClr val="tx2"/>
                </a:solidFill>
              </a:rPr>
              <a:t>Bootcamp SQL delivered</a:t>
            </a:r>
          </a:p>
          <a:p>
            <a:r>
              <a:rPr lang="en-US" sz="1800">
                <a:solidFill>
                  <a:schemeClr val="tx2"/>
                </a:solidFill>
              </a:rPr>
              <a:t>DP-900 delivered</a:t>
            </a:r>
          </a:p>
          <a:p>
            <a:r>
              <a:rPr lang="en-US" sz="1800">
                <a:solidFill>
                  <a:schemeClr val="tx2"/>
                </a:solidFill>
              </a:rPr>
              <a:t>PL-300 delivered</a:t>
            </a:r>
          </a:p>
          <a:p>
            <a:r>
              <a:rPr lang="en-US" sz="1800">
                <a:solidFill>
                  <a:schemeClr val="tx2"/>
                </a:solidFill>
              </a:rPr>
              <a:t>Technical capability demonstrated</a:t>
            </a:r>
          </a:p>
        </p:txBody>
      </p:sp>
      <p:cxnSp>
        <p:nvCxnSpPr>
          <p:cNvPr id="14" name="Straight Connector 13">
            <a:extLst>
              <a:ext uri="{FF2B5EF4-FFF2-40B4-BE49-F238E27FC236}">
                <a16:creationId xmlns:a16="http://schemas.microsoft.com/office/drawing/2014/main" id="{6FC534FC-C775-4490-AC5A-26BD39750A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4BC3ACAC-BA31-4E67-A233-03EF1A10CF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7" name="Straight Connector 16">
              <a:extLst>
                <a:ext uri="{FF2B5EF4-FFF2-40B4-BE49-F238E27FC236}">
                  <a16:creationId xmlns:a16="http://schemas.microsoft.com/office/drawing/2014/main" id="{B15509C2-092A-4956-8523-79AEC9F4FB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04B9204-F74D-4578-8B3C-3DDC87E861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4570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801F619-0E48-A8B2-3B03-9A8B280F7853}"/>
              </a:ext>
            </a:extLst>
          </p:cNvPr>
          <p:cNvSpPr>
            <a:spLocks noGrp="1"/>
          </p:cNvSpPr>
          <p:nvPr>
            <p:ph type="title"/>
          </p:nvPr>
        </p:nvSpPr>
        <p:spPr>
          <a:xfrm>
            <a:off x="1115568" y="509521"/>
            <a:ext cx="10232136" cy="1014984"/>
          </a:xfrm>
        </p:spPr>
        <p:txBody>
          <a:bodyPr vert="horz" lIns="91440" tIns="45720" rIns="91440" bIns="45720" rtlCol="0" anchor="ctr">
            <a:normAutofit/>
          </a:bodyPr>
          <a:lstStyle/>
          <a:p>
            <a:r>
              <a:rPr lang="en-US" sz="4000" kern="1200">
                <a:solidFill>
                  <a:schemeClr val="tx1"/>
                </a:solidFill>
                <a:latin typeface="+mj-lt"/>
                <a:ea typeface="+mj-ea"/>
                <a:cs typeface="+mj-cs"/>
              </a:rPr>
              <a:t>Progress Status After 90 Days</a:t>
            </a:r>
          </a:p>
        </p:txBody>
      </p:sp>
      <p:sp>
        <p:nvSpPr>
          <p:cNvPr id="13" name="Rectangle 12">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Text Placeholder 2">
            <a:extLst>
              <a:ext uri="{FF2B5EF4-FFF2-40B4-BE49-F238E27FC236}">
                <a16:creationId xmlns:a16="http://schemas.microsoft.com/office/drawing/2014/main" id="{41911663-E5B3-9FF9-9367-76A3EE71E5D2}"/>
              </a:ext>
            </a:extLst>
          </p:cNvPr>
          <p:cNvGraphicFramePr/>
          <p:nvPr>
            <p:extLst>
              <p:ext uri="{D42A27DB-BD31-4B8C-83A1-F6EECF244321}">
                <p14:modId xmlns:p14="http://schemas.microsoft.com/office/powerpoint/2010/main" val="3667751373"/>
              </p:ext>
            </p:extLst>
          </p:nvPr>
        </p:nvGraphicFramePr>
        <p:xfrm>
          <a:off x="1115568" y="1673352"/>
          <a:ext cx="10232136" cy="4334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7334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540DF201-D765-D1B8-2CD7-A2C9D0A7CFF6}"/>
              </a:ext>
            </a:extLst>
          </p:cNvPr>
          <p:cNvSpPr>
            <a:spLocks noGrp="1"/>
          </p:cNvSpPr>
          <p:nvPr>
            <p:ph type="ctrTitle"/>
          </p:nvPr>
        </p:nvSpPr>
        <p:spPr>
          <a:xfrm>
            <a:off x="3502731" y="1542402"/>
            <a:ext cx="5186842" cy="2387918"/>
          </a:xfrm>
        </p:spPr>
        <p:txBody>
          <a:bodyPr anchor="b">
            <a:normAutofit/>
          </a:bodyPr>
          <a:lstStyle/>
          <a:p>
            <a:r>
              <a:rPr lang="en-IN" sz="5200">
                <a:solidFill>
                  <a:schemeClr val="tx2"/>
                </a:solidFill>
              </a:rPr>
              <a:t>Mock and Delivery Observations</a:t>
            </a:r>
          </a:p>
        </p:txBody>
      </p:sp>
      <p:sp>
        <p:nvSpPr>
          <p:cNvPr id="3" name="Subtitle 2">
            <a:extLst>
              <a:ext uri="{FF2B5EF4-FFF2-40B4-BE49-F238E27FC236}">
                <a16:creationId xmlns:a16="http://schemas.microsoft.com/office/drawing/2014/main" id="{4F302007-4055-7F42-BCA9-FE347F831CC2}"/>
              </a:ext>
            </a:extLst>
          </p:cNvPr>
          <p:cNvSpPr>
            <a:spLocks noGrp="1"/>
          </p:cNvSpPr>
          <p:nvPr>
            <p:ph type="subTitle" idx="1"/>
          </p:nvPr>
        </p:nvSpPr>
        <p:spPr>
          <a:xfrm>
            <a:off x="3502135" y="4001587"/>
            <a:ext cx="5188034" cy="682079"/>
          </a:xfrm>
        </p:spPr>
        <p:txBody>
          <a:bodyPr>
            <a:normAutofit/>
          </a:bodyPr>
          <a:lstStyle/>
          <a:p>
            <a:endParaRPr lang="en-IN">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19178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E7097E-ADFE-17F0-17B1-8CC0530BBE1D}"/>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Mock Feedback Summary</a:t>
            </a:r>
          </a:p>
        </p:txBody>
      </p:sp>
      <p:graphicFrame>
        <p:nvGraphicFramePr>
          <p:cNvPr id="5" name="Text Placeholder 2">
            <a:extLst>
              <a:ext uri="{FF2B5EF4-FFF2-40B4-BE49-F238E27FC236}">
                <a16:creationId xmlns:a16="http://schemas.microsoft.com/office/drawing/2014/main" id="{236E4829-E485-1763-C717-CE229E043840}"/>
              </a:ext>
            </a:extLst>
          </p:cNvPr>
          <p:cNvGraphicFramePr/>
          <p:nvPr>
            <p:extLst>
              <p:ext uri="{D42A27DB-BD31-4B8C-83A1-F6EECF244321}">
                <p14:modId xmlns:p14="http://schemas.microsoft.com/office/powerpoint/2010/main" val="2753202251"/>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6044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6650-F177-5AB1-BA61-CC304E5B60A3}"/>
              </a:ext>
            </a:extLst>
          </p:cNvPr>
          <p:cNvSpPr>
            <a:spLocks noGrp="1"/>
          </p:cNvSpPr>
          <p:nvPr>
            <p:ph type="title"/>
          </p:nvPr>
        </p:nvSpPr>
        <p:spPr/>
        <p:txBody>
          <a:bodyPr/>
          <a:lstStyle/>
          <a:p>
            <a:r>
              <a:rPr lang="en-IN"/>
              <a:t>Client Handling Signals</a:t>
            </a:r>
          </a:p>
        </p:txBody>
      </p:sp>
      <p:graphicFrame>
        <p:nvGraphicFramePr>
          <p:cNvPr id="5" name="Text Placeholder 2">
            <a:extLst>
              <a:ext uri="{FF2B5EF4-FFF2-40B4-BE49-F238E27FC236}">
                <a16:creationId xmlns:a16="http://schemas.microsoft.com/office/drawing/2014/main" id="{20412E9E-4C29-EDE0-CED5-9A277D07D6FC}"/>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89414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9E82AF14-4A57-CD96-2A73-DEA69F702BD8}"/>
              </a:ext>
            </a:extLst>
          </p:cNvPr>
          <p:cNvSpPr>
            <a:spLocks noGrp="1"/>
          </p:cNvSpPr>
          <p:nvPr>
            <p:ph type="ctrTitle"/>
          </p:nvPr>
        </p:nvSpPr>
        <p:spPr>
          <a:xfrm>
            <a:off x="3502731" y="1542402"/>
            <a:ext cx="5186842" cy="2387918"/>
          </a:xfrm>
        </p:spPr>
        <p:txBody>
          <a:bodyPr anchor="b">
            <a:normAutofit/>
          </a:bodyPr>
          <a:lstStyle/>
          <a:p>
            <a:r>
              <a:rPr lang="en-US" sz="5200">
                <a:solidFill>
                  <a:schemeClr val="tx2"/>
                </a:solidFill>
              </a:rPr>
              <a:t>Persistent Gaps and Conduct Alignment</a:t>
            </a:r>
            <a:endParaRPr lang="en-IN" sz="5200">
              <a:solidFill>
                <a:schemeClr val="tx2"/>
              </a:solidFill>
            </a:endParaRPr>
          </a:p>
        </p:txBody>
      </p:sp>
      <p:sp>
        <p:nvSpPr>
          <p:cNvPr id="3" name="Subtitle 2">
            <a:extLst>
              <a:ext uri="{FF2B5EF4-FFF2-40B4-BE49-F238E27FC236}">
                <a16:creationId xmlns:a16="http://schemas.microsoft.com/office/drawing/2014/main" id="{A6A4808B-A28A-520F-2C0B-579B052FCBD0}"/>
              </a:ext>
            </a:extLst>
          </p:cNvPr>
          <p:cNvSpPr>
            <a:spLocks noGrp="1"/>
          </p:cNvSpPr>
          <p:nvPr>
            <p:ph type="subTitle" idx="1"/>
          </p:nvPr>
        </p:nvSpPr>
        <p:spPr>
          <a:xfrm>
            <a:off x="3502135" y="4001587"/>
            <a:ext cx="5188034" cy="682079"/>
          </a:xfrm>
        </p:spPr>
        <p:txBody>
          <a:bodyPr>
            <a:normAutofit/>
          </a:bodyPr>
          <a:lstStyle/>
          <a:p>
            <a:endParaRPr lang="en-IN">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5676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48BA43-9775-904F-DAC0-1D6828411D34}"/>
              </a:ext>
            </a:extLst>
          </p:cNvPr>
          <p:cNvSpPr>
            <a:spLocks noGrp="1"/>
          </p:cNvSpPr>
          <p:nvPr>
            <p:ph type="title"/>
          </p:nvPr>
        </p:nvSpPr>
        <p:spPr>
          <a:xfrm>
            <a:off x="1006900" y="1188637"/>
            <a:ext cx="3141430" cy="4480726"/>
          </a:xfrm>
        </p:spPr>
        <p:txBody>
          <a:bodyPr vert="horz" lIns="91440" tIns="45720" rIns="91440" bIns="45720" rtlCol="0" anchor="ctr">
            <a:normAutofit/>
          </a:bodyPr>
          <a:lstStyle/>
          <a:p>
            <a:pPr algn="r"/>
            <a:r>
              <a:rPr lang="en-US" sz="6600" kern="1200">
                <a:solidFill>
                  <a:schemeClr val="tx1"/>
                </a:solidFill>
                <a:latin typeface="+mj-lt"/>
                <a:ea typeface="+mj-ea"/>
                <a:cs typeface="+mj-cs"/>
              </a:rPr>
              <a:t>Delivery Gaps</a:t>
            </a: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EDB8E4BE-36F1-2FF6-2E78-C5FD37B4186A}"/>
              </a:ext>
            </a:extLst>
          </p:cNvPr>
          <p:cNvSpPr>
            <a:spLocks noGrp="1"/>
          </p:cNvSpPr>
          <p:nvPr>
            <p:ph type="body" idx="1"/>
          </p:nvPr>
        </p:nvSpPr>
        <p:spPr>
          <a:xfrm>
            <a:off x="5138928" y="1338729"/>
            <a:ext cx="4795584" cy="4180542"/>
          </a:xfrm>
        </p:spPr>
        <p:txBody>
          <a:bodyPr vert="horz" lIns="91440" tIns="45720" rIns="91440" bIns="45720" rtlCol="0" anchor="ctr">
            <a:normAutofit/>
          </a:bodyPr>
          <a:lstStyle/>
          <a:p>
            <a:r>
              <a:rPr lang="en-US" sz="2400"/>
              <a:t>Overuse of fillers</a:t>
            </a:r>
          </a:p>
          <a:p>
            <a:r>
              <a:rPr lang="en-US" sz="2400"/>
              <a:t>Repetitive sentence openings</a:t>
            </a:r>
          </a:p>
          <a:p>
            <a:r>
              <a:rPr lang="en-US" sz="2400"/>
              <a:t>Rushed transitions</a:t>
            </a:r>
          </a:p>
          <a:p>
            <a:r>
              <a:rPr lang="en-US" sz="2400"/>
              <a:t>Limited knowledge check integration</a:t>
            </a:r>
          </a:p>
        </p:txBody>
      </p:sp>
    </p:spTree>
    <p:extLst>
      <p:ext uri="{BB962C8B-B14F-4D97-AF65-F5344CB8AC3E}">
        <p14:creationId xmlns:p14="http://schemas.microsoft.com/office/powerpoint/2010/main" val="3178460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E4784A-D089-12B9-C552-6903F06490F0}"/>
              </a:ext>
            </a:extLst>
          </p:cNvPr>
          <p:cNvSpPr>
            <a:spLocks noGrp="1"/>
          </p:cNvSpPr>
          <p:nvPr>
            <p:ph type="title"/>
          </p:nvPr>
        </p:nvSpPr>
        <p:spPr>
          <a:xfrm>
            <a:off x="1006900" y="1188637"/>
            <a:ext cx="3141430" cy="4480726"/>
          </a:xfrm>
        </p:spPr>
        <p:txBody>
          <a:bodyPr vert="horz" lIns="91440" tIns="45720" rIns="91440" bIns="45720" rtlCol="0" anchor="ctr">
            <a:normAutofit/>
          </a:bodyPr>
          <a:lstStyle/>
          <a:p>
            <a:pPr algn="r"/>
            <a:r>
              <a:rPr lang="en-US" sz="4100" kern="1200">
                <a:solidFill>
                  <a:schemeClr val="tx1"/>
                </a:solidFill>
                <a:latin typeface="+mj-lt"/>
                <a:ea typeface="+mj-ea"/>
                <a:cs typeface="+mj-cs"/>
              </a:rPr>
              <a:t>Professional Conduct Expectations</a:t>
            </a: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2980134-F6E9-D899-ABD2-D1D1F7749BB5}"/>
              </a:ext>
            </a:extLst>
          </p:cNvPr>
          <p:cNvSpPr>
            <a:spLocks noGrp="1"/>
          </p:cNvSpPr>
          <p:nvPr>
            <p:ph type="body" idx="1"/>
          </p:nvPr>
        </p:nvSpPr>
        <p:spPr>
          <a:xfrm>
            <a:off x="5138928" y="1338729"/>
            <a:ext cx="4795584" cy="4180542"/>
          </a:xfrm>
        </p:spPr>
        <p:txBody>
          <a:bodyPr vert="horz" lIns="91440" tIns="45720" rIns="91440" bIns="45720" rtlCol="0" anchor="ctr">
            <a:normAutofit/>
          </a:bodyPr>
          <a:lstStyle/>
          <a:p>
            <a:r>
              <a:rPr lang="en-US" sz="2400"/>
              <a:t>Preparation visibility consistency</a:t>
            </a:r>
          </a:p>
          <a:p>
            <a:r>
              <a:rPr lang="en-US" sz="2400"/>
              <a:t>Mature questioning discipline</a:t>
            </a:r>
          </a:p>
          <a:p>
            <a:r>
              <a:rPr lang="en-US" sz="2400"/>
              <a:t>Confidence aligned with depth</a:t>
            </a:r>
          </a:p>
          <a:p>
            <a:r>
              <a:rPr lang="en-US" sz="2400"/>
              <a:t>Executive communication standard</a:t>
            </a:r>
          </a:p>
        </p:txBody>
      </p:sp>
    </p:spTree>
    <p:extLst>
      <p:ext uri="{BB962C8B-B14F-4D97-AF65-F5344CB8AC3E}">
        <p14:creationId xmlns:p14="http://schemas.microsoft.com/office/powerpoint/2010/main" val="4068305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6B4168-538C-B028-631C-9D50A3B0D5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A69819-140D-3164-E883-EF31C5D3A1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60382CF-4FB1-7D61-82ED-80F6072DE6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336B4394-E441-4CB4-A566-609D3E34F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35C78EB1-0ECA-44DA-D69D-F36C799C22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E837A6BE-9724-6C5A-826F-CB9C600F2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ED485A47-1A13-4548-53D9-DDF4DE69A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5E2F76D8-240E-F276-F4F6-AB30373AD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6DE5F4BD-4178-5981-1017-B2C78FAD54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0A99DFAA-C41E-43ED-95A5-C20E0F40A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C7110CA-514D-334C-EBFD-AA54A8F56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A14D2BD5-CCA3-98F3-2B16-CE5DAFAACF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A4A963F2-E534-1DC7-D44F-96E2C5F10F54}"/>
              </a:ext>
            </a:extLst>
          </p:cNvPr>
          <p:cNvSpPr>
            <a:spLocks noGrp="1"/>
          </p:cNvSpPr>
          <p:nvPr>
            <p:ph type="ctrTitle"/>
          </p:nvPr>
        </p:nvSpPr>
        <p:spPr>
          <a:xfrm>
            <a:off x="3502731" y="1542402"/>
            <a:ext cx="5186842" cy="2387918"/>
          </a:xfrm>
        </p:spPr>
        <p:txBody>
          <a:bodyPr anchor="b">
            <a:normAutofit/>
          </a:bodyPr>
          <a:lstStyle/>
          <a:p>
            <a:r>
              <a:rPr lang="en-US" sz="5200">
                <a:solidFill>
                  <a:schemeClr val="tx2"/>
                </a:solidFill>
              </a:rPr>
              <a:t>Technical Readiness and Pipeline Planning</a:t>
            </a:r>
            <a:endParaRPr lang="en-IN" sz="5200">
              <a:solidFill>
                <a:schemeClr val="tx2"/>
              </a:solidFill>
            </a:endParaRPr>
          </a:p>
        </p:txBody>
      </p:sp>
      <p:sp>
        <p:nvSpPr>
          <p:cNvPr id="3" name="Subtitle 2">
            <a:extLst>
              <a:ext uri="{FF2B5EF4-FFF2-40B4-BE49-F238E27FC236}">
                <a16:creationId xmlns:a16="http://schemas.microsoft.com/office/drawing/2014/main" id="{BE1E28E3-21D1-19CA-08F9-0C4DFF5B6CA4}"/>
              </a:ext>
            </a:extLst>
          </p:cNvPr>
          <p:cNvSpPr>
            <a:spLocks noGrp="1"/>
          </p:cNvSpPr>
          <p:nvPr>
            <p:ph type="subTitle" idx="1"/>
          </p:nvPr>
        </p:nvSpPr>
        <p:spPr>
          <a:xfrm>
            <a:off x="3502135" y="4001587"/>
            <a:ext cx="5188034" cy="682079"/>
          </a:xfrm>
        </p:spPr>
        <p:txBody>
          <a:bodyPr>
            <a:normAutofit/>
          </a:bodyPr>
          <a:lstStyle/>
          <a:p>
            <a:endParaRPr lang="en-IN">
              <a:solidFill>
                <a:schemeClr val="tx2"/>
              </a:solidFill>
            </a:endParaRPr>
          </a:p>
        </p:txBody>
      </p:sp>
      <p:grpSp>
        <p:nvGrpSpPr>
          <p:cNvPr id="23" name="Group 22">
            <a:extLst>
              <a:ext uri="{FF2B5EF4-FFF2-40B4-BE49-F238E27FC236}">
                <a16:creationId xmlns:a16="http://schemas.microsoft.com/office/drawing/2014/main" id="{8094F678-CB4A-9349-0C10-237C47AD36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DE406964-2EC6-9185-CD1A-D8B0A48E80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F16979D-9694-0661-8548-69C7A1DDB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6F21EC24-682A-3A73-276D-560D037D27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AB011CE2-6CB5-5882-73DF-BF1E5CA5E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408E998C-CCED-08DE-36FE-1BDB71379D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2CE72F9E-D375-BEFF-E594-F3C6BF95E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EFAC038-30FF-5228-6977-C08BCFF4B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CABD5F93-05DE-E0B3-2BCC-3DF1E0ABE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B319A497-368F-0EDC-AE4C-4349B8F77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9229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84D74-D791-AE4C-6B5A-5AB7C0937EBE}"/>
              </a:ext>
            </a:extLst>
          </p:cNvPr>
          <p:cNvSpPr>
            <a:spLocks noGrp="1"/>
          </p:cNvSpPr>
          <p:nvPr>
            <p:ph type="title"/>
          </p:nvPr>
        </p:nvSpPr>
        <p:spPr/>
        <p:txBody>
          <a:bodyPr/>
          <a:lstStyle/>
          <a:p>
            <a:r>
              <a:rPr lang="en-IN" dirty="0"/>
              <a:t>Immediate Priority - AI 102</a:t>
            </a:r>
          </a:p>
        </p:txBody>
      </p:sp>
      <p:graphicFrame>
        <p:nvGraphicFramePr>
          <p:cNvPr id="5" name="Text Placeholder 2">
            <a:extLst>
              <a:ext uri="{FF2B5EF4-FFF2-40B4-BE49-F238E27FC236}">
                <a16:creationId xmlns:a16="http://schemas.microsoft.com/office/drawing/2014/main" id="{8D7A7FEB-1EA7-BA3E-A8F1-8D17F80D85EF}"/>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828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10D13C-05BA-D480-698C-71703758C008}"/>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6" name="Rectangle 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6)">
            <a:extLst>
              <a:ext uri="{FF2B5EF4-FFF2-40B4-BE49-F238E27FC236}">
                <a16:creationId xmlns:a16="http://schemas.microsoft.com/office/drawing/2014/main" id="{A448329B-A3D8-DC5B-8E38-BC858ADB39E0}"/>
              </a:ext>
            </a:extLst>
          </p:cNvPr>
          <p:cNvPicPr>
            <a:picLocks noGrp="1" noChangeAspect="1"/>
          </p:cNvPicPr>
          <p:nvPr isPhoto="1"/>
        </p:nvPicPr>
        <p:blipFill>
          <a:blip r:embed="rId2">
            <a:extLst>
              <a:ext uri="{28A0092B-C50C-407E-A947-70E740481C1C}">
                <a14:useLocalDpi xmlns:a14="http://schemas.microsoft.com/office/drawing/2010/main" val="0"/>
              </a:ext>
            </a:extLst>
          </a:blip>
          <a:srcRect t="13629" b="6666"/>
          <a:stretch>
            <a:fillRect/>
          </a:stretch>
        </p:blipFill>
        <p:spPr>
          <a:xfrm>
            <a:off x="545238" y="1129762"/>
            <a:ext cx="7608304" cy="4669432"/>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3175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09172-D304-3FA9-1D8B-50D3926D70D6}"/>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10" name="Rectangle 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5)">
            <a:extLst>
              <a:ext uri="{FF2B5EF4-FFF2-40B4-BE49-F238E27FC236}">
                <a16:creationId xmlns:a16="http://schemas.microsoft.com/office/drawing/2014/main" id="{128ABFEA-FC6F-11BE-79C2-83794CADA98C}"/>
              </a:ext>
            </a:extLst>
          </p:cNvPr>
          <p:cNvPicPr>
            <a:picLocks noGrp="1" noChangeAspect="1"/>
          </p:cNvPicPr>
          <p:nvPr isPhoto="1"/>
        </p:nvPicPr>
        <p:blipFill>
          <a:blip r:embed="rId2">
            <a:extLst>
              <a:ext uri="{28A0092B-C50C-407E-A947-70E740481C1C}">
                <a14:useLocalDpi xmlns:a14="http://schemas.microsoft.com/office/drawing/2010/main" val="0"/>
              </a:ext>
            </a:extLst>
          </a:blip>
          <a:srcRect t="14963" b="10223"/>
          <a:stretch>
            <a:fillRect/>
          </a:stretch>
        </p:blipFill>
        <p:spPr>
          <a:xfrm>
            <a:off x="545238" y="1301490"/>
            <a:ext cx="7608304" cy="4325976"/>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4457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7B19D5-1B72-AE06-22A9-9DC45C7E8D57}"/>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10" name="Rectangle 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4)">
            <a:extLst>
              <a:ext uri="{FF2B5EF4-FFF2-40B4-BE49-F238E27FC236}">
                <a16:creationId xmlns:a16="http://schemas.microsoft.com/office/drawing/2014/main" id="{880A9FB4-BFA6-1AFB-6DB3-1D2739A5174A}"/>
              </a:ext>
            </a:extLst>
          </p:cNvPr>
          <p:cNvPicPr>
            <a:picLocks noGrp="1" noChangeAspect="1"/>
          </p:cNvPicPr>
          <p:nvPr isPhoto="1"/>
        </p:nvPicPr>
        <p:blipFill>
          <a:blip r:embed="rId2">
            <a:extLst>
              <a:ext uri="{28A0092B-C50C-407E-A947-70E740481C1C}">
                <a14:useLocalDpi xmlns:a14="http://schemas.microsoft.com/office/drawing/2010/main" val="0"/>
              </a:ext>
            </a:extLst>
          </a:blip>
          <a:srcRect t="23259" b="6667"/>
          <a:stretch>
            <a:fillRect/>
          </a:stretch>
        </p:blipFill>
        <p:spPr>
          <a:xfrm>
            <a:off x="545238" y="865400"/>
            <a:ext cx="7608304" cy="5198156"/>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1055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9E95B5-6F60-D3F2-744A-DC47F09CFB55}"/>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10" name="Rectangle 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3)">
            <a:extLst>
              <a:ext uri="{FF2B5EF4-FFF2-40B4-BE49-F238E27FC236}">
                <a16:creationId xmlns:a16="http://schemas.microsoft.com/office/drawing/2014/main" id="{DEEB8F6D-1683-3229-381E-382B827CCE00}"/>
              </a:ext>
            </a:extLst>
          </p:cNvPr>
          <p:cNvPicPr>
            <a:picLocks noGrp="1" noChangeAspect="1"/>
          </p:cNvPicPr>
          <p:nvPr isPhoto="1"/>
        </p:nvPicPr>
        <p:blipFill>
          <a:blip r:embed="rId2">
            <a:extLst>
              <a:ext uri="{28A0092B-C50C-407E-A947-70E740481C1C}">
                <a14:useLocalDpi xmlns:a14="http://schemas.microsoft.com/office/drawing/2010/main" val="0"/>
              </a:ext>
            </a:extLst>
          </a:blip>
          <a:srcRect t="15704" b="6963"/>
          <a:stretch>
            <a:fillRect/>
          </a:stretch>
        </p:blipFill>
        <p:spPr>
          <a:xfrm>
            <a:off x="1047005" y="858525"/>
            <a:ext cx="6604770" cy="5211906"/>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127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4D462-1B3E-6AD8-B982-DA87F6179CDB}"/>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10" name="Rectangle 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2)">
            <a:extLst>
              <a:ext uri="{FF2B5EF4-FFF2-40B4-BE49-F238E27FC236}">
                <a16:creationId xmlns:a16="http://schemas.microsoft.com/office/drawing/2014/main" id="{679915B2-6AE2-3B14-1877-16F590045EE4}"/>
              </a:ext>
            </a:extLst>
          </p:cNvPr>
          <p:cNvPicPr>
            <a:picLocks noGrp="1" noChangeAspect="1"/>
          </p:cNvPicPr>
          <p:nvPr isPhoto="1"/>
        </p:nvPicPr>
        <p:blipFill>
          <a:blip r:embed="rId2">
            <a:extLst>
              <a:ext uri="{28A0092B-C50C-407E-A947-70E740481C1C}">
                <a14:useLocalDpi xmlns:a14="http://schemas.microsoft.com/office/drawing/2010/main" val="0"/>
              </a:ext>
            </a:extLst>
          </a:blip>
          <a:srcRect t="14370" b="5324"/>
          <a:stretch>
            <a:fillRect/>
          </a:stretch>
        </p:blipFill>
        <p:spPr>
          <a:xfrm>
            <a:off x="1599228" y="858525"/>
            <a:ext cx="5500324" cy="5211906"/>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2403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97983A-47D1-4347-2515-729E272F2072}"/>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10" name="Rectangle 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1)">
            <a:extLst>
              <a:ext uri="{FF2B5EF4-FFF2-40B4-BE49-F238E27FC236}">
                <a16:creationId xmlns:a16="http://schemas.microsoft.com/office/drawing/2014/main" id="{900BF1BD-415B-53A0-4EA8-6ABFC0C32FF0}"/>
              </a:ext>
            </a:extLst>
          </p:cNvPr>
          <p:cNvPicPr>
            <a:picLocks noGrp="1" noChangeAspect="1"/>
          </p:cNvPicPr>
          <p:nvPr isPhoto="1"/>
        </p:nvPicPr>
        <p:blipFill>
          <a:blip r:embed="rId2">
            <a:extLst>
              <a:ext uri="{28A0092B-C50C-407E-A947-70E740481C1C}">
                <a14:useLocalDpi xmlns:a14="http://schemas.microsoft.com/office/drawing/2010/main" val="0"/>
              </a:ext>
            </a:extLst>
          </a:blip>
          <a:srcRect t="17127" b="8888"/>
          <a:stretch>
            <a:fillRect/>
          </a:stretch>
        </p:blipFill>
        <p:spPr>
          <a:xfrm>
            <a:off x="545238" y="2043155"/>
            <a:ext cx="7608304" cy="2842646"/>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2374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7A3341-4561-B46E-F212-6041A8090A42}"/>
              </a:ext>
            </a:extLst>
          </p:cNvPr>
          <p:cNvSpPr txBox="1">
            <a:spLocks/>
          </p:cNvSpPr>
          <p:nvPr/>
        </p:nvSpPr>
        <p:spPr>
          <a:xfrm>
            <a:off x="9267909" y="2023110"/>
            <a:ext cx="2469624" cy="28460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700" kern="1200">
                <a:solidFill>
                  <a:schemeClr val="tx1"/>
                </a:solidFill>
                <a:latin typeface="+mj-lt"/>
                <a:ea typeface="+mj-ea"/>
                <a:cs typeface="+mj-cs"/>
              </a:rPr>
              <a:t>Immediate Priority - AI 102</a:t>
            </a:r>
          </a:p>
        </p:txBody>
      </p:sp>
      <p:sp>
        <p:nvSpPr>
          <p:cNvPr id="10" name="Rectangle 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Quick Guide to Preparing for Microsoft Certified_ Azure AI Engineer Associate - visual selection">
            <a:extLst>
              <a:ext uri="{FF2B5EF4-FFF2-40B4-BE49-F238E27FC236}">
                <a16:creationId xmlns:a16="http://schemas.microsoft.com/office/drawing/2014/main" id="{0E0D4699-51E0-36D2-9235-44A03A67C114}"/>
              </a:ext>
            </a:extLst>
          </p:cNvPr>
          <p:cNvPicPr>
            <a:picLocks noGrp="1" noChangeAspect="1"/>
          </p:cNvPicPr>
          <p:nvPr isPhoto="1"/>
        </p:nvPicPr>
        <p:blipFill>
          <a:blip r:embed="rId2">
            <a:extLst>
              <a:ext uri="{28A0092B-C50C-407E-A947-70E740481C1C}">
                <a14:useLocalDpi xmlns:a14="http://schemas.microsoft.com/office/drawing/2010/main" val="0"/>
              </a:ext>
            </a:extLst>
          </a:blip>
          <a:srcRect t="18766" b="9960"/>
          <a:stretch>
            <a:fillRect/>
          </a:stretch>
        </p:blipFill>
        <p:spPr>
          <a:xfrm>
            <a:off x="545238" y="2081679"/>
            <a:ext cx="7608304" cy="2765597"/>
          </a:xfrm>
          <a:prstGeom prst="rect">
            <a:avLst/>
          </a:prstGeom>
        </p:spPr>
      </p:pic>
      <p:sp>
        <p:nvSpPr>
          <p:cNvPr id="14" name="Rectangle 13">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1160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tGPT Image Feb 18, 2026, 07_00_31 PM">
            <a:extLst>
              <a:ext uri="{FF2B5EF4-FFF2-40B4-BE49-F238E27FC236}">
                <a16:creationId xmlns:a16="http://schemas.microsoft.com/office/drawing/2014/main" id="{812E13DC-73B6-3B6A-D695-895523BAEAE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25065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Qubits Preparation Strategy_ A Date-Driven Control Model - visual selection">
            <a:extLst>
              <a:ext uri="{FF2B5EF4-FFF2-40B4-BE49-F238E27FC236}">
                <a16:creationId xmlns:a16="http://schemas.microsoft.com/office/drawing/2014/main" id="{F62F6E1F-AA5D-D21A-016D-75AE4F61CD4D}"/>
              </a:ext>
            </a:extLst>
          </p:cNvPr>
          <p:cNvPicPr>
            <a:picLocks noGrp="1" noChangeAspect="1"/>
          </p:cNvPicPr>
          <p:nvPr isPhoto="1"/>
        </p:nvPicPr>
        <p:blipFill>
          <a:blip r:embed="rId3">
            <a:lum/>
            <a:extLst>
              <a:ext uri="{28A0092B-C50C-407E-A947-70E740481C1C}">
                <a14:useLocalDpi xmlns:a14="http://schemas.microsoft.com/office/drawing/2010/main" val="0"/>
              </a:ext>
            </a:extLst>
          </a:blip>
          <a:srcRect t="16444" b="9333"/>
          <a:stretch>
            <a:fillRect/>
          </a:stretch>
        </p:blipFill>
        <p:spPr>
          <a:xfrm>
            <a:off x="169863" y="1127760"/>
            <a:ext cx="11852275" cy="5090160"/>
          </a:xfrm>
          <a:prstGeom prst="rect">
            <a:avLst/>
          </a:prstGeom>
        </p:spPr>
      </p:pic>
      <p:sp>
        <p:nvSpPr>
          <p:cNvPr id="2" name="Title 1">
            <a:extLst>
              <a:ext uri="{FF2B5EF4-FFF2-40B4-BE49-F238E27FC236}">
                <a16:creationId xmlns:a16="http://schemas.microsoft.com/office/drawing/2014/main" id="{40FD3576-1BEE-8D92-DA08-0605E3F4EDC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t>Qubits Governance Strategy</a:t>
            </a:r>
            <a:endParaRPr lang="en-IN" dirty="0"/>
          </a:p>
        </p:txBody>
      </p:sp>
    </p:spTree>
    <p:extLst>
      <p:ext uri="{BB962C8B-B14F-4D97-AF65-F5344CB8AC3E}">
        <p14:creationId xmlns:p14="http://schemas.microsoft.com/office/powerpoint/2010/main" val="3164084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id="{309A44B4-CC26-B4E6-E3B2-36AD9A113F29}"/>
              </a:ext>
            </a:extLst>
          </p:cNvPr>
          <p:cNvSpPr>
            <a:spLocks noGrp="1"/>
          </p:cNvSpPr>
          <p:nvPr>
            <p:ph type="ctrTitle"/>
          </p:nvPr>
        </p:nvSpPr>
        <p:spPr>
          <a:xfrm>
            <a:off x="3502731" y="1542402"/>
            <a:ext cx="5186842" cy="2387918"/>
          </a:xfrm>
        </p:spPr>
        <p:txBody>
          <a:bodyPr anchor="b">
            <a:normAutofit/>
          </a:bodyPr>
          <a:lstStyle/>
          <a:p>
            <a:r>
              <a:rPr lang="en-US" sz="5200" dirty="0">
                <a:solidFill>
                  <a:schemeClr val="tx2"/>
                </a:solidFill>
              </a:rPr>
              <a:t>Governance and Ownership Framework</a:t>
            </a:r>
            <a:endParaRPr lang="en-IN" sz="5200" dirty="0">
              <a:solidFill>
                <a:schemeClr val="tx2"/>
              </a:solidFill>
            </a:endParaRPr>
          </a:p>
        </p:txBody>
      </p:sp>
      <p:sp>
        <p:nvSpPr>
          <p:cNvPr id="3" name="Subtitle 2">
            <a:extLst>
              <a:ext uri="{FF2B5EF4-FFF2-40B4-BE49-F238E27FC236}">
                <a16:creationId xmlns:a16="http://schemas.microsoft.com/office/drawing/2014/main" id="{235F4EF3-CE98-4D25-6790-46C8D2C609A3}"/>
              </a:ext>
            </a:extLst>
          </p:cNvPr>
          <p:cNvSpPr>
            <a:spLocks noGrp="1"/>
          </p:cNvSpPr>
          <p:nvPr>
            <p:ph type="subTitle" idx="1"/>
          </p:nvPr>
        </p:nvSpPr>
        <p:spPr>
          <a:xfrm>
            <a:off x="3502135" y="4001587"/>
            <a:ext cx="5188034" cy="682079"/>
          </a:xfrm>
        </p:spPr>
        <p:txBody>
          <a:bodyPr>
            <a:normAutofit/>
          </a:bodyPr>
          <a:lstStyle/>
          <a:p>
            <a:endParaRPr lang="en-IN">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96219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1A27-6169-8947-D431-AB9AB0CE1037}"/>
              </a:ext>
            </a:extLst>
          </p:cNvPr>
          <p:cNvSpPr>
            <a:spLocks noGrp="1"/>
          </p:cNvSpPr>
          <p:nvPr>
            <p:ph type="title"/>
          </p:nvPr>
        </p:nvSpPr>
        <p:spPr/>
        <p:txBody>
          <a:bodyPr/>
          <a:lstStyle/>
          <a:p>
            <a:r>
              <a:rPr lang="en-US"/>
              <a:t>Next 30 Day Action Plan</a:t>
            </a:r>
            <a:endParaRPr lang="en-IN"/>
          </a:p>
        </p:txBody>
      </p:sp>
      <p:graphicFrame>
        <p:nvGraphicFramePr>
          <p:cNvPr id="5" name="Text Placeholder 2">
            <a:extLst>
              <a:ext uri="{FF2B5EF4-FFF2-40B4-BE49-F238E27FC236}">
                <a16:creationId xmlns:a16="http://schemas.microsoft.com/office/drawing/2014/main" id="{43FEE44A-497A-EDC5-FD9B-6545A1EA1637}"/>
              </a:ext>
            </a:extLst>
          </p:cNvPr>
          <p:cNvGraphicFramePr/>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9164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522046-7F7D-D595-A108-16E036D6A423}"/>
              </a:ext>
            </a:extLst>
          </p:cNvPr>
          <p:cNvPicPr>
            <a:picLocks noChangeAspect="1"/>
          </p:cNvPicPr>
          <p:nvPr/>
        </p:nvPicPr>
        <p:blipFill>
          <a:blip r:embed="rId2">
            <a:duotone>
              <a:schemeClr val="bg2">
                <a:shade val="45000"/>
                <a:satMod val="135000"/>
              </a:schemeClr>
              <a:prstClr val="white"/>
            </a:duotone>
          </a:blip>
          <a:srcRect t="12686" b="272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5A9ADD-7586-286F-9588-D16936AFCF2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Executive Summary</a:t>
            </a:r>
          </a:p>
        </p:txBody>
      </p:sp>
      <p:graphicFrame>
        <p:nvGraphicFramePr>
          <p:cNvPr id="5" name="Text Placeholder 2">
            <a:extLst>
              <a:ext uri="{FF2B5EF4-FFF2-40B4-BE49-F238E27FC236}">
                <a16:creationId xmlns:a16="http://schemas.microsoft.com/office/drawing/2014/main" id="{6B2F0660-6F63-484F-1787-CF50183E1A19}"/>
              </a:ext>
            </a:extLst>
          </p:cNvPr>
          <p:cNvGraphicFramePr/>
          <p:nvPr>
            <p:extLst>
              <p:ext uri="{D42A27DB-BD31-4B8C-83A1-F6EECF244321}">
                <p14:modId xmlns:p14="http://schemas.microsoft.com/office/powerpoint/2010/main" val="34564255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5016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7F791EE-C64D-4BD8-A046-E01EC0190CE5}">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TotalTime>
  <Words>499</Words>
  <Application>Microsoft Office PowerPoint</Application>
  <PresentationFormat>Widescreen</PresentationFormat>
  <Paragraphs>77</Paragraphs>
  <Slides>25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Aptos Display</vt:lpstr>
      <vt:lpstr>Arial</vt:lpstr>
      <vt:lpstr>Calibri</vt:lpstr>
      <vt:lpstr>Canva Sans Bold</vt:lpstr>
      <vt:lpstr>DM Serif Display</vt:lpstr>
      <vt:lpstr>Office Theme</vt:lpstr>
      <vt:lpstr>PowerPoint Presentation</vt:lpstr>
      <vt:lpstr>Agenda</vt:lpstr>
      <vt:lpstr>90 Day Performance Overview</vt:lpstr>
      <vt:lpstr>Deliveries Completed</vt:lpstr>
      <vt:lpstr>Progress Status After 90 Days</vt:lpstr>
      <vt:lpstr>Mock and Delivery Observations</vt:lpstr>
      <vt:lpstr>Mock Feedback Summary</vt:lpstr>
      <vt:lpstr>Client Handling Signals</vt:lpstr>
      <vt:lpstr>Persistent Gaps and Conduct Alignment</vt:lpstr>
      <vt:lpstr>Delivery Gaps</vt:lpstr>
      <vt:lpstr>Professional Conduct Expectations</vt:lpstr>
      <vt:lpstr>Technical Readiness and Pipeline Planning</vt:lpstr>
      <vt:lpstr>Immediate Priority - AI 102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Governance and Ownership Framework</vt:lpstr>
      <vt:lpstr>Next 30 Day Action Plan</vt:lpstr>
      <vt:lpstr>Executive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Aishwar C Nigam</dc:creator>
  <cp:lastModifiedBy>Aishwar C Nigam</cp:lastModifiedBy>
  <cp:revision>1</cp:revision>
  <dcterms:created xsi:type="dcterms:W3CDTF">2026-02-18T13:36:32Z</dcterms:created>
  <dcterms:modified xsi:type="dcterms:W3CDTF">2026-02-18T13:58:55Z</dcterms:modified>
</cp:coreProperties>
</file>